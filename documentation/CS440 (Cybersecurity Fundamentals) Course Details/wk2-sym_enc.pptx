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notesSlides/notesSlide3.xml" ContentType="application/vnd.openxmlformats-officedocument.presentationml.notesSlide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notesSlides/notesSlide4.xml" ContentType="application/vnd.openxmlformats-officedocument.presentationml.notesSlide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notesSlides/notesSlide5.xml" ContentType="application/vnd.openxmlformats-officedocument.presentationml.notesSlide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notesSlides/notesSlide6.xml" ContentType="application/vnd.openxmlformats-officedocument.presentationml.notesSlide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notesSlides/notesSlide7.xml" ContentType="application/vnd.openxmlformats-officedocument.presentationml.notesSlide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notesSlides/notesSlide8.xml" ContentType="application/vnd.openxmlformats-officedocument.presentationml.notesSlide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notesSlides/notesSlide9.xml" ContentType="application/vnd.openxmlformats-officedocument.presentationml.notesSlide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notesSlides/notesSlide10.xml" ContentType="application/vnd.openxmlformats-officedocument.presentationml.notesSlide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2" r:id="rId4"/>
  </p:sldMasterIdLst>
  <p:notesMasterIdLst>
    <p:notesMasterId r:id="rId41"/>
  </p:notesMasterIdLst>
  <p:handoutMasterIdLst>
    <p:handoutMasterId r:id="rId42"/>
  </p:handoutMasterIdLst>
  <p:sldIdLst>
    <p:sldId id="451" r:id="rId5"/>
    <p:sldId id="396" r:id="rId6"/>
    <p:sldId id="379" r:id="rId7"/>
    <p:sldId id="397" r:id="rId8"/>
    <p:sldId id="404" r:id="rId9"/>
    <p:sldId id="398" r:id="rId10"/>
    <p:sldId id="373" r:id="rId11"/>
    <p:sldId id="365" r:id="rId12"/>
    <p:sldId id="369" r:id="rId13"/>
    <p:sldId id="353" r:id="rId14"/>
    <p:sldId id="295" r:id="rId15"/>
    <p:sldId id="296" r:id="rId16"/>
    <p:sldId id="391" r:id="rId17"/>
    <p:sldId id="401" r:id="rId18"/>
    <p:sldId id="325" r:id="rId19"/>
    <p:sldId id="367" r:id="rId20"/>
    <p:sldId id="456" r:id="rId21"/>
    <p:sldId id="382" r:id="rId22"/>
    <p:sldId id="393" r:id="rId23"/>
    <p:sldId id="366" r:id="rId24"/>
    <p:sldId id="399" r:id="rId25"/>
    <p:sldId id="386" r:id="rId26"/>
    <p:sldId id="402" r:id="rId27"/>
    <p:sldId id="376" r:id="rId28"/>
    <p:sldId id="387" r:id="rId29"/>
    <p:sldId id="462" r:id="rId30"/>
    <p:sldId id="388" r:id="rId31"/>
    <p:sldId id="463" r:id="rId32"/>
    <p:sldId id="403" r:id="rId33"/>
    <p:sldId id="389" r:id="rId34"/>
    <p:sldId id="453" r:id="rId35"/>
    <p:sldId id="452" r:id="rId36"/>
    <p:sldId id="461" r:id="rId37"/>
    <p:sldId id="371" r:id="rId38"/>
    <p:sldId id="385" r:id="rId39"/>
    <p:sldId id="40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5ECB63-6C96-F54E-B91A-6EA541A0A73D}">
          <p14:sldIdLst>
            <p14:sldId id="451"/>
            <p14:sldId id="396"/>
            <p14:sldId id="379"/>
            <p14:sldId id="397"/>
          </p14:sldIdLst>
        </p14:section>
        <p14:section name="Rationale of Encryption" id="{2A6569E3-99E3-DF4E-A726-E633B9878087}">
          <p14:sldIdLst>
            <p14:sldId id="404"/>
            <p14:sldId id="398"/>
            <p14:sldId id="373"/>
            <p14:sldId id="365"/>
            <p14:sldId id="369"/>
            <p14:sldId id="353"/>
            <p14:sldId id="295"/>
            <p14:sldId id="296"/>
            <p14:sldId id="391"/>
            <p14:sldId id="401"/>
            <p14:sldId id="325"/>
            <p14:sldId id="367"/>
            <p14:sldId id="456"/>
          </p14:sldIdLst>
        </p14:section>
        <p14:section name="Block Cipher" id="{5EEA1A46-8F03-3247-854D-A38A44A6DC48}">
          <p14:sldIdLst>
            <p14:sldId id="382"/>
            <p14:sldId id="393"/>
            <p14:sldId id="366"/>
          </p14:sldIdLst>
        </p14:section>
        <p14:section name="Mode of Encryption" id="{61BB24F8-9541-A744-BD71-774A5237C552}">
          <p14:sldIdLst>
            <p14:sldId id="399"/>
            <p14:sldId id="386"/>
            <p14:sldId id="402"/>
            <p14:sldId id="376"/>
            <p14:sldId id="387"/>
            <p14:sldId id="462"/>
            <p14:sldId id="388"/>
            <p14:sldId id="463"/>
            <p14:sldId id="403"/>
            <p14:sldId id="389"/>
            <p14:sldId id="453"/>
            <p14:sldId id="452"/>
            <p14:sldId id="461"/>
          </p14:sldIdLst>
        </p14:section>
        <p14:section name="Cryptoanalysis" id="{03A2BB10-9047-1342-9322-196A8631CE69}">
          <p14:sldIdLst>
            <p14:sldId id="371"/>
            <p14:sldId id="385"/>
            <p14:sldId id="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7B6"/>
    <a:srgbClr val="FFE285"/>
    <a:srgbClr val="FFCC00"/>
    <a:srgbClr val="FFFFFF"/>
    <a:srgbClr val="F1185C"/>
    <a:srgbClr val="F7F7F7"/>
    <a:srgbClr val="FBFBFB"/>
    <a:srgbClr val="102B72"/>
    <a:srgbClr val="DBA70B"/>
    <a:srgbClr val="F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5" autoAdjust="0"/>
    <p:restoredTop sz="70993" autoAdjust="0"/>
  </p:normalViewPr>
  <p:slideViewPr>
    <p:cSldViewPr snapToGrid="0" snapToObjects="1">
      <p:cViewPr varScale="1">
        <p:scale>
          <a:sx n="102" d="100"/>
          <a:sy n="102" d="100"/>
        </p:scale>
        <p:origin x="22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3" d="100"/>
        <a:sy n="193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G Xuhua" userId="b37d5cc1-442c-4c2d-a466-9ec3d4d1696b" providerId="ADAL" clId="{E4D5D66D-E184-B749-8674-6E1697599CEB}"/>
    <pc:docChg chg="undo custSel addSld delSld modSld sldOrd modSection">
      <pc:chgData name="DING Xuhua" userId="b37d5cc1-442c-4c2d-a466-9ec3d4d1696b" providerId="ADAL" clId="{E4D5D66D-E184-B749-8674-6E1697599CEB}" dt="2025-08-06T04:57:34.275" v="436" actId="21"/>
      <pc:docMkLst>
        <pc:docMk/>
      </pc:docMkLst>
      <pc:sldChg chg="delSp mod">
        <pc:chgData name="DING Xuhua" userId="b37d5cc1-442c-4c2d-a466-9ec3d4d1696b" providerId="ADAL" clId="{E4D5D66D-E184-B749-8674-6E1697599CEB}" dt="2025-08-06T04:34:22.948" v="119" actId="478"/>
        <pc:sldMkLst>
          <pc:docMk/>
          <pc:sldMk cId="1140577161" sldId="295"/>
        </pc:sldMkLst>
      </pc:sldChg>
      <pc:sldChg chg="addSp delSp modSp mod">
        <pc:chgData name="DING Xuhua" userId="b37d5cc1-442c-4c2d-a466-9ec3d4d1696b" providerId="ADAL" clId="{E4D5D66D-E184-B749-8674-6E1697599CEB}" dt="2025-08-06T04:34:16.656" v="118" actId="478"/>
        <pc:sldMkLst>
          <pc:docMk/>
          <pc:sldMk cId="0" sldId="353"/>
        </pc:sldMkLst>
        <pc:spChg chg="add mod">
          <ac:chgData name="DING Xuhua" userId="b37d5cc1-442c-4c2d-a466-9ec3d4d1696b" providerId="ADAL" clId="{E4D5D66D-E184-B749-8674-6E1697599CEB}" dt="2025-08-06T04:34:16.656" v="118" actId="478"/>
          <ac:spMkLst>
            <pc:docMk/>
            <pc:sldMk cId="0" sldId="353"/>
            <ac:spMk id="3" creationId="{79FF9174-B05C-29EB-299C-3F6D3C671CA8}"/>
          </ac:spMkLst>
        </pc:spChg>
      </pc:sldChg>
      <pc:sldChg chg="modAnim">
        <pc:chgData name="DING Xuhua" userId="b37d5cc1-442c-4c2d-a466-9ec3d4d1696b" providerId="ADAL" clId="{E4D5D66D-E184-B749-8674-6E1697599CEB}" dt="2025-08-06T04:32:14.082" v="115"/>
        <pc:sldMkLst>
          <pc:docMk/>
          <pc:sldMk cId="3843991391" sldId="369"/>
        </pc:sldMkLst>
      </pc:sldChg>
      <pc:sldChg chg="del">
        <pc:chgData name="DING Xuhua" userId="b37d5cc1-442c-4c2d-a466-9ec3d4d1696b" providerId="ADAL" clId="{E4D5D66D-E184-B749-8674-6E1697599CEB}" dt="2025-08-06T04:54:51.595" v="433" actId="2696"/>
        <pc:sldMkLst>
          <pc:docMk/>
          <pc:sldMk cId="0" sldId="371"/>
        </pc:sldMkLst>
      </pc:sldChg>
      <pc:sldChg chg="addSp modSp modAnim">
        <pc:chgData name="DING Xuhua" userId="b37d5cc1-442c-4c2d-a466-9ec3d4d1696b" providerId="ADAL" clId="{E4D5D66D-E184-B749-8674-6E1697599CEB}" dt="2025-08-06T04:33:29.486" v="116"/>
        <pc:sldMkLst>
          <pc:docMk/>
          <pc:sldMk cId="1652913278" sldId="373"/>
        </pc:sldMkLst>
        <pc:spChg chg="add mod">
          <ac:chgData name="DING Xuhua" userId="b37d5cc1-442c-4c2d-a466-9ec3d4d1696b" providerId="ADAL" clId="{E4D5D66D-E184-B749-8674-6E1697599CEB}" dt="2025-08-06T04:33:29.486" v="116"/>
          <ac:spMkLst>
            <pc:docMk/>
            <pc:sldMk cId="1652913278" sldId="373"/>
            <ac:spMk id="6" creationId="{64CB1953-1926-48AD-E107-12F6801EF137}"/>
          </ac:spMkLst>
        </pc:spChg>
      </pc:sldChg>
      <pc:sldChg chg="del">
        <pc:chgData name="DING Xuhua" userId="b37d5cc1-442c-4c2d-a466-9ec3d4d1696b" providerId="ADAL" clId="{E4D5D66D-E184-B749-8674-6E1697599CEB}" dt="2025-08-06T04:54:51.595" v="433" actId="2696"/>
        <pc:sldMkLst>
          <pc:docMk/>
          <pc:sldMk cId="3657580140" sldId="385"/>
        </pc:sldMkLst>
      </pc:sldChg>
      <pc:sldChg chg="del">
        <pc:chgData name="DING Xuhua" userId="b37d5cc1-442c-4c2d-a466-9ec3d4d1696b" providerId="ADAL" clId="{E4D5D66D-E184-B749-8674-6E1697599CEB}" dt="2025-08-06T02:47:39.186" v="109" actId="2696"/>
        <pc:sldMkLst>
          <pc:docMk/>
          <pc:sldMk cId="2156675450" sldId="390"/>
        </pc:sldMkLst>
      </pc:sldChg>
      <pc:sldChg chg="add">
        <pc:chgData name="DING Xuhua" userId="b37d5cc1-442c-4c2d-a466-9ec3d4d1696b" providerId="ADAL" clId="{E4D5D66D-E184-B749-8674-6E1697599CEB}" dt="2025-08-06T02:44:54.312" v="71"/>
        <pc:sldMkLst>
          <pc:docMk/>
          <pc:sldMk cId="2572840102" sldId="393"/>
        </pc:sldMkLst>
      </pc:sldChg>
      <pc:sldChg chg="modSp">
        <pc:chgData name="DING Xuhua" userId="b37d5cc1-442c-4c2d-a466-9ec3d4d1696b" providerId="ADAL" clId="{E4D5D66D-E184-B749-8674-6E1697599CEB}" dt="2025-08-06T02:48:43.665" v="114" actId="20577"/>
        <pc:sldMkLst>
          <pc:docMk/>
          <pc:sldMk cId="1012006607" sldId="396"/>
        </pc:sldMkLst>
        <pc:graphicFrameChg chg="mod">
          <ac:chgData name="DING Xuhua" userId="b37d5cc1-442c-4c2d-a466-9ec3d4d1696b" providerId="ADAL" clId="{E4D5D66D-E184-B749-8674-6E1697599CEB}" dt="2025-08-06T02:48:43.665" v="114" actId="20577"/>
          <ac:graphicFrameMkLst>
            <pc:docMk/>
            <pc:sldMk cId="1012006607" sldId="396"/>
            <ac:graphicFrameMk id="13" creationId="{E69A6F15-86D4-4DE0-97D0-BE94C5440695}"/>
          </ac:graphicFrameMkLst>
        </pc:graphicFrameChg>
      </pc:sldChg>
      <pc:sldChg chg="modSp mod">
        <pc:chgData name="DING Xuhua" userId="b37d5cc1-442c-4c2d-a466-9ec3d4d1696b" providerId="ADAL" clId="{E4D5D66D-E184-B749-8674-6E1697599CEB}" dt="2025-08-06T04:57:34.275" v="436" actId="21"/>
        <pc:sldMkLst>
          <pc:docMk/>
          <pc:sldMk cId="4118791400" sldId="400"/>
        </pc:sldMkLst>
        <pc:spChg chg="mod">
          <ac:chgData name="DING Xuhua" userId="b37d5cc1-442c-4c2d-a466-9ec3d4d1696b" providerId="ADAL" clId="{E4D5D66D-E184-B749-8674-6E1697599CEB}" dt="2025-08-06T04:57:34.275" v="436" actId="21"/>
          <ac:spMkLst>
            <pc:docMk/>
            <pc:sldMk cId="4118791400" sldId="400"/>
            <ac:spMk id="3" creationId="{C38AAC48-6245-9044-A969-A5E564F0EABF}"/>
          </ac:spMkLst>
        </pc:spChg>
      </pc:sldChg>
      <pc:sldChg chg="delSp modSp mod">
        <pc:chgData name="DING Xuhua" userId="b37d5cc1-442c-4c2d-a466-9ec3d4d1696b" providerId="ADAL" clId="{E4D5D66D-E184-B749-8674-6E1697599CEB}" dt="2025-08-06T04:36:15.166" v="213" actId="20577"/>
        <pc:sldMkLst>
          <pc:docMk/>
          <pc:sldMk cId="3014385540" sldId="401"/>
        </pc:sldMkLst>
        <pc:spChg chg="mod">
          <ac:chgData name="DING Xuhua" userId="b37d5cc1-442c-4c2d-a466-9ec3d4d1696b" providerId="ADAL" clId="{E4D5D66D-E184-B749-8674-6E1697599CEB}" dt="2025-08-06T04:36:15.166" v="213" actId="20577"/>
          <ac:spMkLst>
            <pc:docMk/>
            <pc:sldMk cId="3014385540" sldId="401"/>
            <ac:spMk id="26" creationId="{04209032-31B2-834E-A694-630EA573914D}"/>
          </ac:spMkLst>
        </pc:spChg>
        <pc:cxnChg chg="mod">
          <ac:chgData name="DING Xuhua" userId="b37d5cc1-442c-4c2d-a466-9ec3d4d1696b" providerId="ADAL" clId="{E4D5D66D-E184-B749-8674-6E1697599CEB}" dt="2025-08-06T04:36:15.166" v="213" actId="20577"/>
          <ac:cxnSpMkLst>
            <pc:docMk/>
            <pc:sldMk cId="3014385540" sldId="401"/>
            <ac:cxnSpMk id="29" creationId="{57DE3ED1-B4B1-BC4C-B88A-62255A8ED62D}"/>
          </ac:cxnSpMkLst>
        </pc:cxnChg>
        <pc:cxnChg chg="mod">
          <ac:chgData name="DING Xuhua" userId="b37d5cc1-442c-4c2d-a466-9ec3d4d1696b" providerId="ADAL" clId="{E4D5D66D-E184-B749-8674-6E1697599CEB}" dt="2025-08-06T04:36:15.166" v="213" actId="20577"/>
          <ac:cxnSpMkLst>
            <pc:docMk/>
            <pc:sldMk cId="3014385540" sldId="401"/>
            <ac:cxnSpMk id="31" creationId="{5A216A5A-2644-6F4F-959D-19CE4B0ED8C3}"/>
          </ac:cxnSpMkLst>
        </pc:cxnChg>
      </pc:sldChg>
      <pc:sldChg chg="modSp mod">
        <pc:chgData name="DING Xuhua" userId="b37d5cc1-442c-4c2d-a466-9ec3d4d1696b" providerId="ADAL" clId="{E4D5D66D-E184-B749-8674-6E1697599CEB}" dt="2025-08-06T02:46:53.107" v="107" actId="20577"/>
        <pc:sldMkLst>
          <pc:docMk/>
          <pc:sldMk cId="3138581357" sldId="452"/>
        </pc:sldMkLst>
        <pc:spChg chg="mod">
          <ac:chgData name="DING Xuhua" userId="b37d5cc1-442c-4c2d-a466-9ec3d4d1696b" providerId="ADAL" clId="{E4D5D66D-E184-B749-8674-6E1697599CEB}" dt="2025-08-06T02:46:53.107" v="107" actId="20577"/>
          <ac:spMkLst>
            <pc:docMk/>
            <pc:sldMk cId="3138581357" sldId="452"/>
            <ac:spMk id="2" creationId="{00000000-0000-0000-0000-000000000000}"/>
          </ac:spMkLst>
        </pc:spChg>
      </pc:sldChg>
      <pc:sldChg chg="delSp modSp mod">
        <pc:chgData name="DING Xuhua" userId="b37d5cc1-442c-4c2d-a466-9ec3d4d1696b" providerId="ADAL" clId="{E4D5D66D-E184-B749-8674-6E1697599CEB}" dt="2025-08-06T04:37:10.347" v="214" actId="478"/>
        <pc:sldMkLst>
          <pc:docMk/>
          <pc:sldMk cId="3861729129" sldId="453"/>
        </pc:sldMkLst>
        <pc:spChg chg="mod">
          <ac:chgData name="DING Xuhua" userId="b37d5cc1-442c-4c2d-a466-9ec3d4d1696b" providerId="ADAL" clId="{E4D5D66D-E184-B749-8674-6E1697599CEB}" dt="2025-08-06T02:46:43.639" v="90" actId="20577"/>
          <ac:spMkLst>
            <pc:docMk/>
            <pc:sldMk cId="3861729129" sldId="453"/>
            <ac:spMk id="2" creationId="{00000000-0000-0000-0000-000000000000}"/>
          </ac:spMkLst>
        </pc:spChg>
      </pc:sldChg>
      <pc:sldChg chg="del">
        <pc:chgData name="DING Xuhua" userId="b37d5cc1-442c-4c2d-a466-9ec3d4d1696b" providerId="ADAL" clId="{E4D5D66D-E184-B749-8674-6E1697599CEB}" dt="2025-08-06T02:40:23.189" v="70" actId="2696"/>
        <pc:sldMkLst>
          <pc:docMk/>
          <pc:sldMk cId="3703241942" sldId="454"/>
        </pc:sldMkLst>
      </pc:sldChg>
      <pc:sldChg chg="del">
        <pc:chgData name="DING Xuhua" userId="b37d5cc1-442c-4c2d-a466-9ec3d4d1696b" providerId="ADAL" clId="{E4D5D66D-E184-B749-8674-6E1697599CEB}" dt="2025-08-06T04:33:33.177" v="117" actId="2696"/>
        <pc:sldMkLst>
          <pc:docMk/>
          <pc:sldMk cId="2228211636" sldId="455"/>
        </pc:sldMkLst>
      </pc:sldChg>
      <pc:sldChg chg="modSp mod">
        <pc:chgData name="DING Xuhua" userId="b37d5cc1-442c-4c2d-a466-9ec3d4d1696b" providerId="ADAL" clId="{E4D5D66D-E184-B749-8674-6E1697599CEB}" dt="2025-08-06T02:38:10.418" v="68" actId="20577"/>
        <pc:sldMkLst>
          <pc:docMk/>
          <pc:sldMk cId="3202044950" sldId="456"/>
        </pc:sldMkLst>
        <pc:spChg chg="mod">
          <ac:chgData name="DING Xuhua" userId="b37d5cc1-442c-4c2d-a466-9ec3d4d1696b" providerId="ADAL" clId="{E4D5D66D-E184-B749-8674-6E1697599CEB}" dt="2025-08-06T02:37:40.543" v="51" actId="1076"/>
          <ac:spMkLst>
            <pc:docMk/>
            <pc:sldMk cId="3202044950" sldId="456"/>
            <ac:spMk id="2" creationId="{6A48421D-564F-EF47-9CD0-DE4ADF6AEBE8}"/>
          </ac:spMkLst>
        </pc:spChg>
        <pc:spChg chg="mod">
          <ac:chgData name="DING Xuhua" userId="b37d5cc1-442c-4c2d-a466-9ec3d4d1696b" providerId="ADAL" clId="{E4D5D66D-E184-B749-8674-6E1697599CEB}" dt="2025-08-06T02:38:10.418" v="68" actId="20577"/>
          <ac:spMkLst>
            <pc:docMk/>
            <pc:sldMk cId="3202044950" sldId="456"/>
            <ac:spMk id="3" creationId="{9D7ACFE6-BF47-9949-90DC-744FDED2DE53}"/>
          </ac:spMkLst>
        </pc:spChg>
        <pc:graphicFrameChg chg="modGraphic">
          <ac:chgData name="DING Xuhua" userId="b37d5cc1-442c-4c2d-a466-9ec3d4d1696b" providerId="ADAL" clId="{E4D5D66D-E184-B749-8674-6E1697599CEB}" dt="2025-08-06T02:37:30.755" v="50" actId="14100"/>
          <ac:graphicFrameMkLst>
            <pc:docMk/>
            <pc:sldMk cId="3202044950" sldId="456"/>
            <ac:graphicFrameMk id="7" creationId="{0BD529F1-9690-2044-9F55-F1F7A2701C8B}"/>
          </ac:graphicFrameMkLst>
        </pc:graphicFrameChg>
      </pc:sldChg>
      <pc:sldChg chg="del">
        <pc:chgData name="DING Xuhua" userId="b37d5cc1-442c-4c2d-a466-9ec3d4d1696b" providerId="ADAL" clId="{E4D5D66D-E184-B749-8674-6E1697599CEB}" dt="2025-08-06T02:39:08.855" v="69" actId="2696"/>
        <pc:sldMkLst>
          <pc:docMk/>
          <pc:sldMk cId="1472973406" sldId="457"/>
        </pc:sldMkLst>
      </pc:sldChg>
      <pc:sldChg chg="del">
        <pc:chgData name="DING Xuhua" userId="b37d5cc1-442c-4c2d-a466-9ec3d4d1696b" providerId="ADAL" clId="{E4D5D66D-E184-B749-8674-6E1697599CEB}" dt="2025-08-06T02:45:21.879" v="72" actId="2696"/>
        <pc:sldMkLst>
          <pc:docMk/>
          <pc:sldMk cId="3589411704" sldId="458"/>
        </pc:sldMkLst>
      </pc:sldChg>
      <pc:sldChg chg="del">
        <pc:chgData name="DING Xuhua" userId="b37d5cc1-442c-4c2d-a466-9ec3d4d1696b" providerId="ADAL" clId="{E4D5D66D-E184-B749-8674-6E1697599CEB}" dt="2025-08-06T04:50:43.883" v="432" actId="2696"/>
        <pc:sldMkLst>
          <pc:docMk/>
          <pc:sldMk cId="3671186398" sldId="459"/>
        </pc:sldMkLst>
      </pc:sldChg>
      <pc:sldChg chg="del">
        <pc:chgData name="DING Xuhua" userId="b37d5cc1-442c-4c2d-a466-9ec3d4d1696b" providerId="ADAL" clId="{E4D5D66D-E184-B749-8674-6E1697599CEB}" dt="2025-08-06T02:47:25.192" v="108" actId="2696"/>
        <pc:sldMkLst>
          <pc:docMk/>
          <pc:sldMk cId="3284585870" sldId="460"/>
        </pc:sldMkLst>
      </pc:sldChg>
      <pc:sldChg chg="add">
        <pc:chgData name="DING Xuhua" userId="b37d5cc1-442c-4c2d-a466-9ec3d4d1696b" providerId="ADAL" clId="{E4D5D66D-E184-B749-8674-6E1697599CEB}" dt="2025-08-06T02:46:15.983" v="73"/>
        <pc:sldMkLst>
          <pc:docMk/>
          <pc:sldMk cId="3800485245" sldId="461"/>
        </pc:sldMkLst>
      </pc:sldChg>
      <pc:sldChg chg="addSp modSp add mod ord modAnim">
        <pc:chgData name="DING Xuhua" userId="b37d5cc1-442c-4c2d-a466-9ec3d4d1696b" providerId="ADAL" clId="{E4D5D66D-E184-B749-8674-6E1697599CEB}" dt="2025-08-06T04:49:40.264" v="418" actId="20577"/>
        <pc:sldMkLst>
          <pc:docMk/>
          <pc:sldMk cId="710038605" sldId="462"/>
        </pc:sldMkLst>
        <pc:spChg chg="mod">
          <ac:chgData name="DING Xuhua" userId="b37d5cc1-442c-4c2d-a466-9ec3d4d1696b" providerId="ADAL" clId="{E4D5D66D-E184-B749-8674-6E1697599CEB}" dt="2025-08-06T04:49:40.264" v="418" actId="20577"/>
          <ac:spMkLst>
            <pc:docMk/>
            <pc:sldMk cId="710038605" sldId="462"/>
            <ac:spMk id="2" creationId="{63051C85-18AB-DEDE-9DEF-D0E4378967E3}"/>
          </ac:spMkLst>
        </pc:spChg>
        <pc:spChg chg="add mod">
          <ac:chgData name="DING Xuhua" userId="b37d5cc1-442c-4c2d-a466-9ec3d4d1696b" providerId="ADAL" clId="{E4D5D66D-E184-B749-8674-6E1697599CEB}" dt="2025-08-06T04:40:56.528" v="290" actId="1037"/>
          <ac:spMkLst>
            <pc:docMk/>
            <pc:sldMk cId="710038605" sldId="462"/>
            <ac:spMk id="4" creationId="{BE571F13-68D0-3A86-7D33-1E061D572EB2}"/>
          </ac:spMkLst>
        </pc:spChg>
        <pc:spChg chg="add mod">
          <ac:chgData name="DING Xuhua" userId="b37d5cc1-442c-4c2d-a466-9ec3d4d1696b" providerId="ADAL" clId="{E4D5D66D-E184-B749-8674-6E1697599CEB}" dt="2025-08-06T04:41:09.126" v="292" actId="1076"/>
          <ac:spMkLst>
            <pc:docMk/>
            <pc:sldMk cId="710038605" sldId="462"/>
            <ac:spMk id="9" creationId="{BF4F6EDB-E473-93B3-72CF-CD3173E042DC}"/>
          </ac:spMkLst>
        </pc:spChg>
        <pc:spChg chg="add mod">
          <ac:chgData name="DING Xuhua" userId="b37d5cc1-442c-4c2d-a466-9ec3d4d1696b" providerId="ADAL" clId="{E4D5D66D-E184-B749-8674-6E1697599CEB}" dt="2025-08-06T04:41:41.624" v="304" actId="1035"/>
          <ac:spMkLst>
            <pc:docMk/>
            <pc:sldMk cId="710038605" sldId="462"/>
            <ac:spMk id="10" creationId="{881E2319-55ED-D127-8576-AB613C369657}"/>
          </ac:spMkLst>
        </pc:spChg>
        <pc:spChg chg="add mod">
          <ac:chgData name="DING Xuhua" userId="b37d5cc1-442c-4c2d-a466-9ec3d4d1696b" providerId="ADAL" clId="{E4D5D66D-E184-B749-8674-6E1697599CEB}" dt="2025-08-06T04:41:23.045" v="297" actId="1035"/>
          <ac:spMkLst>
            <pc:docMk/>
            <pc:sldMk cId="710038605" sldId="462"/>
            <ac:spMk id="11" creationId="{2968B74E-3607-9129-250F-AE234978D92A}"/>
          </ac:spMkLst>
        </pc:spChg>
        <pc:spChg chg="add mod">
          <ac:chgData name="DING Xuhua" userId="b37d5cc1-442c-4c2d-a466-9ec3d4d1696b" providerId="ADAL" clId="{E4D5D66D-E184-B749-8674-6E1697599CEB}" dt="2025-08-06T04:41:36.579" v="301" actId="14100"/>
          <ac:spMkLst>
            <pc:docMk/>
            <pc:sldMk cId="710038605" sldId="462"/>
            <ac:spMk id="12" creationId="{766955B5-AD6E-7635-9676-F5E8B2088F75}"/>
          </ac:spMkLst>
        </pc:spChg>
        <pc:graphicFrameChg chg="mod modGraphic">
          <ac:chgData name="DING Xuhua" userId="b37d5cc1-442c-4c2d-a466-9ec3d4d1696b" providerId="ADAL" clId="{E4D5D66D-E184-B749-8674-6E1697599CEB}" dt="2025-08-06T04:40:23.843" v="280" actId="14100"/>
          <ac:graphicFrameMkLst>
            <pc:docMk/>
            <pc:sldMk cId="710038605" sldId="462"/>
            <ac:graphicFrameMk id="6" creationId="{82D273D2-52E6-5ED3-E30B-A496243F1100}"/>
          </ac:graphicFrameMkLst>
        </pc:graphicFrameChg>
        <pc:graphicFrameChg chg="modGraphic">
          <ac:chgData name="DING Xuhua" userId="b37d5cc1-442c-4c2d-a466-9ec3d4d1696b" providerId="ADAL" clId="{E4D5D66D-E184-B749-8674-6E1697599CEB}" dt="2025-08-06T04:39:49.587" v="232" actId="20577"/>
          <ac:graphicFrameMkLst>
            <pc:docMk/>
            <pc:sldMk cId="710038605" sldId="462"/>
            <ac:graphicFrameMk id="7" creationId="{F5281CC9-81DF-7C7A-610D-F2C29AC5EA10}"/>
          </ac:graphicFrameMkLst>
        </pc:graphicFrameChg>
      </pc:sldChg>
      <pc:sldChg chg="modSp add mod modAnim">
        <pc:chgData name="DING Xuhua" userId="b37d5cc1-442c-4c2d-a466-9ec3d4d1696b" providerId="ADAL" clId="{E4D5D66D-E184-B749-8674-6E1697599CEB}" dt="2025-08-06T04:49:48.884" v="431" actId="20577"/>
        <pc:sldMkLst>
          <pc:docMk/>
          <pc:sldMk cId="905987669" sldId="463"/>
        </pc:sldMkLst>
        <pc:spChg chg="mod">
          <ac:chgData name="DING Xuhua" userId="b37d5cc1-442c-4c2d-a466-9ec3d4d1696b" providerId="ADAL" clId="{E4D5D66D-E184-B749-8674-6E1697599CEB}" dt="2025-08-06T04:49:48.884" v="431" actId="20577"/>
          <ac:spMkLst>
            <pc:docMk/>
            <pc:sldMk cId="905987669" sldId="463"/>
            <ac:spMk id="2" creationId="{63051C85-18AB-DEDE-9DEF-D0E4378967E3}"/>
          </ac:spMkLst>
        </pc:spChg>
        <pc:spChg chg="mod">
          <ac:chgData name="DING Xuhua" userId="b37d5cc1-442c-4c2d-a466-9ec3d4d1696b" providerId="ADAL" clId="{E4D5D66D-E184-B749-8674-6E1697599CEB}" dt="2025-08-06T04:45:51.566" v="375" actId="1036"/>
          <ac:spMkLst>
            <pc:docMk/>
            <pc:sldMk cId="905987669" sldId="463"/>
            <ac:spMk id="4" creationId="{BE571F13-68D0-3A86-7D33-1E061D572EB2}"/>
          </ac:spMkLst>
        </pc:spChg>
        <pc:spChg chg="mod">
          <ac:chgData name="DING Xuhua" userId="b37d5cc1-442c-4c2d-a466-9ec3d4d1696b" providerId="ADAL" clId="{E4D5D66D-E184-B749-8674-6E1697599CEB}" dt="2025-08-06T04:47:15.870" v="403" actId="1035"/>
          <ac:spMkLst>
            <pc:docMk/>
            <pc:sldMk cId="905987669" sldId="463"/>
            <ac:spMk id="8" creationId="{AEAF9E01-2F58-96BC-7B6B-1638F3D7D819}"/>
          </ac:spMkLst>
        </pc:spChg>
        <pc:spChg chg="mod">
          <ac:chgData name="DING Xuhua" userId="b37d5cc1-442c-4c2d-a466-9ec3d4d1696b" providerId="ADAL" clId="{E4D5D66D-E184-B749-8674-6E1697599CEB}" dt="2025-08-06T04:45:58.705" v="376" actId="1076"/>
          <ac:spMkLst>
            <pc:docMk/>
            <pc:sldMk cId="905987669" sldId="463"/>
            <ac:spMk id="10" creationId="{881E2319-55ED-D127-8576-AB613C369657}"/>
          </ac:spMkLst>
        </pc:spChg>
        <pc:spChg chg="mod">
          <ac:chgData name="DING Xuhua" userId="b37d5cc1-442c-4c2d-a466-9ec3d4d1696b" providerId="ADAL" clId="{E4D5D66D-E184-B749-8674-6E1697599CEB}" dt="2025-08-06T04:46:04.590" v="377" actId="1076"/>
          <ac:spMkLst>
            <pc:docMk/>
            <pc:sldMk cId="905987669" sldId="463"/>
            <ac:spMk id="11" creationId="{2968B74E-3607-9129-250F-AE234978D92A}"/>
          </ac:spMkLst>
        </pc:spChg>
        <pc:spChg chg="mod">
          <ac:chgData name="DING Xuhua" userId="b37d5cc1-442c-4c2d-a466-9ec3d4d1696b" providerId="ADAL" clId="{E4D5D66D-E184-B749-8674-6E1697599CEB}" dt="2025-08-06T04:46:07.144" v="378" actId="1076"/>
          <ac:spMkLst>
            <pc:docMk/>
            <pc:sldMk cId="905987669" sldId="463"/>
            <ac:spMk id="12" creationId="{766955B5-AD6E-7635-9676-F5E8B2088F75}"/>
          </ac:spMkLst>
        </pc:spChg>
        <pc:graphicFrameChg chg="modGraphic">
          <ac:chgData name="DING Xuhua" userId="b37d5cc1-442c-4c2d-a466-9ec3d4d1696b" providerId="ADAL" clId="{E4D5D66D-E184-B749-8674-6E1697599CEB}" dt="2025-08-06T04:46:52.640" v="397" actId="113"/>
          <ac:graphicFrameMkLst>
            <pc:docMk/>
            <pc:sldMk cId="905987669" sldId="463"/>
            <ac:graphicFrameMk id="7" creationId="{F5281CC9-81DF-7C7A-610D-F2C29AC5EA10}"/>
          </ac:graphicFrameMkLst>
        </pc:graphicFrameChg>
      </pc:sldChg>
    </pc:docChg>
  </pc:docChgLst>
  <pc:docChgLst>
    <pc:chgData name="Guomin" userId="dccf0981-1625-43db-a7d9-40d73e3f3472" providerId="ADAL" clId="{0AF942D3-6A7B-4F57-BC54-BBAF0E9A878C}"/>
    <pc:docChg chg="modSld">
      <pc:chgData name="Guomin" userId="dccf0981-1625-43db-a7d9-40d73e3f3472" providerId="ADAL" clId="{0AF942D3-6A7B-4F57-BC54-BBAF0E9A878C}" dt="2023-08-17T06:27:09.858" v="33" actId="113"/>
      <pc:docMkLst>
        <pc:docMk/>
      </pc:docMkLst>
      <pc:sldChg chg="modSp mod">
        <pc:chgData name="Guomin" userId="dccf0981-1625-43db-a7d9-40d73e3f3472" providerId="ADAL" clId="{0AF942D3-6A7B-4F57-BC54-BBAF0E9A878C}" dt="2023-08-17T06:22:33.224" v="0" actId="14100"/>
        <pc:sldMkLst>
          <pc:docMk/>
          <pc:sldMk cId="53890468" sldId="391"/>
        </pc:sldMkLst>
      </pc:sldChg>
      <pc:sldChg chg="modSp mod">
        <pc:chgData name="Guomin" userId="dccf0981-1625-43db-a7d9-40d73e3f3472" providerId="ADAL" clId="{0AF942D3-6A7B-4F57-BC54-BBAF0E9A878C}" dt="2023-08-17T06:25:16.966" v="25" actId="1036"/>
        <pc:sldMkLst>
          <pc:docMk/>
          <pc:sldMk cId="494663303" sldId="399"/>
        </pc:sldMkLst>
      </pc:sldChg>
      <pc:sldChg chg="modSp mod">
        <pc:chgData name="Guomin" userId="dccf0981-1625-43db-a7d9-40d73e3f3472" providerId="ADAL" clId="{0AF942D3-6A7B-4F57-BC54-BBAF0E9A878C}" dt="2023-08-17T06:26:31.090" v="31" actId="20577"/>
        <pc:sldMkLst>
          <pc:docMk/>
          <pc:sldMk cId="3138581357" sldId="452"/>
        </pc:sldMkLst>
      </pc:sldChg>
      <pc:sldChg chg="modSp mod">
        <pc:chgData name="Guomin" userId="dccf0981-1625-43db-a7d9-40d73e3f3472" providerId="ADAL" clId="{0AF942D3-6A7B-4F57-BC54-BBAF0E9A878C}" dt="2023-08-17T06:26:08.728" v="28" actId="20577"/>
        <pc:sldMkLst>
          <pc:docMk/>
          <pc:sldMk cId="3861729129" sldId="453"/>
        </pc:sldMkLst>
      </pc:sldChg>
      <pc:sldChg chg="modSp mod">
        <pc:chgData name="Guomin" userId="dccf0981-1625-43db-a7d9-40d73e3f3472" providerId="ADAL" clId="{0AF942D3-6A7B-4F57-BC54-BBAF0E9A878C}" dt="2023-08-17T06:27:09.858" v="33" actId="113"/>
        <pc:sldMkLst>
          <pc:docMk/>
          <pc:sldMk cId="3703241942" sldId="454"/>
        </pc:sldMkLst>
      </pc:sldChg>
    </pc:docChg>
  </pc:docChgLst>
  <pc:docChgLst>
    <pc:chgData name="YANG Guomin" userId="dccf0981-1625-43db-a7d9-40d73e3f3472" providerId="ADAL" clId="{5936AC54-F423-6E45-AF3F-897BFAE629B0}"/>
    <pc:docChg chg="undo custSel addSld delSld modSld sldOrd modMainMaster modSection">
      <pc:chgData name="YANG Guomin" userId="dccf0981-1625-43db-a7d9-40d73e3f3472" providerId="ADAL" clId="{5936AC54-F423-6E45-AF3F-897BFAE629B0}" dt="2023-01-11T07:26:11.446" v="1072" actId="1076"/>
      <pc:docMkLst>
        <pc:docMk/>
      </pc:docMkLst>
      <pc:sldChg chg="delSp modSp add mod modTransition">
        <pc:chgData name="YANG Guomin" userId="dccf0981-1625-43db-a7d9-40d73e3f3472" providerId="ADAL" clId="{5936AC54-F423-6E45-AF3F-897BFAE629B0}" dt="2023-01-11T06:57:05.836" v="1023" actId="478"/>
        <pc:sldMkLst>
          <pc:docMk/>
          <pc:sldMk cId="4236982252" sldId="365"/>
        </pc:sldMkLst>
      </pc:sldChg>
      <pc:sldChg chg="addSp modSp add mod">
        <pc:chgData name="YANG Guomin" userId="dccf0981-1625-43db-a7d9-40d73e3f3472" providerId="ADAL" clId="{5936AC54-F423-6E45-AF3F-897BFAE629B0}" dt="2023-01-11T06:58:50.646" v="1053" actId="20577"/>
        <pc:sldMkLst>
          <pc:docMk/>
          <pc:sldMk cId="3843991391" sldId="369"/>
        </pc:sldMkLst>
      </pc:sldChg>
      <pc:sldChg chg="modSp mod">
        <pc:chgData name="YANG Guomin" userId="dccf0981-1625-43db-a7d9-40d73e3f3472" providerId="ADAL" clId="{5936AC54-F423-6E45-AF3F-897BFAE629B0}" dt="2023-01-11T07:25:59.152" v="1070" actId="207"/>
        <pc:sldMkLst>
          <pc:docMk/>
          <pc:sldMk cId="0" sldId="371"/>
        </pc:sldMkLst>
      </pc:sldChg>
      <pc:sldChg chg="delSp mod delAnim">
        <pc:chgData name="YANG Guomin" userId="dccf0981-1625-43db-a7d9-40d73e3f3472" providerId="ADAL" clId="{5936AC54-F423-6E45-AF3F-897BFAE629B0}" dt="2023-01-11T06:59:30.835" v="1055" actId="478"/>
        <pc:sldMkLst>
          <pc:docMk/>
          <pc:sldMk cId="1652913278" sldId="373"/>
        </pc:sldMkLst>
      </pc:sldChg>
      <pc:sldChg chg="delSp modSp mod">
        <pc:chgData name="YANG Guomin" userId="dccf0981-1625-43db-a7d9-40d73e3f3472" providerId="ADAL" clId="{5936AC54-F423-6E45-AF3F-897BFAE629B0}" dt="2023-01-11T07:26:11.446" v="1072" actId="1076"/>
        <pc:sldMkLst>
          <pc:docMk/>
          <pc:sldMk cId="3657580140" sldId="385"/>
        </pc:sldMkLst>
      </pc:sldChg>
      <pc:sldChg chg="modSp mod">
        <pc:chgData name="YANG Guomin" userId="dccf0981-1625-43db-a7d9-40d73e3f3472" providerId="ADAL" clId="{5936AC54-F423-6E45-AF3F-897BFAE629B0}" dt="2023-01-10T06:36:57.106" v="51" actId="14100"/>
        <pc:sldMkLst>
          <pc:docMk/>
          <pc:sldMk cId="4054323519" sldId="387"/>
        </pc:sldMkLst>
      </pc:sldChg>
      <pc:sldChg chg="modSp mod">
        <pc:chgData name="YANG Guomin" userId="dccf0981-1625-43db-a7d9-40d73e3f3472" providerId="ADAL" clId="{5936AC54-F423-6E45-AF3F-897BFAE629B0}" dt="2023-01-11T07:21:44.163" v="1065" actId="20577"/>
        <pc:sldMkLst>
          <pc:docMk/>
          <pc:sldMk cId="2156675450" sldId="390"/>
        </pc:sldMkLst>
      </pc:sldChg>
      <pc:sldChg chg="modSp">
        <pc:chgData name="YANG Guomin" userId="dccf0981-1625-43db-a7d9-40d73e3f3472" providerId="ADAL" clId="{5936AC54-F423-6E45-AF3F-897BFAE629B0}" dt="2023-01-10T06:31:48.313" v="6" actId="20577"/>
        <pc:sldMkLst>
          <pc:docMk/>
          <pc:sldMk cId="1012006607" sldId="396"/>
        </pc:sldMkLst>
      </pc:sldChg>
      <pc:sldChg chg="modSp mod">
        <pc:chgData name="YANG Guomin" userId="dccf0981-1625-43db-a7d9-40d73e3f3472" providerId="ADAL" clId="{5936AC54-F423-6E45-AF3F-897BFAE629B0}" dt="2023-01-10T06:58:02.803" v="919" actId="20577"/>
        <pc:sldMkLst>
          <pc:docMk/>
          <pc:sldMk cId="4118791400" sldId="400"/>
        </pc:sldMkLst>
      </pc:sldChg>
      <pc:sldChg chg="addSp delSp modSp add mod">
        <pc:chgData name="YANG Guomin" userId="dccf0981-1625-43db-a7d9-40d73e3f3472" providerId="ADAL" clId="{5936AC54-F423-6E45-AF3F-897BFAE629B0}" dt="2023-01-10T07:05:34.976" v="954"/>
        <pc:sldMkLst>
          <pc:docMk/>
          <pc:sldMk cId="3138581357" sldId="452"/>
        </pc:sldMkLst>
      </pc:sldChg>
      <pc:sldChg chg="addSp delSp modSp add mod ord">
        <pc:chgData name="YANG Guomin" userId="dccf0981-1625-43db-a7d9-40d73e3f3472" providerId="ADAL" clId="{5936AC54-F423-6E45-AF3F-897BFAE629B0}" dt="2023-01-10T07:05:26.681" v="953" actId="692"/>
        <pc:sldMkLst>
          <pc:docMk/>
          <pc:sldMk cId="3861729129" sldId="453"/>
        </pc:sldMkLst>
      </pc:sldChg>
      <pc:sldChg chg="delSp modSp add mod">
        <pc:chgData name="YANG Guomin" userId="dccf0981-1625-43db-a7d9-40d73e3f3472" providerId="ADAL" clId="{5936AC54-F423-6E45-AF3F-897BFAE629B0}" dt="2023-01-10T07:26:28.387" v="969" actId="20577"/>
        <pc:sldMkLst>
          <pc:docMk/>
          <pc:sldMk cId="3703241942" sldId="454"/>
        </pc:sldMkLst>
      </pc:sldChg>
      <pc:sldChg chg="modSp new del mod ord">
        <pc:chgData name="YANG Guomin" userId="dccf0981-1625-43db-a7d9-40d73e3f3472" providerId="ADAL" clId="{5936AC54-F423-6E45-AF3F-897BFAE629B0}" dt="2023-01-10T06:45:55.439" v="235" actId="2696"/>
        <pc:sldMkLst>
          <pc:docMk/>
          <pc:sldMk cId="4065010252" sldId="454"/>
        </pc:sldMkLst>
      </pc:sldChg>
      <pc:sldChg chg="add">
        <pc:chgData name="YANG Guomin" userId="dccf0981-1625-43db-a7d9-40d73e3f3472" providerId="ADAL" clId="{5936AC54-F423-6E45-AF3F-897BFAE629B0}" dt="2023-01-11T06:59:25.296" v="1054"/>
        <pc:sldMkLst>
          <pc:docMk/>
          <pc:sldMk cId="2228211636" sldId="455"/>
        </pc:sldMkLst>
      </pc:sldChg>
      <pc:sldMasterChg chg="delSp mod">
        <pc:chgData name="YANG Guomin" userId="dccf0981-1625-43db-a7d9-40d73e3f3472" providerId="ADAL" clId="{5936AC54-F423-6E45-AF3F-897BFAE629B0}" dt="2023-01-11T06:51:53.530" v="970" actId="478"/>
        <pc:sldMasterMkLst>
          <pc:docMk/>
          <pc:sldMasterMk cId="3286693295" sldId="2147483792"/>
        </pc:sldMasterMkLst>
      </pc:sldMasterChg>
    </pc:docChg>
  </pc:docChgLst>
  <pc:docChgLst>
    <pc:chgData name="YANG Guomin" userId="dccf0981-1625-43db-a7d9-40d73e3f3472" providerId="ADAL" clId="{86662EBF-5586-4DD5-ADBD-D6FAD4BB0371}"/>
    <pc:docChg chg="undo custSel addSld modSld modMainMaster">
      <pc:chgData name="YANG Guomin" userId="dccf0981-1625-43db-a7d9-40d73e3f3472" providerId="ADAL" clId="{86662EBF-5586-4DD5-ADBD-D6FAD4BB0371}" dt="2025-08-19T03:07:00.938" v="49" actId="20577"/>
      <pc:docMkLst>
        <pc:docMk/>
      </pc:docMkLst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1140577161" sldId="295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140577161" sldId="295"/>
            <ac:spMk id="3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140577161" sldId="295"/>
            <ac:spMk id="4" creationId="{00000000-0000-0000-0000-000000000000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4198955368" sldId="296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198955368" sldId="296"/>
            <ac:spMk id="2" creationId="{00000000-0000-0000-0000-000000000000}"/>
          </ac:spMkLst>
        </pc:spChg>
      </pc:sldChg>
      <pc:sldChg chg="modSp mod">
        <pc:chgData name="YANG Guomin" userId="dccf0981-1625-43db-a7d9-40d73e3f3472" providerId="ADAL" clId="{86662EBF-5586-4DD5-ADBD-D6FAD4BB0371}" dt="2025-08-12T05:28:35.607" v="5"/>
        <pc:sldMkLst>
          <pc:docMk/>
          <pc:sldMk cId="0" sldId="325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0" sldId="325"/>
            <ac:spMk id="118786" creationId="{00000000-0000-0000-0000-000000000000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0" sldId="353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0" sldId="353"/>
            <ac:spMk id="3" creationId="{79FF9174-B05C-29EB-299C-3F6D3C671CA8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0" sldId="353"/>
            <ac:spMk id="154628" creationId="{00000000-0000-0000-0000-000000000000}"/>
          </ac:spMkLst>
        </pc:spChg>
      </pc:sldChg>
      <pc:sldChg chg="addSp modSp">
        <pc:chgData name="YANG Guomin" userId="dccf0981-1625-43db-a7d9-40d73e3f3472" providerId="ADAL" clId="{86662EBF-5586-4DD5-ADBD-D6FAD4BB0371}" dt="2025-08-12T05:33:37.678" v="12"/>
        <pc:sldMkLst>
          <pc:docMk/>
          <pc:sldMk cId="4236982252" sldId="365"/>
        </pc:sldMkLst>
        <pc:spChg chg="add mod">
          <ac:chgData name="YANG Guomin" userId="dccf0981-1625-43db-a7d9-40d73e3f3472" providerId="ADAL" clId="{86662EBF-5586-4DD5-ADBD-D6FAD4BB0371}" dt="2025-08-12T05:33:37.678" v="12"/>
          <ac:spMkLst>
            <pc:docMk/>
            <pc:sldMk cId="4236982252" sldId="365"/>
            <ac:spMk id="3" creationId="{30F37EDF-E3DC-E228-021B-F3DFDB603C04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841896390" sldId="366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841896390" sldId="366"/>
            <ac:spMk id="5" creationId="{8F07C899-ACCC-9842-AA5A-A6747570A67D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841896390" sldId="366"/>
            <ac:spMk id="20484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841896390" sldId="366"/>
            <ac:spMk id="20485" creationId="{00000000-0000-0000-0000-000000000000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0" sldId="367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0" sldId="367"/>
            <ac:spMk id="179202" creationId="{00000000-0000-0000-0000-000000000000}"/>
          </ac:spMkLst>
        </pc:spChg>
      </pc:sldChg>
      <pc:sldChg chg="modSp add mod">
        <pc:chgData name="YANG Guomin" userId="dccf0981-1625-43db-a7d9-40d73e3f3472" providerId="ADAL" clId="{86662EBF-5586-4DD5-ADBD-D6FAD4BB0371}" dt="2025-08-18T02:32:57.568" v="48" actId="20577"/>
        <pc:sldMkLst>
          <pc:docMk/>
          <pc:sldMk cId="0" sldId="371"/>
        </pc:sldMkLst>
        <pc:spChg chg="mod">
          <ac:chgData name="YANG Guomin" userId="dccf0981-1625-43db-a7d9-40d73e3f3472" providerId="ADAL" clId="{86662EBF-5586-4DD5-ADBD-D6FAD4BB0371}" dt="2025-08-18T02:32:57.568" v="48" actId="20577"/>
          <ac:spMkLst>
            <pc:docMk/>
            <pc:sldMk cId="0" sldId="371"/>
            <ac:spMk id="183299" creationId="{00000000-0000-0000-0000-000000000000}"/>
          </ac:spMkLst>
        </pc:spChg>
      </pc:sldChg>
      <pc:sldChg chg="modSp mod">
        <pc:chgData name="YANG Guomin" userId="dccf0981-1625-43db-a7d9-40d73e3f3472" providerId="ADAL" clId="{86662EBF-5586-4DD5-ADBD-D6FAD4BB0371}" dt="2025-08-12T05:32:43.270" v="11" actId="1076"/>
        <pc:sldMkLst>
          <pc:docMk/>
          <pc:sldMk cId="1652913278" sldId="373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652913278" sldId="373"/>
            <ac:spMk id="5" creationId="{6632D91C-D0C7-964D-B920-CB5BEF5EA093}"/>
          </ac:spMkLst>
        </pc:spChg>
        <pc:spChg chg="mod">
          <ac:chgData name="YANG Guomin" userId="dccf0981-1625-43db-a7d9-40d73e3f3472" providerId="ADAL" clId="{86662EBF-5586-4DD5-ADBD-D6FAD4BB0371}" dt="2025-08-12T05:32:43.270" v="11" actId="1076"/>
          <ac:spMkLst>
            <pc:docMk/>
            <pc:sldMk cId="1652913278" sldId="373"/>
            <ac:spMk id="6" creationId="{64CB1953-1926-48AD-E107-12F6801EF137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652913278" sldId="373"/>
            <ac:spMk id="186370" creationId="{00000000-0000-0000-0000-000000000000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1285872097" sldId="376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285872097" sldId="376"/>
            <ac:spMk id="4" creationId="{8BE07E3A-79C4-2149-B90A-D80894350688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285872097" sldId="376"/>
            <ac:spMk id="11268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285872097" sldId="376"/>
            <ac:spMk id="11269" creationId="{00000000-0000-0000-0000-000000000000}"/>
          </ac:spMkLst>
        </pc:spChg>
      </pc:sldChg>
      <pc:sldChg chg="modSp mod">
        <pc:chgData name="YANG Guomin" userId="dccf0981-1625-43db-a7d9-40d73e3f3472" providerId="ADAL" clId="{86662EBF-5586-4DD5-ADBD-D6FAD4BB0371}" dt="2025-08-12T05:31:02.549" v="6" actId="207"/>
        <pc:sldMkLst>
          <pc:docMk/>
          <pc:sldMk cId="0" sldId="379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0" sldId="379"/>
            <ac:spMk id="8" creationId="{7F16ADDF-EFD0-DC44-B3BC-B22F74EEFB7F}"/>
          </ac:spMkLst>
        </pc:spChg>
        <pc:spChg chg="mod">
          <ac:chgData name="YANG Guomin" userId="dccf0981-1625-43db-a7d9-40d73e3f3472" providerId="ADAL" clId="{86662EBF-5586-4DD5-ADBD-D6FAD4BB0371}" dt="2025-08-12T05:31:02.549" v="6" actId="207"/>
          <ac:spMkLst>
            <pc:docMk/>
            <pc:sldMk cId="0" sldId="379"/>
            <ac:spMk id="9" creationId="{00000000-0000-0000-0000-000000000000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1644979712" sldId="382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644979712" sldId="382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644979712" sldId="382"/>
            <ac:spMk id="3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644979712" sldId="382"/>
            <ac:spMk id="6" creationId="{D643A88D-4AF1-8447-A7BD-AA1EB886BFCC}"/>
          </ac:spMkLst>
        </pc:spChg>
      </pc:sldChg>
      <pc:sldChg chg="add">
        <pc:chgData name="YANG Guomin" userId="dccf0981-1625-43db-a7d9-40d73e3f3472" providerId="ADAL" clId="{86662EBF-5586-4DD5-ADBD-D6FAD4BB0371}" dt="2025-08-18T02:31:23.386" v="20"/>
        <pc:sldMkLst>
          <pc:docMk/>
          <pc:sldMk cId="3657580140" sldId="385"/>
        </pc:sldMkLst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2410713472" sldId="386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2410713472" sldId="386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2410713472" sldId="386"/>
            <ac:spMk id="10" creationId="{C18B8EC3-9F36-4B4C-8C48-DF0F83EA20F2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4054323519" sldId="387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054323519" sldId="387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054323519" sldId="387"/>
            <ac:spMk id="15" creationId="{2B44416E-41FB-E641-94F5-85BA3D114AF7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3309204849" sldId="388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309204849" sldId="388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309204849" sldId="388"/>
            <ac:spMk id="19" creationId="{4649008D-E91A-024D-813A-41636A575083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1407267455" sldId="389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407267455" sldId="389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407267455" sldId="389"/>
            <ac:spMk id="16" creationId="{3CBD2EEA-CC16-F642-940F-B6E1627A0E06}"/>
          </ac:spMkLst>
        </pc:spChg>
      </pc:sldChg>
      <pc:sldChg chg="addSp modSp mod">
        <pc:chgData name="YANG Guomin" userId="dccf0981-1625-43db-a7d9-40d73e3f3472" providerId="ADAL" clId="{86662EBF-5586-4DD5-ADBD-D6FAD4BB0371}" dt="2025-08-12T05:36:13.772" v="14" actId="1076"/>
        <pc:sldMkLst>
          <pc:docMk/>
          <pc:sldMk cId="53890468" sldId="391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53890468" sldId="391"/>
            <ac:spMk id="2" creationId="{00000000-0000-0000-0000-000000000000}"/>
          </ac:spMkLst>
        </pc:spChg>
        <pc:spChg chg="add mod">
          <ac:chgData name="YANG Guomin" userId="dccf0981-1625-43db-a7d9-40d73e3f3472" providerId="ADAL" clId="{86662EBF-5586-4DD5-ADBD-D6FAD4BB0371}" dt="2025-08-12T05:36:13.772" v="14" actId="1076"/>
          <ac:spMkLst>
            <pc:docMk/>
            <pc:sldMk cId="53890468" sldId="391"/>
            <ac:spMk id="7" creationId="{1BE05697-292E-636E-CE13-2558DF37A430}"/>
          </ac:spMkLst>
        </pc:spChg>
      </pc:sldChg>
      <pc:sldChg chg="modSp mod">
        <pc:chgData name="YANG Guomin" userId="dccf0981-1625-43db-a7d9-40d73e3f3472" providerId="ADAL" clId="{86662EBF-5586-4DD5-ADBD-D6FAD4BB0371}" dt="2025-08-12T06:15:08.571" v="19" actId="692"/>
        <pc:sldMkLst>
          <pc:docMk/>
          <pc:sldMk cId="2572840102" sldId="393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2572840102" sldId="393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2572840102" sldId="393"/>
            <ac:spMk id="6" creationId="{2E99C4DD-2674-7348-96DF-16B4437BB0B6}"/>
          </ac:spMkLst>
        </pc:spChg>
        <pc:spChg chg="mod">
          <ac:chgData name="YANG Guomin" userId="dccf0981-1625-43db-a7d9-40d73e3f3472" providerId="ADAL" clId="{86662EBF-5586-4DD5-ADBD-D6FAD4BB0371}" dt="2025-08-12T06:15:02.773" v="18" actId="692"/>
          <ac:spMkLst>
            <pc:docMk/>
            <pc:sldMk cId="2572840102" sldId="393"/>
            <ac:spMk id="97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6:15:08.571" v="19" actId="692"/>
          <ac:spMkLst>
            <pc:docMk/>
            <pc:sldMk cId="2572840102" sldId="393"/>
            <ac:spMk id="100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6:14:47.090" v="17" actId="1076"/>
          <ac:spMkLst>
            <pc:docMk/>
            <pc:sldMk cId="2572840102" sldId="393"/>
            <ac:spMk id="102" creationId="{00000000-0000-0000-0000-000000000000}"/>
          </ac:spMkLst>
        </pc:spChg>
        <pc:grpChg chg="mod">
          <ac:chgData name="YANG Guomin" userId="dccf0981-1625-43db-a7d9-40d73e3f3472" providerId="ADAL" clId="{86662EBF-5586-4DD5-ADBD-D6FAD4BB0371}" dt="2025-08-12T06:14:36.988" v="15" actId="1076"/>
          <ac:grpSpMkLst>
            <pc:docMk/>
            <pc:sldMk cId="2572840102" sldId="393"/>
            <ac:grpSpMk id="106" creationId="{00000000-0000-0000-0000-000000000000}"/>
          </ac:grpSpMkLst>
        </pc:gr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1012006607" sldId="396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012006607" sldId="396"/>
            <ac:spMk id="2" creationId="{C59B50AD-6E56-EC46-9C2C-152050E37964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1012006607" sldId="396"/>
            <ac:spMk id="12" creationId="{B4ECE501-5673-0048-9036-2EEB589E293E}"/>
          </ac:spMkLst>
        </pc:spChg>
      </pc:sldChg>
      <pc:sldChg chg="modSp mod">
        <pc:chgData name="YANG Guomin" userId="dccf0981-1625-43db-a7d9-40d73e3f3472" providerId="ADAL" clId="{86662EBF-5586-4DD5-ADBD-D6FAD4BB0371}" dt="2025-08-12T05:31:15.798" v="7" actId="1076"/>
        <pc:sldMkLst>
          <pc:docMk/>
          <pc:sldMk cId="250126217" sldId="397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250126217" sldId="397"/>
            <ac:spMk id="2" creationId="{594D0521-0F06-444C-807D-6BFA2AAFF8CD}"/>
          </ac:spMkLst>
        </pc:spChg>
        <pc:spChg chg="mod">
          <ac:chgData name="YANG Guomin" userId="dccf0981-1625-43db-a7d9-40d73e3f3472" providerId="ADAL" clId="{86662EBF-5586-4DD5-ADBD-D6FAD4BB0371}" dt="2025-08-12T05:31:15.798" v="7" actId="1076"/>
          <ac:spMkLst>
            <pc:docMk/>
            <pc:sldMk cId="250126217" sldId="397"/>
            <ac:spMk id="6" creationId="{88F7117E-4590-824B-8D76-1415A1E1F1EC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250126217" sldId="397"/>
            <ac:spMk id="7" creationId="{575508FD-2CC7-934D-9F38-6C7BE41499AF}"/>
          </ac:spMkLst>
        </pc:spChg>
      </pc:sldChg>
      <pc:sldChg chg="modSp mod">
        <pc:chgData name="YANG Guomin" userId="dccf0981-1625-43db-a7d9-40d73e3f3472" providerId="ADAL" clId="{86662EBF-5586-4DD5-ADBD-D6FAD4BB0371}" dt="2025-08-12T05:31:50.647" v="10" actId="1076"/>
        <pc:sldMkLst>
          <pc:docMk/>
          <pc:sldMk cId="3911634557" sldId="398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911634557" sldId="398"/>
            <ac:spMk id="2" creationId="{5E048CE5-D5DF-8149-9C15-1FD8800755A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911634557" sldId="398"/>
            <ac:spMk id="5" creationId="{04482266-202C-4A41-89E6-79D7652F7F5D}"/>
          </ac:spMkLst>
        </pc:spChg>
        <pc:spChg chg="mod">
          <ac:chgData name="YANG Guomin" userId="dccf0981-1625-43db-a7d9-40d73e3f3472" providerId="ADAL" clId="{86662EBF-5586-4DD5-ADBD-D6FAD4BB0371}" dt="2025-08-12T05:31:47.555" v="9" actId="1076"/>
          <ac:spMkLst>
            <pc:docMk/>
            <pc:sldMk cId="3911634557" sldId="398"/>
            <ac:spMk id="6" creationId="{DEC8620B-D1D7-B743-86E3-E9D03DF9EA16}"/>
          </ac:spMkLst>
        </pc:spChg>
        <pc:spChg chg="mod">
          <ac:chgData name="YANG Guomin" userId="dccf0981-1625-43db-a7d9-40d73e3f3472" providerId="ADAL" clId="{86662EBF-5586-4DD5-ADBD-D6FAD4BB0371}" dt="2025-08-12T05:31:50.647" v="10" actId="1076"/>
          <ac:spMkLst>
            <pc:docMk/>
            <pc:sldMk cId="3911634557" sldId="398"/>
            <ac:spMk id="7" creationId="{D5BD34CD-01F9-2A43-82F7-EB3A91634D1E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494663303" sldId="399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94663303" sldId="399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94663303" sldId="399"/>
            <ac:spMk id="8" creationId="{AA7647BA-5040-5548-B630-3A3DBB388E9C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4118791400" sldId="400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118791400" sldId="400"/>
            <ac:spMk id="2" creationId="{A0B9CFEF-FE4C-B546-AA21-EE263949C4EB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118791400" sldId="400"/>
            <ac:spMk id="3" creationId="{C38AAC48-6245-9044-A969-A5E564F0EABF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118791400" sldId="400"/>
            <ac:spMk id="6" creationId="{21B2FBEC-A63A-214C-90FC-85A5EB58C482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3014385540" sldId="401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014385540" sldId="401"/>
            <ac:spMk id="2" creationId="{4D1E21D9-24D3-C747-923B-99953BD8C39A}"/>
          </ac:spMkLst>
        </pc:spChg>
      </pc:sldChg>
      <pc:sldChg chg="modSp modNotesTx">
        <pc:chgData name="YANG Guomin" userId="dccf0981-1625-43db-a7d9-40d73e3f3472" providerId="ADAL" clId="{86662EBF-5586-4DD5-ADBD-D6FAD4BB0371}" dt="2025-08-19T03:07:00.938" v="49" actId="20577"/>
        <pc:sldMkLst>
          <pc:docMk/>
          <pc:sldMk cId="438927245" sldId="402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38927245" sldId="402"/>
            <ac:spMk id="2" creationId="{AD6B6B14-C210-A541-B7D7-2FA42156A048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38927245" sldId="402"/>
            <ac:spMk id="4" creationId="{32CBD55E-83C5-884D-BC43-47E6337FA953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438927245" sldId="402"/>
            <ac:spMk id="6" creationId="{CB3EB4F6-BAFA-9A48-9A49-D6F189457213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985973061" sldId="403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985973061" sldId="403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985973061" sldId="403"/>
            <ac:spMk id="18" creationId="{D6930828-4221-A847-AF08-E68F2558ECA5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2139250141" sldId="451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2139250141" sldId="451"/>
            <ac:spMk id="2" creationId="{5F20E8BF-E47E-B246-8F18-D55B5F1AE73A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3138581357" sldId="452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138581357" sldId="452"/>
            <ac:spMk id="2" creationId="{00000000-0000-0000-0000-000000000000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138581357" sldId="452"/>
            <ac:spMk id="10" creationId="{C18B8EC3-9F36-4B4C-8C48-DF0F83EA20F2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3861729129" sldId="453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861729129" sldId="453"/>
            <ac:spMk id="2" creationId="{00000000-0000-0000-0000-000000000000}"/>
          </ac:spMkLst>
        </pc:spChg>
      </pc:sldChg>
      <pc:sldChg chg="modSp mod">
        <pc:chgData name="YANG Guomin" userId="dccf0981-1625-43db-a7d9-40d73e3f3472" providerId="ADAL" clId="{86662EBF-5586-4DD5-ADBD-D6FAD4BB0371}" dt="2025-08-12T05:28:35.607" v="5"/>
        <pc:sldMkLst>
          <pc:docMk/>
          <pc:sldMk cId="3202044950" sldId="456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202044950" sldId="456"/>
            <ac:spMk id="2" creationId="{6A48421D-564F-EF47-9CD0-DE4ADF6AEBE8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202044950" sldId="456"/>
            <ac:spMk id="3" creationId="{9D7ACFE6-BF47-9949-90DC-744FDED2DE53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202044950" sldId="456"/>
            <ac:spMk id="6" creationId="{3202116D-EC55-A342-BD41-6FF6BC74BC14}"/>
          </ac:spMkLst>
        </pc:spChg>
      </pc:sldChg>
      <pc:sldChg chg="modSp mod">
        <pc:chgData name="YANG Guomin" userId="dccf0981-1625-43db-a7d9-40d73e3f3472" providerId="ADAL" clId="{86662EBF-5586-4DD5-ADBD-D6FAD4BB0371}" dt="2025-08-12T05:28:35.607" v="5"/>
        <pc:sldMkLst>
          <pc:docMk/>
          <pc:sldMk cId="3800485245" sldId="461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3800485245" sldId="461"/>
            <ac:spMk id="6" creationId="{00000000-0000-0000-0000-000000000000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710038605" sldId="462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710038605" sldId="462"/>
            <ac:spMk id="2" creationId="{63051C85-18AB-DEDE-9DEF-D0E4378967E3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710038605" sldId="462"/>
            <ac:spMk id="3" creationId="{6F458AC7-ACE2-F22A-1481-D7CBC5A2282C}"/>
          </ac:spMkLst>
        </pc:spChg>
      </pc:sldChg>
      <pc:sldChg chg="modSp">
        <pc:chgData name="YANG Guomin" userId="dccf0981-1625-43db-a7d9-40d73e3f3472" providerId="ADAL" clId="{86662EBF-5586-4DD5-ADBD-D6FAD4BB0371}" dt="2025-08-12T05:28:35.607" v="5"/>
        <pc:sldMkLst>
          <pc:docMk/>
          <pc:sldMk cId="905987669" sldId="463"/>
        </pc:sldMkLst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905987669" sldId="463"/>
            <ac:spMk id="2" creationId="{63051C85-18AB-DEDE-9DEF-D0E4378967E3}"/>
          </ac:spMkLst>
        </pc:spChg>
        <pc:spChg chg="mod">
          <ac:chgData name="YANG Guomin" userId="dccf0981-1625-43db-a7d9-40d73e3f3472" providerId="ADAL" clId="{86662EBF-5586-4DD5-ADBD-D6FAD4BB0371}" dt="2025-08-12T05:28:35.607" v="5"/>
          <ac:spMkLst>
            <pc:docMk/>
            <pc:sldMk cId="905987669" sldId="463"/>
            <ac:spMk id="3" creationId="{6F458AC7-ACE2-F22A-1481-D7CBC5A2282C}"/>
          </ac:spMkLst>
        </pc:spChg>
      </pc:sldChg>
      <pc:sldMasterChg chg="addSp modSldLayout">
        <pc:chgData name="YANG Guomin" userId="dccf0981-1625-43db-a7d9-40d73e3f3472" providerId="ADAL" clId="{86662EBF-5586-4DD5-ADBD-D6FAD4BB0371}" dt="2025-08-12T05:28:35.607" v="5"/>
        <pc:sldMasterMkLst>
          <pc:docMk/>
          <pc:sldMasterMk cId="1915986148" sldId="2147483826"/>
        </pc:sldMasterMkLst>
        <pc:sldLayoutChg chg="modTransition">
          <pc:chgData name="YANG Guomin" userId="dccf0981-1625-43db-a7d9-40d73e3f3472" providerId="ADAL" clId="{86662EBF-5586-4DD5-ADBD-D6FAD4BB0371}" dt="2025-08-12T05:28:35.607" v="5"/>
          <pc:sldLayoutMkLst>
            <pc:docMk/>
            <pc:sldMasterMk cId="1915986148" sldId="2147483826"/>
            <pc:sldLayoutMk cId="1259875038" sldId="2147483828"/>
          </pc:sldLayoutMkLst>
        </pc:sldLayoutChg>
        <pc:sldLayoutChg chg="modTransition">
          <pc:chgData name="YANG Guomin" userId="dccf0981-1625-43db-a7d9-40d73e3f3472" providerId="ADAL" clId="{86662EBF-5586-4DD5-ADBD-D6FAD4BB0371}" dt="2025-08-12T05:28:35.607" v="5"/>
          <pc:sldLayoutMkLst>
            <pc:docMk/>
            <pc:sldMasterMk cId="1915986148" sldId="2147483826"/>
            <pc:sldLayoutMk cId="2849199968" sldId="2147483830"/>
          </pc:sldLayoutMkLst>
        </pc:sldLayoutChg>
        <pc:sldLayoutChg chg="modTransition">
          <pc:chgData name="YANG Guomin" userId="dccf0981-1625-43db-a7d9-40d73e3f3472" providerId="ADAL" clId="{86662EBF-5586-4DD5-ADBD-D6FAD4BB0371}" dt="2025-08-12T05:28:35.607" v="5"/>
          <pc:sldLayoutMkLst>
            <pc:docMk/>
            <pc:sldMasterMk cId="1915986148" sldId="2147483826"/>
            <pc:sldLayoutMk cId="2826502825" sldId="2147483832"/>
          </pc:sldLayoutMkLst>
        </pc:sldLayoutChg>
      </pc:sldMasterChg>
    </pc:docChg>
  </pc:docChgLst>
  <pc:docChgLst>
    <pc:chgData name="YANG Guomin" userId="dccf0981-1625-43db-a7d9-40d73e3f3472" providerId="ADAL" clId="{B5AFAB7A-22BD-43DB-9954-6B5DA4317037}"/>
    <pc:docChg chg="undo custSel addSld delSld modSld modSection">
      <pc:chgData name="YANG Guomin" userId="dccf0981-1625-43db-a7d9-40d73e3f3472" providerId="ADAL" clId="{B5AFAB7A-22BD-43DB-9954-6B5DA4317037}" dt="2024-08-22T03:07:58.664" v="715" actId="20577"/>
      <pc:docMkLst>
        <pc:docMk/>
      </pc:docMkLst>
      <pc:sldChg chg="add del modTransition">
        <pc:chgData name="YANG Guomin" userId="dccf0981-1625-43db-a7d9-40d73e3f3472" providerId="ADAL" clId="{B5AFAB7A-22BD-43DB-9954-6B5DA4317037}" dt="2024-08-22T02:43:01.982" v="495"/>
        <pc:sldMkLst>
          <pc:docMk/>
          <pc:sldMk cId="3001127056" sldId="257"/>
        </pc:sldMkLst>
      </pc:sldChg>
      <pc:sldChg chg="add">
        <pc:chgData name="YANG Guomin" userId="dccf0981-1625-43db-a7d9-40d73e3f3472" providerId="ADAL" clId="{B5AFAB7A-22BD-43DB-9954-6B5DA4317037}" dt="2024-08-22T02:09:31.550" v="9"/>
        <pc:sldMkLst>
          <pc:docMk/>
          <pc:sldMk cId="1140577161" sldId="295"/>
        </pc:sldMkLst>
      </pc:sldChg>
      <pc:sldChg chg="add del modTransition">
        <pc:chgData name="YANG Guomin" userId="dccf0981-1625-43db-a7d9-40d73e3f3472" providerId="ADAL" clId="{B5AFAB7A-22BD-43DB-9954-6B5DA4317037}" dt="2024-08-22T02:09:09.580" v="8" actId="2696"/>
        <pc:sldMkLst>
          <pc:docMk/>
          <pc:sldMk cId="2384382571" sldId="295"/>
        </pc:sldMkLst>
      </pc:sldChg>
      <pc:sldChg chg="add del modTransition">
        <pc:chgData name="YANG Guomin" userId="dccf0981-1625-43db-a7d9-40d73e3f3472" providerId="ADAL" clId="{B5AFAB7A-22BD-43DB-9954-6B5DA4317037}" dt="2024-08-22T02:09:09.580" v="8" actId="2696"/>
        <pc:sldMkLst>
          <pc:docMk/>
          <pc:sldMk cId="2293697920" sldId="296"/>
        </pc:sldMkLst>
      </pc:sldChg>
      <pc:sldChg chg="add">
        <pc:chgData name="YANG Guomin" userId="dccf0981-1625-43db-a7d9-40d73e3f3472" providerId="ADAL" clId="{B5AFAB7A-22BD-43DB-9954-6B5DA4317037}" dt="2024-08-22T02:09:31.550" v="9"/>
        <pc:sldMkLst>
          <pc:docMk/>
          <pc:sldMk cId="4198955368" sldId="296"/>
        </pc:sldMkLst>
      </pc:sldChg>
      <pc:sldChg chg="modSp mod">
        <pc:chgData name="YANG Guomin" userId="dccf0981-1625-43db-a7d9-40d73e3f3472" providerId="ADAL" clId="{B5AFAB7A-22BD-43DB-9954-6B5DA4317037}" dt="2024-08-22T02:15:08.372" v="92" actId="13926"/>
        <pc:sldMkLst>
          <pc:docMk/>
          <pc:sldMk cId="0" sldId="325"/>
        </pc:sldMkLst>
      </pc:sldChg>
      <pc:sldChg chg="addSp delSp modSp add del mod modTransition">
        <pc:chgData name="YANG Guomin" userId="dccf0981-1625-43db-a7d9-40d73e3f3472" providerId="ADAL" clId="{B5AFAB7A-22BD-43DB-9954-6B5DA4317037}" dt="2024-08-22T02:28:27.888" v="160"/>
        <pc:sldMkLst>
          <pc:docMk/>
          <pc:sldMk cId="1434904687" sldId="328"/>
        </pc:sldMkLst>
      </pc:sldChg>
      <pc:sldChg chg="addSp modSp add del mod">
        <pc:chgData name="YANG Guomin" userId="dccf0981-1625-43db-a7d9-40d73e3f3472" providerId="ADAL" clId="{B5AFAB7A-22BD-43DB-9954-6B5DA4317037}" dt="2024-08-22T02:10:59.057" v="30" actId="20577"/>
        <pc:sldMkLst>
          <pc:docMk/>
          <pc:sldMk cId="4236982252" sldId="365"/>
        </pc:sldMkLst>
      </pc:sldChg>
      <pc:sldChg chg="modSp mod">
        <pc:chgData name="YANG Guomin" userId="dccf0981-1625-43db-a7d9-40d73e3f3472" providerId="ADAL" clId="{B5AFAB7A-22BD-43DB-9954-6B5DA4317037}" dt="2024-08-22T02:31:21.790" v="310" actId="1076"/>
        <pc:sldMkLst>
          <pc:docMk/>
          <pc:sldMk cId="841896390" sldId="366"/>
        </pc:sldMkLst>
      </pc:sldChg>
      <pc:sldChg chg="modSp mod">
        <pc:chgData name="YANG Guomin" userId="dccf0981-1625-43db-a7d9-40d73e3f3472" providerId="ADAL" clId="{B5AFAB7A-22BD-43DB-9954-6B5DA4317037}" dt="2024-08-22T02:16:19.575" v="149" actId="6549"/>
        <pc:sldMkLst>
          <pc:docMk/>
          <pc:sldMk cId="0" sldId="367"/>
        </pc:sldMkLst>
      </pc:sldChg>
      <pc:sldChg chg="modSp add del mod">
        <pc:chgData name="YANG Guomin" userId="dccf0981-1625-43db-a7d9-40d73e3f3472" providerId="ADAL" clId="{B5AFAB7A-22BD-43DB-9954-6B5DA4317037}" dt="2024-08-22T02:11:09.335" v="53" actId="20577"/>
        <pc:sldMkLst>
          <pc:docMk/>
          <pc:sldMk cId="3843991391" sldId="369"/>
        </pc:sldMkLst>
      </pc:sldChg>
      <pc:sldChg chg="add del">
        <pc:chgData name="YANG Guomin" userId="dccf0981-1625-43db-a7d9-40d73e3f3472" providerId="ADAL" clId="{B5AFAB7A-22BD-43DB-9954-6B5DA4317037}" dt="2024-08-22T02:58:03.069" v="645"/>
        <pc:sldMkLst>
          <pc:docMk/>
          <pc:sldMk cId="2156675450" sldId="390"/>
        </pc:sldMkLst>
      </pc:sldChg>
      <pc:sldChg chg="modSp del">
        <pc:chgData name="YANG Guomin" userId="dccf0981-1625-43db-a7d9-40d73e3f3472" providerId="ADAL" clId="{B5AFAB7A-22BD-43DB-9954-6B5DA4317037}" dt="2024-08-22T02:24:08.450" v="154" actId="47"/>
        <pc:sldMkLst>
          <pc:docMk/>
          <pc:sldMk cId="2572840102" sldId="393"/>
        </pc:sldMkLst>
      </pc:sldChg>
      <pc:sldChg chg="modSp">
        <pc:chgData name="YANG Guomin" userId="dccf0981-1625-43db-a7d9-40d73e3f3472" providerId="ADAL" clId="{B5AFAB7A-22BD-43DB-9954-6B5DA4317037}" dt="2024-08-22T03:05:09.507" v="710" actId="20577"/>
        <pc:sldMkLst>
          <pc:docMk/>
          <pc:sldMk cId="1012006607" sldId="396"/>
        </pc:sldMkLst>
      </pc:sldChg>
      <pc:sldChg chg="modSp mod">
        <pc:chgData name="YANG Guomin" userId="dccf0981-1625-43db-a7d9-40d73e3f3472" providerId="ADAL" clId="{B5AFAB7A-22BD-43DB-9954-6B5DA4317037}" dt="2024-08-22T03:03:30.374" v="705" actId="20577"/>
        <pc:sldMkLst>
          <pc:docMk/>
          <pc:sldMk cId="4118791400" sldId="400"/>
        </pc:sldMkLst>
      </pc:sldChg>
      <pc:sldChg chg="modSp mod">
        <pc:chgData name="YANG Guomin" userId="dccf0981-1625-43db-a7d9-40d73e3f3472" providerId="ADAL" clId="{B5AFAB7A-22BD-43DB-9954-6B5DA4317037}" dt="2024-08-22T02:56:52.490" v="641"/>
        <pc:sldMkLst>
          <pc:docMk/>
          <pc:sldMk cId="3138581357" sldId="452"/>
        </pc:sldMkLst>
      </pc:sldChg>
      <pc:sldChg chg="modSp mod">
        <pc:chgData name="YANG Guomin" userId="dccf0981-1625-43db-a7d9-40d73e3f3472" providerId="ADAL" clId="{B5AFAB7A-22BD-43DB-9954-6B5DA4317037}" dt="2024-08-22T02:56:48.903" v="639"/>
        <pc:sldMkLst>
          <pc:docMk/>
          <pc:sldMk cId="3861729129" sldId="453"/>
        </pc:sldMkLst>
      </pc:sldChg>
      <pc:sldChg chg="modSp mod">
        <pc:chgData name="YANG Guomin" userId="dccf0981-1625-43db-a7d9-40d73e3f3472" providerId="ADAL" clId="{B5AFAB7A-22BD-43DB-9954-6B5DA4317037}" dt="2024-08-22T03:01:23.968" v="701" actId="20577"/>
        <pc:sldMkLst>
          <pc:docMk/>
          <pc:sldMk cId="3703241942" sldId="454"/>
        </pc:sldMkLst>
      </pc:sldChg>
      <pc:sldChg chg="delSp add mod">
        <pc:chgData name="YANG Guomin" userId="dccf0981-1625-43db-a7d9-40d73e3f3472" providerId="ADAL" clId="{B5AFAB7A-22BD-43DB-9954-6B5DA4317037}" dt="2024-08-22T02:16:52.180" v="150" actId="478"/>
        <pc:sldMkLst>
          <pc:docMk/>
          <pc:sldMk cId="3202044950" sldId="456"/>
        </pc:sldMkLst>
      </pc:sldChg>
      <pc:sldChg chg="new del">
        <pc:chgData name="YANG Guomin" userId="dccf0981-1625-43db-a7d9-40d73e3f3472" providerId="ADAL" clId="{B5AFAB7A-22BD-43DB-9954-6B5DA4317037}" dt="2024-08-22T02:28:39.931" v="162" actId="47"/>
        <pc:sldMkLst>
          <pc:docMk/>
          <pc:sldMk cId="714568554" sldId="457"/>
        </pc:sldMkLst>
      </pc:sldChg>
      <pc:sldChg chg="addSp modSp add mod modAnim">
        <pc:chgData name="YANG Guomin" userId="dccf0981-1625-43db-a7d9-40d73e3f3472" providerId="ADAL" clId="{B5AFAB7A-22BD-43DB-9954-6B5DA4317037}" dt="2024-08-22T02:36:04.160" v="336" actId="113"/>
        <pc:sldMkLst>
          <pc:docMk/>
          <pc:sldMk cId="1472973406" sldId="457"/>
        </pc:sldMkLst>
      </pc:sldChg>
      <pc:sldChg chg="addSp delSp modSp new mod modAnim">
        <pc:chgData name="YANG Guomin" userId="dccf0981-1625-43db-a7d9-40d73e3f3472" providerId="ADAL" clId="{B5AFAB7A-22BD-43DB-9954-6B5DA4317037}" dt="2024-08-22T02:47:28.031" v="554" actId="20577"/>
        <pc:sldMkLst>
          <pc:docMk/>
          <pc:sldMk cId="3589411704" sldId="458"/>
        </pc:sldMkLst>
      </pc:sldChg>
      <pc:sldChg chg="addSp delSp modSp new mod modAnim">
        <pc:chgData name="YANG Guomin" userId="dccf0981-1625-43db-a7d9-40d73e3f3472" providerId="ADAL" clId="{B5AFAB7A-22BD-43DB-9954-6B5DA4317037}" dt="2024-08-22T03:07:58.664" v="715" actId="20577"/>
        <pc:sldMkLst>
          <pc:docMk/>
          <pc:sldMk cId="3671186398" sldId="459"/>
        </pc:sldMkLst>
      </pc:sldChg>
      <pc:sldChg chg="modSp new mod">
        <pc:chgData name="YANG Guomin" userId="dccf0981-1625-43db-a7d9-40d73e3f3472" providerId="ADAL" clId="{B5AFAB7A-22BD-43DB-9954-6B5DA4317037}" dt="2024-08-22T02:56:13.157" v="637" actId="5793"/>
        <pc:sldMkLst>
          <pc:docMk/>
          <pc:sldMk cId="3284585870" sldId="460"/>
        </pc:sldMkLst>
      </pc:sldChg>
      <pc:sldChg chg="add del">
        <pc:chgData name="YANG Guomin" userId="dccf0981-1625-43db-a7d9-40d73e3f3472" providerId="ADAL" clId="{B5AFAB7A-22BD-43DB-9954-6B5DA4317037}" dt="2024-08-22T02:41:37.237" v="493" actId="47"/>
        <pc:sldMkLst>
          <pc:docMk/>
          <pc:sldMk cId="2875015921" sldId="650"/>
        </pc:sldMkLst>
      </pc:sldChg>
      <pc:sldChg chg="add del">
        <pc:chgData name="YANG Guomin" userId="dccf0981-1625-43db-a7d9-40d73e3f3472" providerId="ADAL" clId="{B5AFAB7A-22BD-43DB-9954-6B5DA4317037}" dt="2024-08-22T02:41:37.237" v="493" actId="47"/>
        <pc:sldMkLst>
          <pc:docMk/>
          <pc:sldMk cId="2348243261" sldId="652"/>
        </pc:sldMkLst>
      </pc:sldChg>
      <pc:sldChg chg="modSp new del mod">
        <pc:chgData name="YANG Guomin" userId="dccf0981-1625-43db-a7d9-40d73e3f3472" providerId="ADAL" clId="{B5AFAB7A-22BD-43DB-9954-6B5DA4317037}" dt="2024-08-22T02:41:33.900" v="492" actId="47"/>
        <pc:sldMkLst>
          <pc:docMk/>
          <pc:sldMk cId="483260531" sldId="653"/>
        </pc:sldMkLst>
      </pc:sldChg>
      <pc:sldMasterChg chg="delSldLayout">
        <pc:chgData name="YANG Guomin" userId="dccf0981-1625-43db-a7d9-40d73e3f3472" providerId="ADAL" clId="{B5AFAB7A-22BD-43DB-9954-6B5DA4317037}" dt="2024-08-22T02:57:03.893" v="644" actId="47"/>
        <pc:sldMasterMkLst>
          <pc:docMk/>
          <pc:sldMasterMk cId="3286693295" sldId="2147483792"/>
        </pc:sldMasterMkLst>
        <pc:sldLayoutChg chg="del">
          <pc:chgData name="YANG Guomin" userId="dccf0981-1625-43db-a7d9-40d73e3f3472" providerId="ADAL" clId="{B5AFAB7A-22BD-43DB-9954-6B5DA4317037}" dt="2024-08-22T02:57:03.893" v="644" actId="47"/>
          <pc:sldLayoutMkLst>
            <pc:docMk/>
            <pc:sldMasterMk cId="3286693295" sldId="2147483792"/>
            <pc:sldLayoutMk cId="1639210497" sldId="2147483823"/>
          </pc:sldLayoutMkLst>
        </pc:sldLayoutChg>
        <pc:sldLayoutChg chg="del">
          <pc:chgData name="YANG Guomin" userId="dccf0981-1625-43db-a7d9-40d73e3f3472" providerId="ADAL" clId="{B5AFAB7A-22BD-43DB-9954-6B5DA4317037}" dt="2024-08-22T02:06:48.628" v="6" actId="47"/>
          <pc:sldLayoutMkLst>
            <pc:docMk/>
            <pc:sldMasterMk cId="3286693295" sldId="2147483792"/>
            <pc:sldLayoutMk cId="73529963" sldId="2147483824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512778-0C05-45B6-BB1C-85CFFA6D128D}" type="doc">
      <dgm:prSet loTypeId="urn:microsoft.com/office/officeart/2005/8/layout/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4B11D3D-BFFE-4742-A87C-7DC5238C5E1A}">
      <dgm:prSet/>
      <dgm:spPr/>
      <dgm:t>
        <a:bodyPr/>
        <a:lstStyle/>
        <a:p>
          <a:r>
            <a:rPr lang="en-GB"/>
            <a:t>Content</a:t>
          </a:r>
          <a:endParaRPr lang="en-US"/>
        </a:p>
      </dgm:t>
    </dgm:pt>
    <dgm:pt modelId="{5989D42B-44EB-4C93-8A4A-60109DCF35DC}" type="parTrans" cxnId="{1C059ADA-E1F5-4C64-B461-D3D03140E84A}">
      <dgm:prSet/>
      <dgm:spPr/>
      <dgm:t>
        <a:bodyPr/>
        <a:lstStyle/>
        <a:p>
          <a:endParaRPr lang="en-US"/>
        </a:p>
      </dgm:t>
    </dgm:pt>
    <dgm:pt modelId="{675D12C6-B531-45A8-B257-DF7F138D7EDC}" type="sibTrans" cxnId="{1C059ADA-E1F5-4C64-B461-D3D03140E84A}">
      <dgm:prSet/>
      <dgm:spPr/>
      <dgm:t>
        <a:bodyPr/>
        <a:lstStyle/>
        <a:p>
          <a:endParaRPr lang="en-US"/>
        </a:p>
      </dgm:t>
    </dgm:pt>
    <dgm:pt modelId="{C8DD685F-ED2C-4DC3-96EC-EBBFD0A192BC}">
      <dgm:prSet/>
      <dgm:spPr/>
      <dgm:t>
        <a:bodyPr/>
        <a:lstStyle/>
        <a:p>
          <a:r>
            <a:rPr lang="en-GB"/>
            <a:t>Why do we need encryption?</a:t>
          </a:r>
          <a:endParaRPr lang="en-US"/>
        </a:p>
      </dgm:t>
    </dgm:pt>
    <dgm:pt modelId="{0587734E-7CBE-44D0-A3D2-14E9EA67C0A3}" type="parTrans" cxnId="{7DE3C416-116C-4DCD-A81B-CA2710044599}">
      <dgm:prSet/>
      <dgm:spPr/>
      <dgm:t>
        <a:bodyPr/>
        <a:lstStyle/>
        <a:p>
          <a:endParaRPr lang="en-US"/>
        </a:p>
      </dgm:t>
    </dgm:pt>
    <dgm:pt modelId="{DB71BC7B-7896-4391-9374-D044C4418C05}" type="sibTrans" cxnId="{7DE3C416-116C-4DCD-A81B-CA2710044599}">
      <dgm:prSet/>
      <dgm:spPr/>
      <dgm:t>
        <a:bodyPr/>
        <a:lstStyle/>
        <a:p>
          <a:endParaRPr lang="en-US"/>
        </a:p>
      </dgm:t>
    </dgm:pt>
    <dgm:pt modelId="{BDC1BDB7-22BE-4B2F-B71C-3863E89FF4E4}">
      <dgm:prSet/>
      <dgm:spPr/>
      <dgm:t>
        <a:bodyPr/>
        <a:lstStyle/>
        <a:p>
          <a:r>
            <a:rPr lang="en-GB" dirty="0"/>
            <a:t>Rationale behind encryption ciphers</a:t>
          </a:r>
          <a:endParaRPr lang="en-US" dirty="0"/>
        </a:p>
      </dgm:t>
    </dgm:pt>
    <dgm:pt modelId="{971A84D0-EE80-4FDA-AFFF-28A42AC533E0}" type="parTrans" cxnId="{CB238940-794E-4BBD-84A9-664A63E8E91B}">
      <dgm:prSet/>
      <dgm:spPr/>
      <dgm:t>
        <a:bodyPr/>
        <a:lstStyle/>
        <a:p>
          <a:endParaRPr lang="en-US"/>
        </a:p>
      </dgm:t>
    </dgm:pt>
    <dgm:pt modelId="{16DE6724-B5AF-480A-B5C0-39360DF52A1F}" type="sibTrans" cxnId="{CB238940-794E-4BBD-84A9-664A63E8E91B}">
      <dgm:prSet/>
      <dgm:spPr/>
      <dgm:t>
        <a:bodyPr/>
        <a:lstStyle/>
        <a:p>
          <a:endParaRPr lang="en-US"/>
        </a:p>
      </dgm:t>
    </dgm:pt>
    <dgm:pt modelId="{6E20DC0B-94F1-4ECB-8AF9-80B7780D3A4A}">
      <dgm:prSet/>
      <dgm:spPr/>
      <dgm:t>
        <a:bodyPr/>
        <a:lstStyle/>
        <a:p>
          <a:r>
            <a:rPr lang="en-GB" dirty="0"/>
            <a:t>Block cipher</a:t>
          </a:r>
          <a:endParaRPr lang="en-US" dirty="0"/>
        </a:p>
      </dgm:t>
    </dgm:pt>
    <dgm:pt modelId="{70A5AE12-56E4-4521-BCEC-3D3FCB47199C}" type="parTrans" cxnId="{D6E8760D-4A1D-4F9F-B384-BFFB31BA4018}">
      <dgm:prSet/>
      <dgm:spPr/>
      <dgm:t>
        <a:bodyPr/>
        <a:lstStyle/>
        <a:p>
          <a:endParaRPr lang="en-US"/>
        </a:p>
      </dgm:t>
    </dgm:pt>
    <dgm:pt modelId="{C103A381-8392-47C8-AAE9-2DF7F09DBF7D}" type="sibTrans" cxnId="{D6E8760D-4A1D-4F9F-B384-BFFB31BA4018}">
      <dgm:prSet/>
      <dgm:spPr/>
      <dgm:t>
        <a:bodyPr/>
        <a:lstStyle/>
        <a:p>
          <a:endParaRPr lang="en-US"/>
        </a:p>
      </dgm:t>
    </dgm:pt>
    <dgm:pt modelId="{313C7F59-6DA4-44C2-8574-9124D3693EE3}">
      <dgm:prSet/>
      <dgm:spPr/>
      <dgm:t>
        <a:bodyPr/>
        <a:lstStyle/>
        <a:p>
          <a:r>
            <a:rPr lang="en-GB" dirty="0"/>
            <a:t>AES algorithm</a:t>
          </a:r>
          <a:endParaRPr lang="en-US" dirty="0"/>
        </a:p>
      </dgm:t>
    </dgm:pt>
    <dgm:pt modelId="{0B05792D-E1C3-4C3D-AC6F-0DFCBBBE49D8}" type="parTrans" cxnId="{3654A44F-DAAE-4F78-B322-2ED675F1774C}">
      <dgm:prSet/>
      <dgm:spPr/>
      <dgm:t>
        <a:bodyPr/>
        <a:lstStyle/>
        <a:p>
          <a:endParaRPr lang="en-US"/>
        </a:p>
      </dgm:t>
    </dgm:pt>
    <dgm:pt modelId="{1FD2F2FA-C52E-45C7-9B20-122CE84F4B02}" type="sibTrans" cxnId="{3654A44F-DAAE-4F78-B322-2ED675F1774C}">
      <dgm:prSet/>
      <dgm:spPr/>
      <dgm:t>
        <a:bodyPr/>
        <a:lstStyle/>
        <a:p>
          <a:endParaRPr lang="en-US"/>
        </a:p>
      </dgm:t>
    </dgm:pt>
    <dgm:pt modelId="{C1A40549-3ABD-4F77-9180-5040A612EA91}">
      <dgm:prSet/>
      <dgm:spPr/>
      <dgm:t>
        <a:bodyPr/>
        <a:lstStyle/>
        <a:p>
          <a:r>
            <a:rPr lang="en-GB" dirty="0"/>
            <a:t>Encryption modes: ECB, CBC, CTR</a:t>
          </a:r>
          <a:endParaRPr lang="en-US" dirty="0"/>
        </a:p>
      </dgm:t>
    </dgm:pt>
    <dgm:pt modelId="{198753C2-98A3-4422-80C4-CE51FF0FFC8D}" type="parTrans" cxnId="{C6689C85-F585-49B5-986B-DC1CF9C095FC}">
      <dgm:prSet/>
      <dgm:spPr/>
      <dgm:t>
        <a:bodyPr/>
        <a:lstStyle/>
        <a:p>
          <a:endParaRPr lang="en-US"/>
        </a:p>
      </dgm:t>
    </dgm:pt>
    <dgm:pt modelId="{0B64614A-18BA-4143-941F-2ADC4229EF74}" type="sibTrans" cxnId="{C6689C85-F585-49B5-986B-DC1CF9C095FC}">
      <dgm:prSet/>
      <dgm:spPr/>
      <dgm:t>
        <a:bodyPr/>
        <a:lstStyle/>
        <a:p>
          <a:endParaRPr lang="en-US"/>
        </a:p>
      </dgm:t>
    </dgm:pt>
    <dgm:pt modelId="{2BCDE140-C107-4A06-8D4E-082A1C61759C}">
      <dgm:prSet/>
      <dgm:spPr/>
      <dgm:t>
        <a:bodyPr/>
        <a:lstStyle/>
        <a:p>
          <a:r>
            <a:rPr lang="en-GB" dirty="0"/>
            <a:t>Cryptanalysis</a:t>
          </a:r>
          <a:endParaRPr lang="en-US" dirty="0"/>
        </a:p>
      </dgm:t>
    </dgm:pt>
    <dgm:pt modelId="{8CBFBDD6-A178-462C-BC8A-46E819D34384}" type="parTrans" cxnId="{669B3EB5-8CD9-4436-985C-445F3A73E1D4}">
      <dgm:prSet/>
      <dgm:spPr/>
      <dgm:t>
        <a:bodyPr/>
        <a:lstStyle/>
        <a:p>
          <a:endParaRPr lang="en-US"/>
        </a:p>
      </dgm:t>
    </dgm:pt>
    <dgm:pt modelId="{22E770AA-2E49-46D5-B3B9-98164EA76626}" type="sibTrans" cxnId="{669B3EB5-8CD9-4436-985C-445F3A73E1D4}">
      <dgm:prSet/>
      <dgm:spPr/>
      <dgm:t>
        <a:bodyPr/>
        <a:lstStyle/>
        <a:p>
          <a:endParaRPr lang="en-US"/>
        </a:p>
      </dgm:t>
    </dgm:pt>
    <dgm:pt modelId="{9BF1827A-6546-47FF-8977-FF06EB29E012}">
      <dgm:prSet/>
      <dgm:spPr/>
      <dgm:t>
        <a:bodyPr/>
        <a:lstStyle/>
        <a:p>
          <a:r>
            <a:rPr lang="en-US"/>
            <a:t>After this module, you should be able to</a:t>
          </a:r>
        </a:p>
      </dgm:t>
    </dgm:pt>
    <dgm:pt modelId="{949EB2D1-3011-4156-B729-5563567E7A2B}" type="parTrans" cxnId="{EC91817F-B788-4FC4-BAB4-A3C5BEF24772}">
      <dgm:prSet/>
      <dgm:spPr/>
      <dgm:t>
        <a:bodyPr/>
        <a:lstStyle/>
        <a:p>
          <a:endParaRPr lang="en-US"/>
        </a:p>
      </dgm:t>
    </dgm:pt>
    <dgm:pt modelId="{39C342E2-21F4-4806-A129-C3E4F184F6E3}" type="sibTrans" cxnId="{EC91817F-B788-4FC4-BAB4-A3C5BEF24772}">
      <dgm:prSet/>
      <dgm:spPr/>
      <dgm:t>
        <a:bodyPr/>
        <a:lstStyle/>
        <a:p>
          <a:endParaRPr lang="en-US"/>
        </a:p>
      </dgm:t>
    </dgm:pt>
    <dgm:pt modelId="{F63F5303-92D6-43F5-902A-20DF0ADF2149}">
      <dgm:prSet/>
      <dgm:spPr/>
      <dgm:t>
        <a:bodyPr/>
        <a:lstStyle/>
        <a:p>
          <a:r>
            <a:rPr lang="en-GB" dirty="0"/>
            <a:t>explain the rationale behind encryption and various types of encryption methods</a:t>
          </a:r>
          <a:endParaRPr lang="en-US" dirty="0"/>
        </a:p>
      </dgm:t>
    </dgm:pt>
    <dgm:pt modelId="{B128B763-FA93-49BF-BA65-696F3B5CBBD0}" type="parTrans" cxnId="{5220A47F-9A13-437A-80FF-6BA17B032B21}">
      <dgm:prSet/>
      <dgm:spPr/>
      <dgm:t>
        <a:bodyPr/>
        <a:lstStyle/>
        <a:p>
          <a:endParaRPr lang="en-US"/>
        </a:p>
      </dgm:t>
    </dgm:pt>
    <dgm:pt modelId="{5ABC6816-605C-49C8-8F76-6BEC37A8D9D0}" type="sibTrans" cxnId="{5220A47F-9A13-437A-80FF-6BA17B032B21}">
      <dgm:prSet/>
      <dgm:spPr/>
      <dgm:t>
        <a:bodyPr/>
        <a:lstStyle/>
        <a:p>
          <a:endParaRPr lang="en-US"/>
        </a:p>
      </dgm:t>
    </dgm:pt>
    <dgm:pt modelId="{5353064D-5B8E-4DB5-9686-C1842294D336}">
      <dgm:prSet/>
      <dgm:spPr/>
      <dgm:t>
        <a:bodyPr/>
        <a:lstStyle/>
        <a:p>
          <a:r>
            <a:rPr lang="en-GB" dirty="0"/>
            <a:t>explain what is cryptanalysis</a:t>
          </a:r>
          <a:endParaRPr lang="en-US" dirty="0"/>
        </a:p>
      </dgm:t>
    </dgm:pt>
    <dgm:pt modelId="{B8D53DD3-318C-4B43-ADBB-DA5A440EEB53}" type="parTrans" cxnId="{1336FCE3-EB2C-4BF0-A1A9-5BEACF9E9CDA}">
      <dgm:prSet/>
      <dgm:spPr/>
      <dgm:t>
        <a:bodyPr/>
        <a:lstStyle/>
        <a:p>
          <a:endParaRPr lang="en-US"/>
        </a:p>
      </dgm:t>
    </dgm:pt>
    <dgm:pt modelId="{CC1F789E-BFB7-4F84-80FF-F3B714C4AF4D}" type="sibTrans" cxnId="{1336FCE3-EB2C-4BF0-A1A9-5BEACF9E9CDA}">
      <dgm:prSet/>
      <dgm:spPr/>
      <dgm:t>
        <a:bodyPr/>
        <a:lstStyle/>
        <a:p>
          <a:endParaRPr lang="en-US"/>
        </a:p>
      </dgm:t>
    </dgm:pt>
    <dgm:pt modelId="{82838368-0E6F-4D4E-9054-3F55804623AB}">
      <dgm:prSet/>
      <dgm:spPr/>
      <dgm:t>
        <a:bodyPr/>
        <a:lstStyle/>
        <a:p>
          <a:r>
            <a:rPr lang="en-US" dirty="0"/>
            <a:t>One-time pad</a:t>
          </a:r>
        </a:p>
      </dgm:t>
    </dgm:pt>
    <dgm:pt modelId="{7113E0AB-14F7-354B-9FD5-574AD9CB3882}" type="parTrans" cxnId="{E301B8BB-48E7-5845-AF07-2526A7B5D60C}">
      <dgm:prSet/>
      <dgm:spPr/>
      <dgm:t>
        <a:bodyPr/>
        <a:lstStyle/>
        <a:p>
          <a:endParaRPr lang="en-GB"/>
        </a:p>
      </dgm:t>
    </dgm:pt>
    <dgm:pt modelId="{ECDEBA7B-6096-6A4A-8989-EB192C8C1A7D}" type="sibTrans" cxnId="{E301B8BB-48E7-5845-AF07-2526A7B5D60C}">
      <dgm:prSet/>
      <dgm:spPr/>
      <dgm:t>
        <a:bodyPr/>
        <a:lstStyle/>
        <a:p>
          <a:endParaRPr lang="en-GB"/>
        </a:p>
      </dgm:t>
    </dgm:pt>
    <dgm:pt modelId="{1B706886-8159-014B-A555-7127AEE50458}">
      <dgm:prSet/>
      <dgm:spPr/>
      <dgm:t>
        <a:bodyPr/>
        <a:lstStyle/>
        <a:p>
          <a:r>
            <a:rPr lang="en-US" dirty="0"/>
            <a:t>use symmetric key ciphers</a:t>
          </a:r>
        </a:p>
      </dgm:t>
    </dgm:pt>
    <dgm:pt modelId="{ACAFD3ED-2638-A042-953B-AC10F544F153}" type="parTrans" cxnId="{C06E452E-CCC5-8449-9309-30E70AEEA02B}">
      <dgm:prSet/>
      <dgm:spPr/>
      <dgm:t>
        <a:bodyPr/>
        <a:lstStyle/>
        <a:p>
          <a:endParaRPr lang="en-GB"/>
        </a:p>
      </dgm:t>
    </dgm:pt>
    <dgm:pt modelId="{16C93B30-D70E-814A-BB69-3CB1CD3DA20E}" type="sibTrans" cxnId="{C06E452E-CCC5-8449-9309-30E70AEEA02B}">
      <dgm:prSet/>
      <dgm:spPr/>
      <dgm:t>
        <a:bodyPr/>
        <a:lstStyle/>
        <a:p>
          <a:endParaRPr lang="en-GB"/>
        </a:p>
      </dgm:t>
    </dgm:pt>
    <dgm:pt modelId="{696AC96C-871D-494B-ACC5-534313AFC39B}" type="pres">
      <dgm:prSet presAssocID="{C0512778-0C05-45B6-BB1C-85CFFA6D128D}" presName="linear" presStyleCnt="0">
        <dgm:presLayoutVars>
          <dgm:dir/>
          <dgm:animLvl val="lvl"/>
          <dgm:resizeHandles val="exact"/>
        </dgm:presLayoutVars>
      </dgm:prSet>
      <dgm:spPr/>
    </dgm:pt>
    <dgm:pt modelId="{95378A5B-2B95-3443-81FB-F98C17BC5EC8}" type="pres">
      <dgm:prSet presAssocID="{B4B11D3D-BFFE-4742-A87C-7DC5238C5E1A}" presName="parentLin" presStyleCnt="0"/>
      <dgm:spPr/>
    </dgm:pt>
    <dgm:pt modelId="{52CF23BF-9086-0B4D-B76A-B531D9F6ABBF}" type="pres">
      <dgm:prSet presAssocID="{B4B11D3D-BFFE-4742-A87C-7DC5238C5E1A}" presName="parentLeftMargin" presStyleLbl="node1" presStyleIdx="0" presStyleCnt="2"/>
      <dgm:spPr/>
    </dgm:pt>
    <dgm:pt modelId="{19662500-871B-1347-B87F-E09E33FD3C44}" type="pres">
      <dgm:prSet presAssocID="{B4B11D3D-BFFE-4742-A87C-7DC5238C5E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6F66F41-AD1F-804F-8F54-3DCAC461E90C}" type="pres">
      <dgm:prSet presAssocID="{B4B11D3D-BFFE-4742-A87C-7DC5238C5E1A}" presName="negativeSpace" presStyleCnt="0"/>
      <dgm:spPr/>
    </dgm:pt>
    <dgm:pt modelId="{75DE60CF-10FE-AF4B-994E-4D9F2F6866B6}" type="pres">
      <dgm:prSet presAssocID="{B4B11D3D-BFFE-4742-A87C-7DC5238C5E1A}" presName="childText" presStyleLbl="conFgAcc1" presStyleIdx="0" presStyleCnt="2">
        <dgm:presLayoutVars>
          <dgm:bulletEnabled val="1"/>
        </dgm:presLayoutVars>
      </dgm:prSet>
      <dgm:spPr/>
    </dgm:pt>
    <dgm:pt modelId="{66390449-B1C2-E54F-8E81-1DDE8B06B49C}" type="pres">
      <dgm:prSet presAssocID="{675D12C6-B531-45A8-B257-DF7F138D7EDC}" presName="spaceBetweenRectangles" presStyleCnt="0"/>
      <dgm:spPr/>
    </dgm:pt>
    <dgm:pt modelId="{468624F4-D7CE-404F-9240-880F4CDDC883}" type="pres">
      <dgm:prSet presAssocID="{9BF1827A-6546-47FF-8977-FF06EB29E012}" presName="parentLin" presStyleCnt="0"/>
      <dgm:spPr/>
    </dgm:pt>
    <dgm:pt modelId="{8ADB9E9D-E1C3-6C48-8E46-541401EBC9D0}" type="pres">
      <dgm:prSet presAssocID="{9BF1827A-6546-47FF-8977-FF06EB29E012}" presName="parentLeftMargin" presStyleLbl="node1" presStyleIdx="0" presStyleCnt="2"/>
      <dgm:spPr/>
    </dgm:pt>
    <dgm:pt modelId="{D00296D9-B902-A948-BB29-986D0094295B}" type="pres">
      <dgm:prSet presAssocID="{9BF1827A-6546-47FF-8977-FF06EB29E01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D24E682-8D64-F241-B3CE-CEF22560E58A}" type="pres">
      <dgm:prSet presAssocID="{9BF1827A-6546-47FF-8977-FF06EB29E012}" presName="negativeSpace" presStyleCnt="0"/>
      <dgm:spPr/>
    </dgm:pt>
    <dgm:pt modelId="{2C854BD9-DC67-AB4E-B328-1ADC5F73F26D}" type="pres">
      <dgm:prSet presAssocID="{9BF1827A-6546-47FF-8977-FF06EB29E01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6E8760D-4A1D-4F9F-B384-BFFB31BA4018}" srcId="{B4B11D3D-BFFE-4742-A87C-7DC5238C5E1A}" destId="{6E20DC0B-94F1-4ECB-8AF9-80B7780D3A4A}" srcOrd="3" destOrd="0" parTransId="{70A5AE12-56E4-4521-BCEC-3D3FCB47199C}" sibTransId="{C103A381-8392-47C8-AAE9-2DF7F09DBF7D}"/>
    <dgm:cxn modelId="{E402B513-48E8-CF4F-90EF-D33038874106}" type="presOf" srcId="{82838368-0E6F-4D4E-9054-3F55804623AB}" destId="{75DE60CF-10FE-AF4B-994E-4D9F2F6866B6}" srcOrd="0" destOrd="2" presId="urn:microsoft.com/office/officeart/2005/8/layout/list1"/>
    <dgm:cxn modelId="{7DE3C416-116C-4DCD-A81B-CA2710044599}" srcId="{B4B11D3D-BFFE-4742-A87C-7DC5238C5E1A}" destId="{C8DD685F-ED2C-4DC3-96EC-EBBFD0A192BC}" srcOrd="0" destOrd="0" parTransId="{0587734E-7CBE-44D0-A3D2-14E9EA67C0A3}" sibTransId="{DB71BC7B-7896-4391-9374-D044C4418C05}"/>
    <dgm:cxn modelId="{C06E452E-CCC5-8449-9309-30E70AEEA02B}" srcId="{9BF1827A-6546-47FF-8977-FF06EB29E012}" destId="{1B706886-8159-014B-A555-7127AEE50458}" srcOrd="2" destOrd="0" parTransId="{ACAFD3ED-2638-A042-953B-AC10F544F153}" sibTransId="{16C93B30-D70E-814A-BB69-3CB1CD3DA20E}"/>
    <dgm:cxn modelId="{D9C7B531-F388-274A-8329-051A56917AAA}" type="presOf" srcId="{B4B11D3D-BFFE-4742-A87C-7DC5238C5E1A}" destId="{52CF23BF-9086-0B4D-B76A-B531D9F6ABBF}" srcOrd="0" destOrd="0" presId="urn:microsoft.com/office/officeart/2005/8/layout/list1"/>
    <dgm:cxn modelId="{1D29D038-D24E-7949-B05D-50C7D8D731B3}" type="presOf" srcId="{9BF1827A-6546-47FF-8977-FF06EB29E012}" destId="{D00296D9-B902-A948-BB29-986D0094295B}" srcOrd="1" destOrd="0" presId="urn:microsoft.com/office/officeart/2005/8/layout/list1"/>
    <dgm:cxn modelId="{CB238940-794E-4BBD-84A9-664A63E8E91B}" srcId="{B4B11D3D-BFFE-4742-A87C-7DC5238C5E1A}" destId="{BDC1BDB7-22BE-4B2F-B71C-3863E89FF4E4}" srcOrd="1" destOrd="0" parTransId="{971A84D0-EE80-4FDA-AFFF-28A42AC533E0}" sibTransId="{16DE6724-B5AF-480A-B5C0-39360DF52A1F}"/>
    <dgm:cxn modelId="{3654A44F-DAAE-4F78-B322-2ED675F1774C}" srcId="{6E20DC0B-94F1-4ECB-8AF9-80B7780D3A4A}" destId="{313C7F59-6DA4-44C2-8574-9124D3693EE3}" srcOrd="0" destOrd="0" parTransId="{0B05792D-E1C3-4C3D-AC6F-0DFCBBBE49D8}" sibTransId="{1FD2F2FA-C52E-45C7-9B20-122CE84F4B02}"/>
    <dgm:cxn modelId="{C5C8A553-611F-D147-BA51-49A1D70906FA}" type="presOf" srcId="{5353064D-5B8E-4DB5-9686-C1842294D336}" destId="{2C854BD9-DC67-AB4E-B328-1ADC5F73F26D}" srcOrd="0" destOrd="1" presId="urn:microsoft.com/office/officeart/2005/8/layout/list1"/>
    <dgm:cxn modelId="{95F64C55-4353-384A-A211-D737C039CFD0}" type="presOf" srcId="{F63F5303-92D6-43F5-902A-20DF0ADF2149}" destId="{2C854BD9-DC67-AB4E-B328-1ADC5F73F26D}" srcOrd="0" destOrd="0" presId="urn:microsoft.com/office/officeart/2005/8/layout/list1"/>
    <dgm:cxn modelId="{4D2B3177-8F3B-EA4D-8879-7F57245F7A71}" type="presOf" srcId="{B4B11D3D-BFFE-4742-A87C-7DC5238C5E1A}" destId="{19662500-871B-1347-B87F-E09E33FD3C44}" srcOrd="1" destOrd="0" presId="urn:microsoft.com/office/officeart/2005/8/layout/list1"/>
    <dgm:cxn modelId="{EC91817F-B788-4FC4-BAB4-A3C5BEF24772}" srcId="{C0512778-0C05-45B6-BB1C-85CFFA6D128D}" destId="{9BF1827A-6546-47FF-8977-FF06EB29E012}" srcOrd="1" destOrd="0" parTransId="{949EB2D1-3011-4156-B729-5563567E7A2B}" sibTransId="{39C342E2-21F4-4806-A129-C3E4F184F6E3}"/>
    <dgm:cxn modelId="{5220A47F-9A13-437A-80FF-6BA17B032B21}" srcId="{9BF1827A-6546-47FF-8977-FF06EB29E012}" destId="{F63F5303-92D6-43F5-902A-20DF0ADF2149}" srcOrd="0" destOrd="0" parTransId="{B128B763-FA93-49BF-BA65-696F3B5CBBD0}" sibTransId="{5ABC6816-605C-49C8-8F76-6BEC37A8D9D0}"/>
    <dgm:cxn modelId="{727AA381-5ED9-0C4C-8F8E-7734DFEAE2A1}" type="presOf" srcId="{C8DD685F-ED2C-4DC3-96EC-EBBFD0A192BC}" destId="{75DE60CF-10FE-AF4B-994E-4D9F2F6866B6}" srcOrd="0" destOrd="0" presId="urn:microsoft.com/office/officeart/2005/8/layout/list1"/>
    <dgm:cxn modelId="{C6689C85-F585-49B5-986B-DC1CF9C095FC}" srcId="{6E20DC0B-94F1-4ECB-8AF9-80B7780D3A4A}" destId="{C1A40549-3ABD-4F77-9180-5040A612EA91}" srcOrd="1" destOrd="0" parTransId="{198753C2-98A3-4422-80C4-CE51FF0FFC8D}" sibTransId="{0B64614A-18BA-4143-941F-2ADC4229EF74}"/>
    <dgm:cxn modelId="{8646808A-53A9-FF44-B00B-AB1869B570E4}" type="presOf" srcId="{C0512778-0C05-45B6-BB1C-85CFFA6D128D}" destId="{696AC96C-871D-494B-ACC5-534313AFC39B}" srcOrd="0" destOrd="0" presId="urn:microsoft.com/office/officeart/2005/8/layout/list1"/>
    <dgm:cxn modelId="{3DC8B59E-B9F6-CE47-BA31-8F8A24CC598E}" type="presOf" srcId="{C1A40549-3ABD-4F77-9180-5040A612EA91}" destId="{75DE60CF-10FE-AF4B-994E-4D9F2F6866B6}" srcOrd="0" destOrd="5" presId="urn:microsoft.com/office/officeart/2005/8/layout/list1"/>
    <dgm:cxn modelId="{E3D5DBAB-9ECA-DB43-93CE-18A868D19A4E}" type="presOf" srcId="{1B706886-8159-014B-A555-7127AEE50458}" destId="{2C854BD9-DC67-AB4E-B328-1ADC5F73F26D}" srcOrd="0" destOrd="2" presId="urn:microsoft.com/office/officeart/2005/8/layout/list1"/>
    <dgm:cxn modelId="{641341AD-886A-3C4E-8147-89B62E2315BA}" type="presOf" srcId="{9BF1827A-6546-47FF-8977-FF06EB29E012}" destId="{8ADB9E9D-E1C3-6C48-8E46-541401EBC9D0}" srcOrd="0" destOrd="0" presId="urn:microsoft.com/office/officeart/2005/8/layout/list1"/>
    <dgm:cxn modelId="{669B3EB5-8CD9-4436-985C-445F3A73E1D4}" srcId="{B4B11D3D-BFFE-4742-A87C-7DC5238C5E1A}" destId="{2BCDE140-C107-4A06-8D4E-082A1C61759C}" srcOrd="4" destOrd="0" parTransId="{8CBFBDD6-A178-462C-BC8A-46E819D34384}" sibTransId="{22E770AA-2E49-46D5-B3B9-98164EA76626}"/>
    <dgm:cxn modelId="{DA84FDB9-F878-2B45-9A2E-BA008C20394B}" type="presOf" srcId="{313C7F59-6DA4-44C2-8574-9124D3693EE3}" destId="{75DE60CF-10FE-AF4B-994E-4D9F2F6866B6}" srcOrd="0" destOrd="4" presId="urn:microsoft.com/office/officeart/2005/8/layout/list1"/>
    <dgm:cxn modelId="{E301B8BB-48E7-5845-AF07-2526A7B5D60C}" srcId="{B4B11D3D-BFFE-4742-A87C-7DC5238C5E1A}" destId="{82838368-0E6F-4D4E-9054-3F55804623AB}" srcOrd="2" destOrd="0" parTransId="{7113E0AB-14F7-354B-9FD5-574AD9CB3882}" sibTransId="{ECDEBA7B-6096-6A4A-8989-EB192C8C1A7D}"/>
    <dgm:cxn modelId="{4CD7ECD6-A605-1649-988A-A029B0441ED1}" type="presOf" srcId="{2BCDE140-C107-4A06-8D4E-082A1C61759C}" destId="{75DE60CF-10FE-AF4B-994E-4D9F2F6866B6}" srcOrd="0" destOrd="6" presId="urn:microsoft.com/office/officeart/2005/8/layout/list1"/>
    <dgm:cxn modelId="{1C059ADA-E1F5-4C64-B461-D3D03140E84A}" srcId="{C0512778-0C05-45B6-BB1C-85CFFA6D128D}" destId="{B4B11D3D-BFFE-4742-A87C-7DC5238C5E1A}" srcOrd="0" destOrd="0" parTransId="{5989D42B-44EB-4C93-8A4A-60109DCF35DC}" sibTransId="{675D12C6-B531-45A8-B257-DF7F138D7EDC}"/>
    <dgm:cxn modelId="{AAE1E0E2-AA71-A349-801B-22A1D123DF48}" type="presOf" srcId="{6E20DC0B-94F1-4ECB-8AF9-80B7780D3A4A}" destId="{75DE60CF-10FE-AF4B-994E-4D9F2F6866B6}" srcOrd="0" destOrd="3" presId="urn:microsoft.com/office/officeart/2005/8/layout/list1"/>
    <dgm:cxn modelId="{1336FCE3-EB2C-4BF0-A1A9-5BEACF9E9CDA}" srcId="{9BF1827A-6546-47FF-8977-FF06EB29E012}" destId="{5353064D-5B8E-4DB5-9686-C1842294D336}" srcOrd="1" destOrd="0" parTransId="{B8D53DD3-318C-4B43-ADBB-DA5A440EEB53}" sibTransId="{CC1F789E-BFB7-4F84-80FF-F3B714C4AF4D}"/>
    <dgm:cxn modelId="{43C2BCEE-58FE-4547-9CD5-427717D6B317}" type="presOf" srcId="{BDC1BDB7-22BE-4B2F-B71C-3863E89FF4E4}" destId="{75DE60CF-10FE-AF4B-994E-4D9F2F6866B6}" srcOrd="0" destOrd="1" presId="urn:microsoft.com/office/officeart/2005/8/layout/list1"/>
    <dgm:cxn modelId="{56C03681-4B59-5C43-8E66-0F24C3E51C81}" type="presParOf" srcId="{696AC96C-871D-494B-ACC5-534313AFC39B}" destId="{95378A5B-2B95-3443-81FB-F98C17BC5EC8}" srcOrd="0" destOrd="0" presId="urn:microsoft.com/office/officeart/2005/8/layout/list1"/>
    <dgm:cxn modelId="{F25E1825-EDAF-0E4B-AD85-68EC8EF7E22B}" type="presParOf" srcId="{95378A5B-2B95-3443-81FB-F98C17BC5EC8}" destId="{52CF23BF-9086-0B4D-B76A-B531D9F6ABBF}" srcOrd="0" destOrd="0" presId="urn:microsoft.com/office/officeart/2005/8/layout/list1"/>
    <dgm:cxn modelId="{46A30033-D207-FB42-950E-524BE126B5E1}" type="presParOf" srcId="{95378A5B-2B95-3443-81FB-F98C17BC5EC8}" destId="{19662500-871B-1347-B87F-E09E33FD3C44}" srcOrd="1" destOrd="0" presId="urn:microsoft.com/office/officeart/2005/8/layout/list1"/>
    <dgm:cxn modelId="{BE72D189-B709-E744-96C1-00444C94D556}" type="presParOf" srcId="{696AC96C-871D-494B-ACC5-534313AFC39B}" destId="{C6F66F41-AD1F-804F-8F54-3DCAC461E90C}" srcOrd="1" destOrd="0" presId="urn:microsoft.com/office/officeart/2005/8/layout/list1"/>
    <dgm:cxn modelId="{5B35CD58-1272-2745-B0C8-2524BCC57EAB}" type="presParOf" srcId="{696AC96C-871D-494B-ACC5-534313AFC39B}" destId="{75DE60CF-10FE-AF4B-994E-4D9F2F6866B6}" srcOrd="2" destOrd="0" presId="urn:microsoft.com/office/officeart/2005/8/layout/list1"/>
    <dgm:cxn modelId="{970B25AE-0A76-CE4E-962F-2A30BAD441A3}" type="presParOf" srcId="{696AC96C-871D-494B-ACC5-534313AFC39B}" destId="{66390449-B1C2-E54F-8E81-1DDE8B06B49C}" srcOrd="3" destOrd="0" presId="urn:microsoft.com/office/officeart/2005/8/layout/list1"/>
    <dgm:cxn modelId="{0F0E4F54-8223-6046-962B-338FB5CA7869}" type="presParOf" srcId="{696AC96C-871D-494B-ACC5-534313AFC39B}" destId="{468624F4-D7CE-404F-9240-880F4CDDC883}" srcOrd="4" destOrd="0" presId="urn:microsoft.com/office/officeart/2005/8/layout/list1"/>
    <dgm:cxn modelId="{B347C6C9-9DFD-8A45-A4BD-E9FE16DF4111}" type="presParOf" srcId="{468624F4-D7CE-404F-9240-880F4CDDC883}" destId="{8ADB9E9D-E1C3-6C48-8E46-541401EBC9D0}" srcOrd="0" destOrd="0" presId="urn:microsoft.com/office/officeart/2005/8/layout/list1"/>
    <dgm:cxn modelId="{2C2711F1-3E85-1840-A156-92A7ABA117B6}" type="presParOf" srcId="{468624F4-D7CE-404F-9240-880F4CDDC883}" destId="{D00296D9-B902-A948-BB29-986D0094295B}" srcOrd="1" destOrd="0" presId="urn:microsoft.com/office/officeart/2005/8/layout/list1"/>
    <dgm:cxn modelId="{8DF50BC6-CAC3-F742-A7F0-E8CA95FC6218}" type="presParOf" srcId="{696AC96C-871D-494B-ACC5-534313AFC39B}" destId="{DD24E682-8D64-F241-B3CE-CEF22560E58A}" srcOrd="5" destOrd="0" presId="urn:microsoft.com/office/officeart/2005/8/layout/list1"/>
    <dgm:cxn modelId="{FEF795EC-3531-904E-B6FA-EFF0944C69B7}" type="presParOf" srcId="{696AC96C-871D-494B-ACC5-534313AFC39B}" destId="{2C854BD9-DC67-AB4E-B328-1ADC5F73F26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E60CF-10FE-AF4B-994E-4D9F2F6866B6}">
      <dsp:nvSpPr>
        <dsp:cNvPr id="0" name=""/>
        <dsp:cNvSpPr/>
      </dsp:nvSpPr>
      <dsp:spPr>
        <a:xfrm>
          <a:off x="0" y="356655"/>
          <a:ext cx="10841037" cy="2551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385" tIns="374904" rIns="841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Why do we need encryption?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Rationale behind encryption ciphers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One-time pad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Block cipher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AES algorithm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Encryption modes: ECB, CBC, CTR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Cryptanalysis</a:t>
          </a:r>
          <a:endParaRPr lang="en-US" sz="1800" kern="1200" dirty="0"/>
        </a:p>
      </dsp:txBody>
      <dsp:txXfrm>
        <a:off x="0" y="356655"/>
        <a:ext cx="10841037" cy="2551500"/>
      </dsp:txXfrm>
    </dsp:sp>
    <dsp:sp modelId="{19662500-871B-1347-B87F-E09E33FD3C44}">
      <dsp:nvSpPr>
        <dsp:cNvPr id="0" name=""/>
        <dsp:cNvSpPr/>
      </dsp:nvSpPr>
      <dsp:spPr>
        <a:xfrm>
          <a:off x="542051" y="90975"/>
          <a:ext cx="7588725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836" tIns="0" rIns="28683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Content</a:t>
          </a:r>
          <a:endParaRPr lang="en-US" sz="1800" kern="1200"/>
        </a:p>
      </dsp:txBody>
      <dsp:txXfrm>
        <a:off x="567990" y="116914"/>
        <a:ext cx="7536847" cy="479482"/>
      </dsp:txXfrm>
    </dsp:sp>
    <dsp:sp modelId="{2C854BD9-DC67-AB4E-B328-1ADC5F73F26D}">
      <dsp:nvSpPr>
        <dsp:cNvPr id="0" name=""/>
        <dsp:cNvSpPr/>
      </dsp:nvSpPr>
      <dsp:spPr>
        <a:xfrm>
          <a:off x="0" y="3271036"/>
          <a:ext cx="10841037" cy="1360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385" tIns="374904" rIns="84138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explain the rationale behind encryption and various types of encryption methods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 dirty="0"/>
            <a:t>explain what is cryptanalysis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 symmetric key ciphers</a:t>
          </a:r>
        </a:p>
      </dsp:txBody>
      <dsp:txXfrm>
        <a:off x="0" y="3271036"/>
        <a:ext cx="10841037" cy="1360799"/>
      </dsp:txXfrm>
    </dsp:sp>
    <dsp:sp modelId="{D00296D9-B902-A948-BB29-986D0094295B}">
      <dsp:nvSpPr>
        <dsp:cNvPr id="0" name=""/>
        <dsp:cNvSpPr/>
      </dsp:nvSpPr>
      <dsp:spPr>
        <a:xfrm>
          <a:off x="542051" y="3005355"/>
          <a:ext cx="7588725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836" tIns="0" rIns="28683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After this module, you should be able to</a:t>
          </a:r>
        </a:p>
      </dsp:txBody>
      <dsp:txXfrm>
        <a:off x="567990" y="3031294"/>
        <a:ext cx="7536847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2610B3-7AD2-443D-9EED-D272A55646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24C13-04C5-44FB-B034-640B84AC7A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D5BE7-7004-4067-ADFA-7CFE35CEFC19}" type="datetimeFigureOut">
              <a:rPr lang="en-SG" smtClean="0"/>
              <a:t>17/11/25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BDE46-AEBF-4095-B341-E86B41267A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A93F1-2B31-47D7-9523-E01662595A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B8634-C501-4364-B041-147E7E8978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267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1:05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29968 1477 6977,'9'16'0,"5"7"0,-6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1:05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7390 5313 10018,'-9'0'507,"15"0"1,11 0 0,6 0-841,5 0 1,1-2-1,3-2 1,-1-3-528,1-1 860,-1 4 0,8-10 0,1 5 0</inkml:trace>
  <inkml:trace contextRef="#ctx0" brushRef="#br0" timeOffset="1">8192 4983 7907,'-2'-9'1242,"-3"4"1,1 3-663,-6 2 1,7 12-1,-3 6 1,5 4-174,1 6 0,0 9 1,0 5-1,0 5-244,0 5 0,0 1 0,0 8-116,0 3 1,0 6 0,0-5 0,0-7 0,0-6-1030,0-7 0,1-15-567,5-4 0,-3-22 0,6-15 0,-1-13 1549,1-11 0,2-12 0,4-9 0</inkml:trace>
  <inkml:trace contextRef="#ctx0" brushRef="#br0" timeOffset="2">8255 5061 11337,'0'18'0,"2"3"256,3 5 0,4 10 0,8 6 1,4 7 7,5 9 0,4-4 1,1 12-191,1 1 0,-1-1 0,1-5 0,-3-5 0,-1-10-266,-1-13 0,-8-11 0,0-15 108,-7-12 1,0-7 0,-6-20 0,-3-6 97,-1-6 0,-2-4 1,0-5-1,-2-5-45,-3-3 0,3 5 1,-5 4-1,2 1-129,0-1 0,-6 14 1,6-1-400,2 8 0,-1 5 1,1 10-101,-3 0 1,1 9 0,7 5 0,1 8 0,4 2 658,2 5 0,1 8 0,6 3 0</inkml:trace>
  <inkml:trace contextRef="#ctx0" brushRef="#br0" timeOffset="3">8789 5155 7907,'0'16'-19,"0"5"0,-1 2 0,-3 0 957,-1-1 0,0 6 0,5-2-99,0 4 0,0 1 0,1 1 0,5-1-545,4 1 0,6-8 0,3-5 1,4-5-237,1-3 1,-3-9 0,5-4 0,1-12 0,-1-11-354,0-4 1,-8-10-1,-3-1 1,-6-2 110,-2 0 1,-7 13 0,2-1 0,-8 4 128,-2 1 0,-4 11 1,-8 0 235,-1 6 0,-1 2 1,2 6-1,-2 0 0,-1 2-778,0 3 0,2-1 0,6 5-3593,-1-2 4190,7 5 0,-5-3 0,5 6 0</inkml:trace>
  <inkml:trace contextRef="#ctx0" brushRef="#br0" timeOffset="4">9811 5250 7907,'0'-16'-6,"0"6"834,0-1 0,0 1-296,0-6 0,-7 7-264,-3 4 0,-4 3 0,-2 4 0,1 3 434,-1 6 1,-5 10 0,0 5 0,2 5 0,1 6-517,2 5 0,6 3 0,1 2 1,2 2-430,4 4 0,3-3 0,7 6 1,7-2-241,5-3 0,11-9 0,-1-9 0,8-8-633,3-10 1,-3-11 0,3-4 0,0-12 344,0-13 0,-8-5 0,1-15 771,-3-4 0,-4-9 0,-10 3 0</inkml:trace>
  <inkml:trace contextRef="#ctx0" brushRef="#br0" timeOffset="5">10063 5360 7907,'-16'2'114,"1"3"1,1 3-1,1 8 1,3 2 638,-2 3 1,5 3 0,1 9 0,5 4 0,1 5-173,0 3 1,7-3 0,3-3 0,6-4-590,5-6 1,-2-15 0,7-3-1,2-8-233,2-3 1,-6-14 0,-1-7 22,0-7 0,-8-10 1,3-4-1,-8-3-160,-3-3 0,-1 6 0,-6 2 0,-2 2 455,-3 3 0,-4 4 0,-9 4 1,-3 6-1,-5 6 103,-3 4 0,2 4 0,1 7 0,0 0-288,2 0 1,-4 2-1,7 3 1,3 6-967,6 3 0,0 1 0,6 1 6,3 0 0,8-2 1068,6-4 0,10 4 0,3-5 0</inkml:trace>
  <inkml:trace contextRef="#ctx0" brushRef="#br0" timeOffset="6">10346 5281 8254,'0'16'1467,"0"0"0,0-1-864,0 1 0,0 0 0,0-1 0,0 3-176,0 3 0,0 3 0,0 10 0,2 2-243,3 6 1,-3 0 0,5 3 0,-2 4-177,0 0 0,6-5 0,-4-6 0,0-4-454,0-10 0,5-12 1,-3-8 280,-1-8 0,5-19 0,-6-15-355,1-11 0,-2-12 0,4-9 0,0 2 79,-1 3 0,5-3 1,-3 12-1,3 6 0,1 1 274,1 5 0,0 13 0,0 3 620,-1 9 0,1 6 0,0 15 0,-1 5-174,1 9 1,-2 8-1,-2 13 1,-1 7 0,1 5-250,2 3 0,-3 7 1,-3-5-1,1 1-852,0-3 1,-4-12-458,5 7 0,1-20 1,3-12 1278,-4-16 0,4-26 0,-5-6 0</inkml:trace>
  <inkml:trace contextRef="#ctx0" brushRef="#br0" timeOffset="7">10865 5077 11854,'7'23'1262,"3"5"1,4 8-1004,2 11 1,5 9-1,2 9 1,-1 3-574,1 4 1,3-13 0,-5 13-1,-2-6-746,-1-7 0,-8-15 0,-1-14 0,-2-6-1699,-3-5 2759,-3-8 0,-8-4 0,-1-7 0</inkml:trace>
  <inkml:trace contextRef="#ctx0" brushRef="#br0" timeOffset="8">10959 5454 7907,'0'-10'983,"0"-1"69,0-1 0,0 3 0,0-1-558,0-3 1,0 5-1,0-3-851,0-1 1,7 5-1,2 0 1,1 2-1567,1 0 0,-1-6 1923,6 6 0,0-7 0,-1 3 0</inkml:trace>
  <inkml:trace contextRef="#ctx0" brushRef="#br0" timeOffset="9">11226 5265 7907,'0'16'538,"0"0"0,0 0 423,0-1 1,0 3-1,0 1 1,0 4-374,0 1 1,0-3 0,0 5-1,0 2-305,0 2 1,0-4 0,0 0 0,0 1-106,0-3 0,0-1 0,0-8 884,0 1-941,0 0 1,0-14 0,0-8-138,0-6 1,0-11-1,0-3 1,0-3-34,0-3 0,6 1 1,1 1-1,1 2-972,5 2 1,1 1 0,1-3-1,1 4 1,0 0-611,0-1 0,-1 6 0,1-2 1213,0 3 1,5 4-1,0 4 1,-2 5 632,-2 3 0,-8 9 1,-4 3-19,-3 4 1,-2 2 0,0 2 0,-2 1 0,-1 4 1349,-2 1 1,-6 2-1,6 6-396,1-1 1,3 1 0,2 1-1,3 2-631,1 1 0,7 1 1,1-7-1,4-6 0,4-6-445,-2-6 1,0-10 0,1-4-1,1-14-526,-2-14 1,-4-8 0,-2-9 408,-3 0 0,-6 0 0,1-1 1,-5 3-6,-5 3 1,-4 5 0,-7 11 0,-1 7 0,-2 5-175,-2 4 1,0 6 0,5-1 0,0 3-994,0 2 0,1 7-770,-1 3 1,7-1-1310,4 2 3293,10-8 0,4 4 0,7-7 0</inkml:trace>
  <inkml:trace contextRef="#ctx0" brushRef="#br0" timeOffset="10">11761 5108 15617,'0'18'1162,"0"3"0,0 0-1,0 8 1,0 8-559,0 7 1,2 8 0,3 16 0,5 6-530,4 2 0,2 3 0,0-2 0,0-6-2000,-1-8 0,-4-14 0,-1-14 1926,3-7 0,-6-5 0,0-8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1:05.96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724 1179 7907,'0'-11'-589,"0"1"1,-6 5-1,1-6 589,2-1 0,-1 0 0,1-1 109,-3 3 1,1 0 0,3-6 966,-3 0 0,4 6 1828,-5-1-1617,5 1 1,1 3-885,0 7 0,0 15 1,0 17-1,1 11 0,3 13-299,1 12 0,2 11 1,-4 7-1,0-40 1,0 2-170,-1 3 0,-1-1 1,0-3-1,0 1 0,-1 3 1,0 1-1,0-6 1,0 0-891,0 38 1,0-18 0,0-10-30,0-10 1,0-25 0,0-21-1761,0-18 2744,0-10 0,7-17 0,2-4 0</inkml:trace>
  <inkml:trace contextRef="#ctx0" brushRef="#br0" timeOffset="1">692 1195 7907,'-15'8'190,"4"1"1201,1-4-1074,-1-3 0,9 5 1,9-7-1,11-2 0,8-1-142,4-2 0,3-8 1,2 3-1,3-4-499,2-2 0,-5 6 1,2 1-1,-4 0-396,-1 0 0,-1 6 0,-1-2 0,-4 3 720,-5 2 0,-4 0 0,-1 0 0</inkml:trace>
  <inkml:trace contextRef="#ctx0" brushRef="#br0" timeOffset="2">802 1635 9798,'18'0'430,"3"-2"1,5-3-146,4-6 1,3-8 0,2-4-1,3 1-859,2-1 1,-3 0 0,2 6 0,-5-1-2252,-4 4 2825,-2 9 0,-3-2 0,-3 7 0</inkml:trace>
  <inkml:trace contextRef="#ctx0" brushRef="#br0" timeOffset="3">692 1996 8161,'-8'16'747,"2"0"1,5-6-174,1 1 0,7-8 1,5 1-1,7-8-112,7-6 1,6-4-1,3-4 1,5-3-193,5-5 1,-6-4 0,8-1-1355,-2-1 0,-1 3 0,0 1 1,-4 3 1083,-2 3 0,-1-6 0,-6 3 0</inkml:trace>
  <inkml:trace contextRef="#ctx0" brushRef="#br0" timeOffset="4">1431 1493 7907,'-10'11'300,"1"-1"1,2 2 125,4 2 1,1-3-1,2-1 1,0 4-35,0 5 0,0-1 0,0 5 0,0-1-204,0 5 0,0 2 0,2 1 1,1-2-169,2-2 1,6-5 0,-4 2 0,0-4-559,0-5 1,0-4 0,-2-1 257,5-9 0,-1-9 0,0-12 0,-2-7 198,-4-6 0,4-3 1,0-9-1,2-2-23,3-1 1,-3 0 0,2 3-1,-1 3 236,-1 1 1,5 7 0,-4 2 71,4 10 1,2 2 0,0 12 0,-1 2 0,1 9 14,0 12 1,-1 10 0,1 15 0,0 6-160,0 6 0,-6 3 0,1-3 0,-1 1-399,-1-1 0,3-9 340,-7-6 0,8-2 0,-5-3 0</inkml:trace>
  <inkml:trace contextRef="#ctx0" brushRef="#br0" timeOffset="5">2186 1210 7970,'0'-15'384,"0"-1"1,-2 2-83,-3 3 1,-4 4-1,-7 7 1,1 2 93,-1 3 1,-1 6 0,-1 12 0,1 8-66,3 9 1,1 7 0,-1 4 0,4 3 35,5 2 0,3-4 0,4 4 0,3-2-104,5-3 0,6-13 0,3-6-985,2-8 1,6-1-1,-5-18 1,3-1-626,3-2 1,0-6 0,0-6 0,-4-11 1346,-1-7 0,5-11 0,-4-1 0</inkml:trace>
  <inkml:trace contextRef="#ctx0" brushRef="#br0" timeOffset="6">2390 1210 8105,'0'16'16,"0"0"1,0-1 0,0 1 0,0 2 259,0 3 1,0 0 0,0 8 216,0 4 0,0 4 0,2 0 0,2 3 0,1 4-146,-2 3 0,4-9 1,-2 8-1,1-5-201,1 0 1,-6-12-1,5 1 488,-5-6-731,-1-10 0,0-14 1,0-12-1,0-7 53,0-7 1,0-6-1,0-4 1,2-6 22,3-4 1,-1-1-1,6 0 1,1 0-329,-2 0 0,5 5 0,-4 2 0,4 0 201,2-1 1,1 12-1,2-1 1,2 6-1682,-1 4 0,-3 5 1829,-1 4 0,0 4 0,-1 7 0</inkml:trace>
  <inkml:trace contextRef="#ctx0" brushRef="#br0" timeOffset="7">2720 1305 7861,'0'15'1031,"0"1"0,-5-6 563,0 1 1,1-2-1289,10 1 0,2-3 1,8-7-1,0-2-1018,0-3 0,5-4 0,1-6-514,3-1 1,-1 0 0,4-1-1,-2-4 1226,2-5 0,2-4 0,1-1 0</inkml:trace>
  <inkml:trace contextRef="#ctx0" brushRef="#br0" timeOffset="8">3114 1053 7860,'0'16'0,"-6"-6"0,-1 1 0,-1 3 716,-5 5 0,5 0 0,-1 7 0,0 2 292,0 2 0,6 8 0,-4 4 0,2 5-680,-1 6 1,1-2 0,5 4 0,0 1-922,0 0 1,0-7-1,0-2 1,0-8-145,0-6 0,7-14 1,4-5-1181,3-5 1,-4-6 1916,1-8 0,6-11 0,8-8 0</inkml:trace>
  <inkml:trace contextRef="#ctx0" brushRef="#br0" timeOffset="9">3239 1210 7786,'0'23'-2,"0"-9"1,0 5 0,-1 2 951,-5 2 0,5 0 0,-5 6 0,5 6-177,1 4 1,0 2-1,1 8-718,5 4 1,-3-4 0,8 3 0,-1-5-452,-1-5 1,5 5-1,-6-7 1,3-5-1679,-1-3 0,-4-8 897,4-13 0,-6-16 1177,1-11 0,-10-10 0,-4 1 0</inkml:trace>
  <inkml:trace contextRef="#ctx0" brushRef="#br0" timeOffset="10">3239 1415 7781,'9'-48'-484,"3"8"0,-6 5 0,-1 6 924,2 2 1,1 7 0,8-5 210,0 2 0,0 4 0,-1 9-282,1 4 0,0 5 1,-2 2-1,-4 5-29,-4 4 1,1 11 0,-2 5 0,-2 4-43,-1 1 1,-2 6 0,-2 2 0,-1-1-240,-2 0 0,-8 4 0,3-5 0,-2-4-400,1-5 0,-1 0 0,5-7 0,-2-4-1445,-3-4 0,3-8 0,0-12 1786,2-9 0,2-6 0,5-10 0</inkml:trace>
  <inkml:trace contextRef="#ctx0" brushRef="#br0" timeOffset="11">3695 896 7781,'0'16'455,"0"-1"0,0 1 398,0 0 1,0 6 0,0 5 0,0 4-314,0 6 1,-1 5 0,-3 8 0,-1 4-623,1 2 0,3 2 1,1 1-1,0-3-191,0-3 1,0-10-1,1 3 1,3-11-1647,1-7 0,2-14 1919,-2 1 0,-3-2 0,5 2 0</inkml:trace>
  <inkml:trace contextRef="#ctx0" brushRef="#br0" timeOffset="12">3632 1305 9829,'-8'0'1389,"1"-2"1,8-2-1,5-1-1189,4 2 1,4-4 0,2 0 0,1 0-1892,4 0 1,-2-4 0,6 4 1690,-2-2 0,5-1 0,-4-6 0</inkml:trace>
  <inkml:trace contextRef="#ctx0" brushRef="#br0" timeOffset="13">4025 1116 7781,'-7'30'751,"0"-9"0,-5 10-129,2-1 1,5-1 0,-4 3-1,2-1-548,3 1 0,3-1 0,1 1 0,0-3 0,0-3-1843,0-5 1,1-5 1139,5-5 0,-3-8 1,8-13 628,1-11 0,2-14 0,1-5 0</inkml:trace>
  <inkml:trace contextRef="#ctx0" brushRef="#br0" timeOffset="14">4057 1022 8336,'-16'0'1627,"0"0"-1476,1 0 1,4 0-694,1 0 1,6 1 0,1 5-1751,6 4 2292,6-3 0,14 7 0,1-5 0</inkml:trace>
  <inkml:trace contextRef="#ctx0" brushRef="#br0" timeOffset="15">4183 1100 7763,'-2'28'122,"-3"4"0,1-3 1,-5 11-1,2 1 884,4-1 0,-4 2 0,2 5 0,1-2-470,3-3 1,7-9-1,7-10 1,4-5-607,4-10 1,2-4-1,-4-6 1,4-5 90,1-9 0,-5-6 0,2-12 0,-3 0-71,-2-3 0,-8-7 0,-2 4-246,-5 0 0,-1-4 0,0 9 0,-1 4 0,-5 3-339,-4 0 0,1 10 1,-1 3-1,-3 3-272,-1 3 1,4 2 0,-1 7 380,-1 0 0,5 2 526,2 3 0,3 4 0,2 6 0</inkml:trace>
  <inkml:trace contextRef="#ctx0" brushRef="#br0" timeOffset="16">4419 1069 7781,'10'5'831,"0"0"0,-1 8 1,3-5-175,-1 1 0,-8 5 1,3-2-1,-5 6-303,-1 3 0,0 7 0,0-2 0,0 5-293,0 6 1,0 1 0,0 6 0,0-4-64,0-1 1,0-3-1,2-6 1,2-4-406,1-5 17,0-10 1,-3-13-1,1-14 1,3-10 167,-3-9 0,4-2 0,0-6 0,0-5-14,0 0 0,5 7 0,-1-4 1,3 5-12,1 5 0,1 0 0,2 2 0,1 0 532,2 3 1,5 14-1,-5 2 1,0 5-16,2 6 0,-9 10 0,3 10 0,-1 15-26,-4 13 1,0 6-1,4 8 1,-2 4-497,-4 2 0,3-9 0,-6 5 0,0-5-877,0-6 1,0-15-898,-2-9 2026,-3-13 0,5-13 0,-7-9 0</inkml:trace>
  <inkml:trace contextRef="#ctx0" brushRef="#br0" timeOffset="17">5047 1352 8789,'0'15'1070,"0"-6"0,2-2 0,3-7-1012,6 0 1,8-5 0,4-2 0,1-2 242,4-3 0,2 3-301,1-1 0,8-8 0,1-6 0</inkml:trace>
  <inkml:trace contextRef="#ctx0" brushRef="#br0" timeOffset="18">5834 660 7769,'0'-24'354,"0"8"1,0 11-1,0 10 1,0 7 93,0 7 1,5 13 0,2 10 0,0 3-60,0 2 1,5 6-1,-3-1 1,1-1-138,1-2 0,-6-7 1,4-1-1,-2 1-324,-4-1 1,-1-10 0,-2-10-462,0-4 0,-2-8 230,-3-4 0,-4-8 0,-7-4 0,-1 0-49,-4 0 1,4 2 0,-6 5-1,2 0 159,0 0 1,-2 7-1,6 5 175,1 7 1,-3 6 0,10 6-1,-1 0 1,1 1 105,2-1 0,3-6 0,10-4 1,4-4-30,4-1 0,4-2 0,1-4 0,3-4-69,3-5 1,-4-1-1,3-1 1,1-5 3,-1-4 0,-5-9 0,2-4 0,-3-1-406,-2-4 0,-1-2 1,-1-2 30,-3 1 0,1-4 1,-7 0-1,-1 2 1,-2 0 380,-2 5 0,0-4 0,0 8 0</inkml:trace>
  <inkml:trace contextRef="#ctx0" brushRef="#br0" timeOffset="19">6132 1132 7769,'11'0'106,"-1"0"1,2 0 166,2 0 0,-3 0 0,-1 0 29,3 0 1,1-2-1,0-3 1,-2-6-85,-2-3 0,-4-1 0,2-1 0,1 0-237,0 0 1,-6-5 0,2 0 0,-3 2 42,-2 2 0,-2 1 1,-3 0-1,-5 2-140,-4 4 0,-4 3 1,-3 7-1,-3 3 126,-1 8 1,-3 1-1,8 14 1,-1 4 289,-2 5 1,7 0-1,-1 5 1,6 0-31,4 0 1,2-3 0,7 5 0,3 0-273,5-2 1,6-3-1,5-11 1,5-5-465,4-4 1,7-8-1,1-4 1,2-6-721,4-10 1,-4-6 1185,2-15 0,0-6 0,5-2 0</inkml:trace>
  <inkml:trace contextRef="#ctx0" brushRef="#br0" timeOffset="20">6761 943 7646,'0'-10'551,"0"-1"0,0 6 0,-2-4 4,-3 2 0,2 2 1,-8 5-1,-1 0-128,-2 0 1,-3 2 0,-3 3 0,-1 7-211,2 7 1,0 6 0,1 8 0,1 4-13,3 5 0,4-2 0,-1 2 0,6 1-431,3 3 1,4-6 0,5-3 0,7-6-502,5-5 1,9-5 0,-4-10-1,4-6 123,4-3 0,-9-6 0,8-6 0,-1-13 604,-1-10 0,3-7 0,-1-8 0</inkml:trace>
  <inkml:trace contextRef="#ctx0" brushRef="#br0" timeOffset="21">6950 975 7769,'-7'22'57,"5"-4"1,-5 4-1,2-1 330,0 0 1,-1 7 0,5-2-1,-3 4-132,-1 2 0,0-1 0,5-1-877,0-4 1,1 2-1,5-9 1,4-5-1083,4-7 1704,-5-19 0,5-6 0,-5-13 0</inkml:trace>
  <inkml:trace contextRef="#ctx0" brushRef="#br0" timeOffset="22">7076 896 8382,'-7'-9'304,"3"2"13,-6 7 0,4 2-1355,-4 3 0,6-1-206,-1 6 1244,3-6 0,9 10 0,2-6 0</inkml:trace>
  <inkml:trace contextRef="#ctx0" brushRef="#br0" timeOffset="23">7201 880 7133,'0'16'91,"2"-6"0,2 1 533,1 1 0,0 7 0,-5 4 1,0 1-347,0 4 1,2 2 0,1 3 0,4 2 0,0 5-119,0 6 0,0-8 0,-3 9 1,3-1-689,2-1 1,-6-5-1,2-5 1,-3-5-1042,-2-4 0,5-7 1569,1 2 0,-8-17 0,-7-6 0</inkml:trace>
  <inkml:trace contextRef="#ctx0" brushRef="#br0" timeOffset="24">7280 990 7769,'11'-15'0,"-3"-3"102,-1-3 0,5 4 0,-1-4 177,3 3 1,2 9 0,-1 4 51,1 3 1,-2 6-1,-3 5 1,-6 8 48,-3 6 0,-2 3 0,0 6 1,0 1-245,0 3 0,-7-6 1,-4 3-1,-3-1-165,-2-4 1,1-2-1,1 0 1,1-5-802,3-4 0,-1-3 0,-4-3-988,-1-6 1,6-7 1817,-1-8 0,8-8 0,-4-13 0</inkml:trace>
  <inkml:trace contextRef="#ctx0" brushRef="#br0" timeOffset="25">7516 817 7769,'0'16'501,"0"-5"0,2-1 0,1 2 373,2 2 0,1 9 0,-5 3 0,3 4-732,1 1 0,6 2 1,-6 4-1,0 5-30,2 3 1,-3-4-1,4-5 1,-1-3-150,-3-1 0,3-8-602,-2-3 0,5-12 0,-4-11 364,-3-12 1,4-8 0,0-12 0,0-1 261,0-1 0,4-6 0,-4 5 0,0 2 1,1 4 170,1 5 1,-4 1-60,6 4 0,-6 11 0,4 1 1,-2 11-245,-4 8 0,-1 11 0,-2 7 0,0 5-113,0 4 1,0 0 0,2-6-1,1 1-750,2-1 1,2-8 0,-3-6 1007,1-5 0,7-8 0,-3 3 0</inkml:trace>
  <inkml:trace contextRef="#ctx0" brushRef="#br0" timeOffset="26">7862 1132 7808,'16'1'122,"-1"5"1,1-5 0,0 5 0,-1-5 104,1-1 0,-5 0 0,-1-1 0,2-5 82,2-4 0,2-6 1,-2-3-1,-2-4 1,-1-1 1,-8 3 0,2-4 0,-3 1-250,-2 0 1,0 3 0,-2-2 0,-3 4 47,-5 5 0,-6 8 1,-3 1-1,-2 3-45,2 2 0,-1 9 0,1 7 0,-2 8 160,2 6 0,7 7 1,3 1-230,2 2 0,-3-3 1,4 5-1,3 0 0,1 0-883,2 0 0,2-7 0,1 0 1,4-8-246,2-6 1,7-10 0,5-6 1132,-2-3 0,5-23 0,1-5 0</inkml:trace>
  <inkml:trace contextRef="#ctx0" brushRef="#br0" timeOffset="27">8098 975 9084,'-6'10'821,"1"0"0,0 1 1,5 5-521,0-1 1,2 6 0,3 2-1,4 1-251,-1 4 1,5 2 0,-6 5 0,0 3 0,0 6 31,-4 0 1,-1-1 0,-2 3 0,0-4-379,0-6 1,-2-4 0,-3-6 232,-6-5 0,3-12 0,-1-9 0,2-12 260,3-13 0,3-8 0,1-14 0,0-2-73,0-4 0,1 8 1,5-4-1,4 2 134,4 3 0,2 2 1,0 1-1,1 4-439,4 4 1,-2 6 0,6 3 0,-1 1-812,1 4 0,1 7 1,3 3-1,1 2-2104,2 4 3096,-11-6 0,22 7 0,-10-5 0</inkml:trace>
  <inkml:trace contextRef="#ctx0" brushRef="#br0" timeOffset="28">9072 959 8320,'-14'2'636,"4"3"0,-2 4 0,7 8 0,1 4-494,2 5 1,2 6-1,0 4-132,0 6 1,2 4-1,2 1 1,1 0 0,0 0-57,2 0 1,-5-7-1,5-5 1,-2-7-3,0-7 0,2-10-207,-2-6 1,-3-12 0,5-9-1,-2-8 85,1-6 0,4-8 0,-3-3 0,0 0 140,0-1 1,5 7 0,-1 0-1,3 5-11,1 4 1,1 1-1,0-1 1,0 5-94,-1 4 0,1 8 132,0 4 1,0 12 0,-2 9 0,-2 8-1,-4 6 79,-1 1 1,4 8 0,-6 1-1,-1 0 22,-3-3 0,1-10 1,2 0-1,1-1-67,-2-2 1,-1-6-96,-2-8 1,0-8 0,0-4 0,0-10 38,0-7 1,2-9-1,1 2 1,3-6 29,-3-4 0,4 1 1,0-4-1,2 3 49,3 1 0,-3 5 0,1-5 0,3 5-46,1 4 0,1 7 1,1 0-1,0 6-40,-1 8 0,-4 5 0,-2 7 0,-1 9 36,1 8 0,-4 8 1,4 3-1,-2 1-398,-3-1 1,-1 0-1,1-2 1,1 1-179,-2-5 0,-1-8 0,0 0 571,3-3 0,-3-3 0,5 1 0</inkml:trace>
  <inkml:trace contextRef="#ctx0" brushRef="#br0" timeOffset="29">9827 1147 7769,'0'11'148,"2"-2"283,3-2 0,-1-2 0,6-5-220,2 0 1,2-2 0,2-3-1,0-7-28,-1-8 1,1 1 0,-2-5 0,-2-1-228,-1 1 0,-2-2 0,1-4 0,-5 4-100,-3 5 0,-2 3 1,-2 3-1,-3 1 144,-5 3 1,-6 4 0,-3 7 0,-4 4 156,-2 6 0,5 2 0,-5 15 1,1 2 201,-1 6 0,11 5 0,-2 8 0,4-1 17,3 0 1,3 0 0,7-2 0,4-1-259,6-2 1,5-7 0,5-2-1,5-8-902,4-10 1,1-10-1,0-3 1,3-10-134,2-13 0,-2-9 0,2-7 1,-3-6 916,-1-8 0,-1 2 0,1-5 0</inkml:trace>
  <inkml:trace contextRef="#ctx0" brushRef="#br0" timeOffset="30">10315 959 7769,'0'-16'24,"5"6"0,0-1 274,-1-1 0,-3 3 0,-1-1 0,-1-1 241,-5 2 0,3 1 0,-8 4-154,-1-1 1,-2 0 0,-2 5-108,1 0 1,1 2 0,3 4-1,4 8-102,0 6 0,5 8 0,-3-4 0,3 2-136,2 0 1,2 1 0,3 4 0,4 1-147,0-1 0,5 0 0,-5 1 0,1-1-112,1 1 0,-3-1 1,3 1 168,-6-1 0,-3 0 0,-2 1 1,0-2-1,0-2-472,0-2 0,-7-7 0,-4 0-337,-3-7 0,-1-5 1,1-8 352,3-5 0,4-4 0,7-11 0,0-7 505,0-7 0,7 2 0,9-13 0,8 6 0</inkml:trace>
  <inkml:trace contextRef="#ctx0" brushRef="#br0" timeOffset="31">10550 975 7768,'0'-11'544,"0"1"1,-1 6 387,-5-1 0,-2 5-348,-8 5 0,2 4 1,3 8-1,4 2-425,0 2 0,6 7 0,-4-1 0,3 2-83,2 3 1,0-1 0,2 1-1,1-1-176,2 0 1,6-1 0,-4-2 0,0-3 0,1-1-180,1 0 0,-5 3 1,1 2-1,-5-3 189,-5-5 0,-2-3 0,-6-2 0,3-1-312,-2 1 0,-2-5 0,-2-3 0,0-1-443,1-3 1,4-2 0,2-4 376,2-3 0,4-4 1,8-7-1,6-1 468,3-4 0,8 3 0,3-5 0</inkml:trace>
  <inkml:trace contextRef="#ctx0" brushRef="#br0" timeOffset="32">10802 1132 7769,'-11'0'0,"1"0"635,-2 0 1,-2 1 0,-2 3-135,0 1 1,1 7 0,-1-1-1,0 3 1,2 2-163,4-1 1,-3 6 0,8 0-320,2-2 1,3-1-1,7-4-311,8-4 0,1-3 0,5-7 0,-2-1-278,2-5 0,-3-2 0,3-10 0,-4-1 232,-1-2 1,0-5 0,-1 3 0,1 0 494,0 1 1,-6 1 0,-1 5 1550,-2 0-1542,5 8 1,-10 15-1,3 13 1,-3 8-398,-2 4 1,0 1 0,0 0 0,0 0-386,0-3 0,5-4 0,2 0 0,2-5 135,3-3 0,2-9 1,2-4-1,0-5 480,-1-5 0,1-18 0,0-10 0</inkml:trace>
  <inkml:trace contextRef="#ctx0" brushRef="#br0" timeOffset="33">11164 1022 8023,'-11'0'916,"1"0"0,-1 7 0,-3 3-703,4 4 1,1 2 0,5 0 0,-1-1-1,2 3-114,1 3 0,2-4 1,0 4-1,0-3-433,0-3 1,7-6 0,3-4 0,4-3-74,2-2 1,-5-2 0,-1-3-1,2-5 57,2-4 0,2-7 1,-2-2-1,-2 0 293,-1 0 1,-6 3 0,4 4 1451,-2 0-937,5 7 0,-5 6 0,3 12 0,-4 8 68,-5 6 0,-1 5 0,0 8 0,0 6-160,0 4 1,-5 1-1,-2 0 1,-2 2-229,-3 3 1,-2-8-1,-2 1 1,2-6-803,4-10 1,-4-4 0,4-11-362,-4-4 0,3-3 0,2-8 1,2-6-345,4-9 0,1 0 1369,2-5 0,0-3 0,0-1 0</inkml:trace>
  <inkml:trace contextRef="#ctx0" brushRef="#br0" timeOffset="34">11431 1305 7769,'26'0'0,"-1"0"175,-3 0 0,-1 0 0,-3 0 0,1-2 62,2-3 1,0-9 0,-5-7-1,-1 0 1,-1 0 169,-3 0 0,-3-5 0,-4 3 1,1 0-327,-1 0 0,-4 3 1,-6 4-1,-4 0-77,-4 0 0,-4 2 0,-1 4 1,-3 5 44,-3 3 0,4 2 0,-3 2 0,-1 5 146,1 8 1,5 3 0,-1 8 72,8 2 0,0 9 1,7 5-1,1 3-4,2 2 1,4 4 0,3-1 0,8-1 0,6 0-365,7-5 0,4-6 0,1-13 0,4-10 234,7-8 1,-4-8 0,13-11-135,0-15 0,6-16 0,-1-13 0</inkml:trace>
  <inkml:trace contextRef="#ctx0" brushRef="#br0" timeOffset="35">12516 1037 7769,'0'-10'694,"0"-1"1,-2 8 0,-3-2-220,-6 3 1,-3 11-1,-3 6 1,-2 10-222,-2 5 1,-2 6 0,4 3 0,-1 1-124,6 3 1,1 1 0,7-2-1,3-5-273,1-4 0,4-9 0,3-4 0,7-8-185,7-7 1,6-7 0,6-6 0,1-12 35,-1-8 0,1-1 0,-3-13 0,-1-2 91,-1-1 0,-6-4 1,3-4-1,-1-2 148,-4-1 1,-9 7 0,-4 10 0,-5 6 618,-1 9 1,0 13-69,0 11 1,-5 9 0,0 14-405,1 8 1,3 2 0,1 9-1,0 0 1,1 0-219,5 0 0,-3-7 1,6 2-1,0-4-795,-1-2 0,1-6 0,3-4 1,-1-6 181,1-4 0,2-4 1,2-9 735,-1-3 0,1-11 0,0-8 0</inkml:trace>
  <inkml:trace contextRef="#ctx0" brushRef="#br0" timeOffset="36">12877 1006 7769,'9'-7'653,"-2"-2"1,-7 2 13,0 7 0,0 9 0,0 12 0,0 5-284,0 4 1,2 1 0,1 1 0,3 1-218,-3 4 1,1-3-1,-1 7 1,2-3-149,-1-3 1,3-7 0,-2-4-328,-2-1 1,4-7 0,0-9 0,0-7-182,0-12 0,6-11 1,-5-14-1,3-5 69,-1-3 1,1-4-1,5 0 310,-1 2 1,1-2-1,0 14 1,-1 5-1,3 8 263,3 4 0,-9 9 0,4 6 182,-2 6 0,-5 15 0,-1 12 0,-1 6 0,-1 4-271,0 4 0,-4 0 1,3-1-1,-3-2-620,-2-3 1,2-7-1,3-8-103,6-5 1,-3-6-1,3-16 660,1-6 0,2-15 0,2-15 0</inkml:trace>
  <inkml:trace contextRef="#ctx0" brushRef="#br0" timeOffset="37">13522 723 7983,'0'16'445,"0"-1"0,-5 3 0,-1 3 0,3 5-77,1 4 0,2 6 1,2 3-1,1 1-152,3 4 0,6-4 1,-3 0-1,1-2 101,1-3 0,-6-8 0,5-8-712,3-7 138,-6-5 0,-7-7 0,-11 0 1,-3 0-119,-2 0 1,-5 0 0,0 0-1,2 2 126,2 3 1,1 5-1,0 10 1,2 1 399,4-2 1,-2 0 0,6 0-1,3 2 353,1-2 0,9-1 0,4-4 1,3-2-254,1-1 1,1-8-1,2 1 1,1-8-128,2-6 1,5-11 0,-5-4 0,-2-1-683,-1 0 1,3-2 0,-2-7 0,-4-2-3020,-2 2 3577,-10 2 0,11-5 0,-5-2 0</inkml:trace>
  <inkml:trace contextRef="#ctx0" brushRef="#br0" timeOffset="38">14528 943 7769,'-10'-10'482,"-1"-1"1,6 2 0,-4-3-140,2 2 1,0 6-1,4 1-115,-2 6 1,-1 6-1,6 8 1,0 6-35,0 9 1,0 6 0,0 9-1,0 0-424,0 0 1,0 8 0,0-1 0,0 0-495,0-2 0,6-6 1,-1 4-1,-2-6-316,-1-7 0,-2-16 1040,0-6 0,7-9 0,2 1 0</inkml:trace>
  <inkml:trace contextRef="#ctx0" brushRef="#br0" timeOffset="39">14591 943 7769,'14'-16'-31,"-2"2"1,-1 4 211,1 5 1,2 3 0,2 2-54,-1 0 1,1 2 0,-2 3 0,-2 5 108,-1 4 0,-8 2 0,3 0 0,-5 1 49,-1 4 0,0-3 0,0 4-149,0 1 0,-7-5 0,-3 3 0,-4-6 0,-2-3-168,0-1 0,-1-2 0,-2 3 0,-2-3-796,2-2 0,6-2 1,3-5-1,-1-2-1093,3-3 1920,1-4 0,0-7 0,-2 1 0</inkml:trace>
  <inkml:trace contextRef="#ctx0" brushRef="#br0" timeOffset="40">14874 912 7769,'2'10'0,"1"1"169,3 1 0,-1 2 0,-5 3 0,2 2 0,1 4 115,2 2 1,1 1-1,-6 4 1,0-3 30,0 0 1,0-1-1,0 4 1,0-4-202,0-5 1,-2-4-625,-3-1 422,3-7 0,-5-15 1,7-11-1,2-6 9,3-5 0,-2-3 1,8-4-1,1-2 27,2 2 0,2 0 0,-1 2 0,1-2-139,0 0 0,5 11 1,0-4-1,0 7-422,1 7 0,-2 4 0,4-1 613,-1 6 0,-2 10 0,-5 4 0</inkml:trace>
  <inkml:trace contextRef="#ctx0" brushRef="#br0" timeOffset="41">15330 1116 7769,'9'0'569,"0"0"0,-6-2-213,2-3 0,6-4 0,-6-8 1,0-4-204,2-5 0,-5-4 0,3-1 0,-3-1-72,-2 1 1,0-1-1,0 3 1,0 2-156,0 6 1,-7 9-1,-4 3 107,-2 2 1,-3 16 0,0 12 0,0 11-19,1 9 1,4 3 0,1 12 0,-1-2 83,2-3 1,1-2 0,4-4 0,1-1-575,4-2 0,1-9 0,9-3 0,3-11-252,5-7 1,0-10 0,7-2 0,1-11 726,-3-8 0,0-7 0,-6-9 0,-2-2 0,10-6 0,-9 2 0</inkml:trace>
  <inkml:trace contextRef="#ctx0" brushRef="#br0" timeOffset="42">15503 959 8282,'-9'2'1375,"4"3"-1019,3 5 0,2 6 0,0 5-273,0 5 1,7 6-1,2 4 1,1 4-1,1 2-92,1 0 1,2-5 0,2 1 0,-2-3-58,-4-5 0,4-11 0,-3-3 0,3-9 16,2-5 1,-3-11 0,0-7 0,-3-8 22,2-6 1,-3-8-1,2-4 1,-1-4 52,-1-1 0,3 0 0,-5 2-380,2 3 1,-4 3 0,4 8 0,0 1-421,-1 4 1,-2 0 0,4 8 773,2 4 0,2 16 0,2 0 0</inkml:trace>
  <inkml:trace contextRef="#ctx0" brushRef="#br0" timeOffset="43">15880 1085 7769,'9'1'297,"-2"3"38,0 1 1,-3 0 0,6-5 7,2 0 1,-3-7 0,1-3 0,1-6-82,-2-5 1,3 4 0,-5-6-1,0 2-192,0 0 1,-2 0-1,-5 5 1,0 1 35,0-1 1,-5 5-1,-2 3 1,-2 1-127,-3 3 1,0 6-1,-1 7 1,3 8-17,-2 6 0,3 3 0,0 6 1,2 1-101,4 3 0,-4-2 0,2 2 0,1-1-336,2 2 1,9-6-1,4 1 1,3-10-689,2-4 0,-1-4 0,3-4 1160,3-4 0,-4-19 0,6-4 0</inkml:trace>
  <inkml:trace contextRef="#ctx0" brushRef="#br0" timeOffset="44">16148 1006 8249,'-16'16'617,"7"-1"0,4 1 1,3 0-216,2 0 0,-5 6 0,0 3 0,1 3-201,2 3 0,2-1 0,0 10 0,0 0-139,0 0 1,0-8-1,0 1 1,0-2-304,0-3 0,6-7 35,-1 0 1,5-14 0,-3-12 65,2-14 0,-4-11 0,4-8 0,0-8-87,0-4 0,1-3 0,6 4 0,-2 0 0,-2 2 194,-2 7 0,1 5 1,5 5-1,-2 4 298,-4 5 1,4 11 0,-5 6-216,0 8 0,3 11 1,-7 12-1,0 4 60,2 6 1,-5 3 0,3 7-1,-3 0-569,-2 0 1,2-6 0,1-6 0,4-6-454,2-3 1,-4-8 0,6-6 911,1-15 0,2-13 0,2-23 0,-1-1 0</inkml:trace>
  <inkml:trace contextRef="#ctx0" brushRef="#br0" timeOffset="45">16651 849 9495,'0'15'396,"0"3"0,0 3 1,0 5 31,0 4 0,0 5 0,0 5 0,0 7-577,0 2 1,0 2 0,0-3-399,0 0 1,0 1-1,0-11 1,0-1-993,0-4 1,0-5 1538,0-13 0,-7-13 0,-2-4 0</inkml:trace>
  <inkml:trace contextRef="#ctx0" brushRef="#br0" timeOffset="46">16541 1242 8076,'-2'-11'886,"-3"1"1,3 5 0,-2-6 0,8 1-524,6 1 0,6-5 0,3 5 0,6-1-542,5-1 1,-1 1 0,15-6 0,5-1-1026,7-4 1204,5 3 0,9-12 0,1 6 0</inkml:trace>
  <inkml:trace contextRef="#ctx0" brushRef="#br0" timeOffset="47">17405 959 7769,'0'-16'0,"0"6"0,-1 1 355,-5 2 50,5 2 0,-6 13 0,7 8 0,0 10-72,0 9 0,5 11 1,0 8-1,-1 2-247,-3 3 0,-1-1 0,0 1 1,0 0-298,0-4 0,0-5 0,0-6 0,0-6-3153,0-6 3052,0-11 1,0-20 0,0-16 0,-1-15 311,-5-12 0,-2 0 0,-8-12 0</inkml:trace>
  <inkml:trace contextRef="#ctx0" brushRef="#br0" timeOffset="48">17390 1085 7769,'15'-25'-66,"1"4"1,0 4 0,0 1 0,1 0 107,4 1 1,-2 4-1,6 2 1,-1 2 173,1 4 1,-4 1 0,1 4-1,-2 3-64,-6 6 1,-4 4 0,0 4 0,-4 4 36,-5 2 0,-2 1 0,-3 4 0,-5-3-166,-4 0 0,-1-1 0,-11 4 0,1-3-309,-1 0 1,1-8 0,-4 0 0,3-5-195,3-3 0,1-6 0,5 4 0,0-3-490,0-2 970,8-2 0,-6-9 0,5-2 0</inkml:trace>
  <inkml:trace contextRef="#ctx0" brushRef="#br0" timeOffset="49">17799 1179 7827,'7'9'-6,"-6"-1"1,6-4-102,0 1 1,2 0 0,7-5 0,-1-1 281,1-5 0,0-2 0,-2-10 0,0-3-195,2-5 1,-9 1-1,8 1 1,-3 0-135,-3-1 0,-2 6 1,-7-2 418,0 4 1,-7 3-1,-3 3 1,-4 8 165,-2 6 0,-5 6 1,0 7-1,0 1-126,-2 4 0,6 3 0,-4 10 0,4 0-261,1 3 1,5 2-1,3-4 1,1 3-537,3 2 1,2 2-1,4 2 1,3-4-584,6-3 0,5-20 1,5 2 1074,5-8 0,10-6 0,5-5 0</inkml:trace>
  <inkml:trace contextRef="#ctx0" brushRef="#br0" timeOffset="50">18144 1100 7769,'-15'21'472,"-1"-2"1,0 1 75,1-3 1,-3 8 0,1 2-167,1 8 1,-2-1 0,11 4 0,0-3-213,0-4 1,9 3 0,9-13 0,4-4 0,6-5-388,6-7 1,4-5 0,4-5 0,2-9-154,-2-10 1,-2-4 0,-4-12 0,-1 0 5,-1-1 1,-10 6 0,-1-1 0,-9 3 340,-5 1 0,-2 2 0,-2 4 0,-5 5 276,-9 4 1,-1 6 0,-8 3 0,1 1-379,-1 3 0,6 2 0,-2 2 1,4 2-795,1 3 0,5-1 0,3 6 919,1 3 0,1-6 0,13 7 0,2-6 0</inkml:trace>
  <inkml:trace contextRef="#ctx0" brushRef="#br0" timeOffset="51">18475 1037 7769,'0'16'245,"0"0"0,0 0 0,0-1 388,0 1 0,0 1 1,0 4-1,0 6-280,0 2 1,0 10-1,0 1 1,0 4-570,0 3 1,0-7 0,0 9 0,0-4-510,0-6 1,0-4 0,0-6 0,0-3-120,0-5 0,0-12 1,0-9 843,0-9 0,0-12 0,-7-10 0,-2-9 0</inkml:trace>
  <inkml:trace contextRef="#ctx0" brushRef="#br0" timeOffset="52">18475 1179 7769,'7'-16'-75,"0"-1"1,5-3-1,-2-1 59,3 2 1,0 2-1,3 1 1,2 0 491,3 1 1,-4 6-1,4 4 1,-3 3 0,-4 4 0,-2 3 1,-4 5-123,-1 4 1,-1 4 0,-6 1-1,-2 4-186,-3 1 1,1 2 0,-6 6 0,-2-1-413,-2 1 0,-4-6 1,-1-2-1,-2 1-448,2-1 0,6-5 1,3 1-111,-2-8 1,0-7-1,1-10 1,6-7 800,3-8 0,16-11 0,3-9 0</inkml:trace>
  <inkml:trace contextRef="#ctx0" brushRef="#br0" timeOffset="53">18852 927 7769,'0'16'163,"0"0"503,0 0 1,0-1 0,0 3-1,0 3-168,0 5 1,0-2-1,0 2 1,0 4-377,0 5 0,0 4 0,-2 2 0,-1-2-671,-3-1 0,1-5 0,5 2 1,0-7-3724,0-7 4272,0-3 0,2-15 0,1-6 0,4-8 0,2-6 0,-4-2 0,6 3 0,1 2 0,2 3 0,-3-1 0,-3 5 0,1 0 227,0 0 0,1-3 1,6 3-1,0 0 351,-1 0 0,1-5 0,2 1 1,1-3-270,2-2 0,2 4 1,-6-2-1,2-3-330,0-1 1,-10 1 0,5 1-1,-5-1 76,-6-4 0,-1 3 0,-4-3 0,-3 6-156,-5 4 1,-10 4-1,-2 7 1,-3 0 370,-3 0 1,4 9 0,-1 5-1,3 7 207,2 3 0,8 4 0,4 7 0,1 2-109,3-2 1,2 0 0,2 0 0,2 3-364,3 2 1,11-5 0,10 0-1,4-7-1085,1-7 1,3-5 0,2-6 1079,6-5 0,11-24 0,2-7 0</inkml:trace>
  <inkml:trace contextRef="#ctx0" brushRef="#br0" timeOffset="54">20094 1006 7769,'-9'-16'57,"-3"1"1,5-1 141,-2 0 0,-1 2 0,-6 2 0,0 1 201,1-1 1,-3 5 0,-1 4 0,-2 6 208,2 8 1,1 10 0,3 7 0,1 6-344,3 8 0,-1 6 0,5 2 0,0 4-290,0 2 1,2-3 0,5 4 0,0 3-307,0 1 1,5-4 0,2-1 0,0-3-763,0-8 1,5-7-1,-1-13 177,3-9 1,-6-9-1,-2-13 915,-5-4 0,-1-11 0,0-3 0</inkml:trace>
  <inkml:trace contextRef="#ctx0" brushRef="#br0" timeOffset="55">19732 1430 7769,'0'-15'0,"-1"1"0,-3 1 454,-1 3 1,0-1 248,5-4 1,1 4 0,5 3-693,4 1 0,4 1 0,4 6 1,1 0-408,2 0 0,7 0 0,-2 0 0,4 0 48,1 0 1,1-5 0,-1-2 0,0-2 0,1-3-27,-1-2 1,-6 2 0,-4 0 0,-4-2 373,-1 1 0,-6 3 31,1 0 0,-8 4 0,1 12 234,-8 4 1,3 4-1,-6 3 1,1 4 254,1 6 1,-2 2 0,4 3 68,-3-1 1,-1 1 0,4 1 0,-4 2-382,-2 1 1,1-1 0,-5-7-1,5-2 61,1 2 0,-4-5 0,4-2 122,-2-3 1,6-6-1,-2-7-517,3-10 0,2-9 0,2-7 0,3-7-401,5-7 0,6 0 0,3-5-130,2 1 1,7-4-1,-2 3 1,4-1 3,2 5 1,-3-1 0,-1 4 0,-2 7 652,2 6 0,-5 3 16,-2 12 0,-10 7 1,-6 8-1,-5 4 0,-4 3 490,-1 4 0,-7-1 0,1 6 0,-3 2 313,-1 1 0,1 5 0,1 1 1,5 1-345,1-1 0,1-7 0,6-3 1,0-1-402,0 0 0,7-10 0,4 0 0,5-5-196,5-5 1,-2-10 0,5-4 0,1-8 29,-1-8 1,-5 0 0,2-12 0,-5 1-68,-5 0 0,-3 1 1,-4 6-1,1 2 83,-1 2 0,-10 5 1,-4-2-1,-4 4-179,-2 5 0,-1 9 0,-3-1 0,-1 5-331,2 1 0,2 1 1,1 3-1,2 3-150,4 2 1,1-4-1,5 5 736,-1 3 0,7-6 0,8-2 0,4-3 0,2-2 0,0 0 0</inkml:trace>
  <inkml:trace contextRef="#ctx0" brushRef="#br0" timeOffset="56">20519 1289 7769,'10'0'126,"1"0"459,1 0 0,-4 2-76,3 3 0,-8 4 1,3 8 65,-5 4 1,-1-2 0,0 7 0,0 2-344,0 2 1,0 7 0,0-1 0,-1 1-29,-5 1 0,5-10 0,-6 2 0,1-4 397,1-1-988,0-13 0,5-2 1,0-18-1,0-10 159,0-4 0,2-5 0,3-4 1,4 0 86,-1-1 1,5 2 0,-6 2 0,1 4 114,5 1 0,-1 1 0,0 4 0,-3 1-2,-2 3 0,5 8 1,-1 1 59,3 3 1,-4 11 0,-1 5 0,-2 7 83,-4 4 1,4 1-1,-2 3 95,-1-2 1,-2 1 0,-2-7-1,0-2 1,0-2 308,0-1 0,0-6-647,0 1-63,0-8 0,0-8 1,0-12 146,0-6 0,5-3 0,2-6 1,2 1-1,3-1-150,2 1 0,2 0 0,1-1 1,2 1 176,2-1 1,2 8 0,-2 5-1,5 5 214,4 3 0,-4 8 0,-2 1 0,-1 11-137,-4 12 1,-1 8 0,-4 8 0,-2 7 51,-1 6 1,-8-1-1,2 4 1,-3-4-137,-2-2 1,0-12-1565,0-4 0,0-19 0,0-8 0,2-18 1587,3-16 0,4-15 0,6-11 0</inkml:trace>
  <inkml:trace contextRef="#ctx0" brushRef="#br0" timeOffset="57">21761 1053 7708,'-9'-7'15,"0"5"0,6-5 435,-3 0 0,1 4 330,5-8 0,-2 8-58,-3-2 1,3 5 0,-1 5-205,6 5 0,-1 6 0,3 5 1,-3 5-187,-2 4 1,0 10-1,0 6 1,0 6-389,0 4 0,0 1 0,-2 5 0,-3-3-456,-5-1 0,1-8 0,-1 1 0,-1-7-807,2-8 0,1-15 0,4-9-313,-1-8 1,1-8 1631,10-11 0,2-8 0,8-1 0</inkml:trace>
  <inkml:trace contextRef="#ctx0" brushRef="#br0" timeOffset="58">22059 1147 9494,'-10'0'600,"1"2"1,0 2-114,1 1 0,-3 7 1,-5-1-1,-1 3-206,-4 1 0,4 3 0,-6 1 0,2 4-43,0 1 1,0 2 0,5 4 0,1-2 22,-1-2 1,7 0-1,4 4 1,3-2-134,2-2 1,0-7-1,2 2 1,3-3-305,6-2 0,8-8 1,3-3-1,3-3-688,3-2 0,2 0 1,1-2-1,0-3 377,1-5 1,-2-9-1,-2-4 1,-2-2-772,2-3 0,-4 4 0,-1-2 1258,-6-2 0,10-9 0,-10-3 0</inkml:trace>
  <inkml:trace contextRef="#ctx0" brushRef="#br0" timeOffset="59">22217 1226 7792,'-11'0'1700,"1"0"1,1 2-1208,-2 3 0,4 9 0,6 9 0,-3 1-187,-1 4 1,0 7 0,5 3 0,0 3-146,0 2 0,-2-4 0,-2-3-145,-1-2 1,0-5 0,5-3 0,0-5 261,0-3 1,2-9-954,3-4 0,2-12 0,5-9 1,-1-8 202,1-6 0,2-8 0,2-4 0,-1-4 0,1-1 246,0 0 0,-1 5 0,1 4 1,0 3 407,0 5 0,-6 9 0,1 2 118,1 7 1,-5 6 0,-2 12 0,-3 6 285,-2 7 0,0 5 0,0 8 0,-2 1-338,-3 4 0,3-4 0,-3 4-763,3-4 0,2-2 1,0-1-1,0-2-357,0-2 1,2-12-1,1 2 1,4-4-1,4-3 423,6-4 1,-1-10-1,7-8 1,-1-6 448,5-7 0,-3-5 0,1-6 0,-1-3 0,0 0 0,-4-4 0,-1 7 64,-7 2 1,0 9 0,-6 5 418,-3 4 0,-8 10 1,-6 7-1,-3 10 436,-1 9 1,-6 8-1,1 8 1,5 3-464,3 2 1,6 0 0,-2 2 0,1-5-410,3-4 1,9-3 0,6-2-1,3-6 1,3-4-239,4-9 0,-2-8 1,6-8-1,-1-10-56,1-13 0,-6-3 1,0-9-1,-5-2 180,-3-1 0,-8-2 0,2 1 0,-5 5 397,-5 4 0,-4 4 0,-6 3 0,-1 4-329,0 5 0,-1 3 0,-2 4-1808,-2 4 1229,0 3 1,12 9-1,4 3-219,3 5 1,9 4-1,3 0 1,4-1 796,2-3 0,-7-6 0,12 10 0,-4-6 0</inkml:trace>
  <inkml:trace contextRef="#ctx0" brushRef="#br0" timeOffset="60">22735 1226 7769,'9'7'246,"-2"2"203,-7 6 0,5-4 0,1-1 0,-3 3 0,-1 1 53,-2 1 0,2 3 1,1 1-1,4 4-298,2 1 1,-4-3 0,6 4-1,1-1-98,2 0 1,-4-4-1,1-1 1,1-5 88,2-4 0,2-8 0,-1-2 0,1-10-140,0-10 1,0-6-1,-1-9 1,-1-3-596,-3-2 0,1 3 0,-5-1 0,0 3 534,0 5 1,-2 9 0,-5 0 410,0 4 0,0 10 1,0 7-76,0 8 1,0 12-1,0 2-229,0 3 1,0 1 0,0 5 0,0 1-1,0 1-124,0 4 1,5-8 0,2 4 0,0-1-287,0-4 0,0-7 0,-1 0 224,4-4 0,4-10 0,0-9 0,-2-12 61,-1-10 1,-1-13-1,6-5 1,0-6 246,-1-10 1,1 6 0,0-8 0,0 8-548,-1 6 0,1 8 0,0 0 0,-2 4-879,-4 10 1,2 10 0,-6 7-482,-3 5 1,-1 0 1683,-2 13 0,0-1 0,0 6 0</inkml:trace>
  <inkml:trace contextRef="#ctx0" brushRef="#br0" timeOffset="61">23380 1226 7769,'-9'21'95,"4"0"0,-2 7 0,0-4 0,0 2 1,-2 1 813,1 1 0,4 1 0,-1 1 0,3-4-1623,2-5 1,0-3-620,0-3 0,5-8 0,1-8 1333,-3-13 0,6-16 0,0-10 0</inkml:trace>
  <inkml:trace contextRef="#ctx0" brushRef="#br0" timeOffset="62">23427 1100 7781,'-15'-15'-3,"6"4"0,2 2-335,0 2-1010,5 2 1348,-5 5 0,7 0 0,0 0 0</inkml:trace>
  <inkml:trace contextRef="#ctx0" brushRef="#br0" timeOffset="63">23600 1100 7769,'-7'16'455,"4"-6"0,-6 1 0,2 1 185,3 2 1,1 4 0,0 1 0,-3 3-196,3 3 0,1 3 0,2 7 0,0 3-363,0 2 1,0-1 0,0 4-1,0 1 97,0-5 0,5-4 0,1-6-453,-3-3 1,0-10 22,3-11 1,-3-17 0,8-11 0,-1-10 18,-1-9 0,5-5 0,-4-3 0,3-1 0,-1 2 2,-2 0 1,1 16 0,5-7-1,-1 3 549,1 4 1,0 10-1,-1 6 1,1 3-76,0 7 1,-6 5 0,-1 9-1,0 9-106,0 8 0,-6 9 0,2 7 1,-3 8-682,-2 1 0,-5 1 0,0-1 0,1 0-646,2-4 0,-3-10 0,0-3 1189,1-10 0,10-11 0,2-4 0</inkml:trace>
  <inkml:trace contextRef="#ctx0" brushRef="#br0" timeOffset="64">24088 1085 7901,'-16'0'286,"-5"7"1,0 1 0,2 3 617,1-1 1,3 1-1,1 4 1,1 1-301,3 0 0,6 0 1,-1-1-1,3 1-531,2 0 1,7-1 0,4-1 0,3-1-387,2-3 0,1-6 0,2 1 0,4-3-488,1-2 1,-8-7 0,2-4 0,-1-5 369,1-5 1,-10 4 0,6-4 0,-3 4 808,-3 1 0,-4 5 0,3 3 266,0 1 0,-5 3 1,3 9-254,-3 6 1,-1 10-1,3 7 1,1 7-110,-1 7 0,-3 10 0,-2 6 1,-5 3-105,-4 2 0,-4-6 0,-4-3 0,-2-3-333,-7-6 0,-2-8 0,-3-4 1,1-10-393,-1-13 0,1-10 1,-1-10 409,1-11 0,-1-14 137,1-7 0,0-10 0,-1-4 0</inkml:trace>
  <inkml:trace contextRef="#ctx0" brushRef="#br0" timeOffset="65">25015 959 7932,'0'-9'1211,"-5"9"1,0 12-1117,1 7 1,3 11-1,-1 10 1,-2 4-1,-1 8-171,2 8 0,1 6 0,2 11-323,0-4 0,0-5 1,0-10-1,-2-7 1,-1-8-390,-3-6 0,1-16 788,5-5 0,-14-11 0,-3 2 0</inkml:trace>
  <inkml:trace contextRef="#ctx0" brushRef="#br0" timeOffset="66">24811 1399 8037,'-5'-11'0,"-2"3"934,-2 1 1,5 0-824,-1 1 0,5-1 0,5-5 0,6 4-158,3 1 1,3 0-1,4 3 1,5-1-309,4 1 1,2 1-1,-1-1 1,1-1-263,-1 2 1,0-4 0,1 0 616,-1-2 0,1-2 0,-1-4 0</inkml:trace>
  <inkml:trace contextRef="#ctx0" brushRef="#br0" timeOffset="67">25330 1037 7536,'-11'14'517,"1"-3"1,6 3-1,-3-2 1,2 5-186,0 4 0,0 7 0,5-1 0,0 4-217,0 6 1,0 3-1,0 5 1,0-1-17,0-2 0,0-7 0,0 1 1,0-4-357,0-6 1,0-8 0,1-10-27,5-1 0,-3-3 1,7-9-1,1-8 103,-2-6 0,5-5 0,-4-8 1,4-1 78,2-4 1,0 4 0,-1-4 0,1 4 193,0 2 0,-1 5 0,1 1 230,0 3 1,0 8-250,-1 8 1,-6 13 0,-4 9 0,-3 8-463,-2 6 0,0 2 0,0-1 1,0 0 91,0 1 1,0-8-1,0-3 1,0-3-288,0-3 1,2-4 582,3-1 0,-1-8 0,4-2 0,-1-9 0,-3-5 0,3-1 0,0-1 0,0 0 0,0 1 0,3-1 0,-5 0 0,1 2 7,1 4 1,0-4 0,5 5 385,-2 0 0,1-5 0,5 6 0,1-3-38,4 1 1,-4-1 0,6-5-1,-4 1-133,-3-1 0,9-1 1,-11-3-1,0-1 1,-4 2-176,-3 2 0,-2 1 0,-5 0-29,0 1 0,-7 6 1,-3 4-1,-6 3 7,-5 2 0,2 0 0,-6 2 0,3 3 27,3 5 1,1 9-1,2 4 1,1 2 359,-1 3 0,7 7 1,4 3-294,3 2 1,2 2-1,2 3 1,3-1-1,7-4-69,8-1 0,4-8 0,7-6-351,1-3 0,1-8 1,6-10-1,4-8 301,3-6 0,18-18 0,-6-5 0</inkml:trace>
  <inkml:trace contextRef="#ctx0" brushRef="#br0" timeOffset="68">26776 1179 7826,'-16'0'167,"1"0"1,4 5-1,1 2 53,-2 2 0,-4 1 1,-3 8-1,-2 4 0,1 8 18,3 5 1,1 10 0,1 1 0,1 6-68,3 4 1,4-10 0,7-1 0,2-7-116,3-8 1,9-11 0,9-10-257,1-2 0,4-10 1,7-11-1,2-7 85,-2-4 0,-2-5 1,-2-4-1,-1-1 0,-4-4 53,-5 1 1,-3-2-1,-4 6 1,-2-1 40,-2 1 1,-6 9 0,-1-5 0,-6 6 39,-8 5 0,-3 3 1,-1 6-1,-3 4-172,-3 5 0,4 1 1,-4 0-1,3 0-417,3 0 1,4 7 0,2 3-774,2 4 1343,2 2 0,5-1 0,0 1 0</inkml:trace>
  <inkml:trace contextRef="#ctx0" brushRef="#br0" timeOffset="69">27138 1226 7769,'-11'5'0,"3"2"287,1 2 0,-4 1 1,6 8-1,0 1 97,-2 2 0,5 7 1,-3 0-1,1 5-394,-1 4 0,3 5 0,-5-6-29,0-1 1,5 4 0,-5-1-1,2-1 1,0-2-42,1-6 0,1-13 155,-2 0 1,3-13 0,-3-4-45,3-13 0,4-9 0,3-8 69,5-1 1,3-1 0,1-2 0,0-3 0,3-3-26,1-2 1,-1 4 0,-1 3 0,1 2-189,4 3 0,-3 0 0,3 1 1,-2 4-338,2 5 1,-7 5-1,3 4 1,-1 3-2077,-4 2 2526,0 2 0,4 5 0,0 0 0</inkml:trace>
  <inkml:trace contextRef="#ctx0" brushRef="#br0" timeOffset="70">27421 1305 7769,'-7'29'-122,"-2"-6"1,-5 10-1,2 0-117,1 1 0,8-5 0,-4 8 1,2-6 238,-1-4 0,1-3 0,5-5 0,0 2 0,0 0 0,0-5 0</inkml:trace>
  <inkml:trace contextRef="#ctx0" brushRef="#br0" timeOffset="71">27515 1147 7769,'-7'-15'-429,"5"6"0,-6-3 76,2 6 1,12 3 352,-1 8 0,14 4 0,6 7 0</inkml:trace>
  <inkml:trace contextRef="#ctx0" brushRef="#br0" timeOffset="72">27798 1147 7933,'-19'16'0,"1"0"410,4 0 0,2-1 0,-3 1-215,-1 0 1,0-1-1,0 3 1,2 1-99,4 2 0,1 0 1,6-5-1,-3-1 0,3 1-99,1 0 0,4-6 0,3-1 1,6-2-223,3-3 0,1-3 1,1-2-1,2-5 19,3-4 0,-4-11 0,4-4 0,-4-1-112,-1 0 1,0 0 0,-2-4 0,-2 4 104,-1 5 0,-1 4 145,6 1 1,-1 11-1,-1 10 1,-3 14 424,-6 9 1,2 12 0,-2 7 0,-1 9-86,-2 5 0,-2-3 0,0-2 71,0-2 0,-6-2 0,-2-4 0,-5-3 0,-4-1-68,0-2 0,-6-15 1,0 0-1,-1-8-69,-4-3 1,3-8-1,-1-2 1,-2-8-10,-2-9 0,4-1 1,2-12-1,1-1-280,4 1 1,3-2 0,6-6 0,4 1-5138,5-1 5219,1 8 0,0-6 0,0 6 0</inkml:trace>
  <inkml:trace contextRef="#ctx0" brushRef="#br0" timeOffset="73">28034 1352 7769,'0'15'349,"0"1"0,0 2 1,0 3-169,0 5 1,0 0 0,0 2-1,0 3-273,0 3 0,5-10 0,0 6 0,1-4 236,1-2 0,-6-10-144,5 2 0,2-11 0,1 2 0</inkml:trace>
  <inkml:trace contextRef="#ctx0" brushRef="#br0" timeOffset="74">28128 1116 7769,'-7'-9'246,"4"2"1,-6 6-680,2-5-273,2 5 1,7-5 705,3 12 0,4-5 0,6 6 0</inkml:trace>
  <inkml:trace contextRef="#ctx0" brushRef="#br0" timeOffset="75">28286 1179 7769,'8'16'107,"-1"-1"0,-7 1 0,0 1 182,0 4 0,0-3 0,0 3 1,0-2 180,0 2 1,0 3-1,0 8-324,0-1 0,0 6 1,0 0-1,0-2-33,0-2 0,0 2 1,-1-2-1,-3-5 0,-1-4 92,1-5 0,3-6-295,1-3 1,0-13 0,0-4-1,0-11-167,0-8 0,1-5 0,5-4 0,4-4-27,4-1 0,-4 3-1,1-1 1,1 3 195,2 5 1,-3 4 0,-1 0 0,1 5-48,-3 4 0,1 8 0,-5 7 114,1 11 0,0 8 0,-5 15 0,0 1-291,0 4 0,0-2 0,0 5-85,0-2 0,2-1 0,1-8 1,4-2 397,2-6 0,8-4 0,8-1 0</inkml:trace>
  <inkml:trace contextRef="#ctx0" brushRef="#br0" timeOffset="76">28694 1195 7595,'-15'0'0,"-1"0"467,0 0 0,0 0 1,1 0-15,-1 0 1,6 1 0,-1 5 0,1 6-199,1 7 1,2 0 0,7 7 46,0 2 0,0 7 0,0 4 0,2-3-419,3-2 1,4 4 0,6-12 0,1-3 0,0-6-345,-1-6 0,6-6 0,0-10 1,-1-7 194,-3-8 1,-1-4-1,0-8 1,-1-1 179,1-3 0,-7 8 1,-2-2-1,-2 4 432,0 1 0,0 11 0,-5-1 26,0 1 0,0 8 0,0 8-137,0 12 0,-5 9 0,0 8 0,1 2-929,3 4 1,1-4-1,0 4 1,0-6-2075,0-4 2768,0-5 0,7-6 0,1 0 0</inkml:trace>
  <inkml:trace contextRef="#ctx0" brushRef="#br0" timeOffset="77">29025 1053 7769,'-6'16'764,"1"0"1,2-1-36,1 1 1,0 14 0,-1 8 0,-3 13-471,3 12 0,1 8 0,2 11-421,0 2 0,0-7 0,0-11 0,0-10-1597,0-14 0,7-5 1759,4-16 0,3-7 0,1-7 0</inkml:trace>
  <inkml:trace contextRef="#ctx0" brushRef="#br0" timeOffset="78">29559 1257 7769,'0'-15'-1,"0"4"0,0 1 122,0-2 0,0 3 939,0-2-838,0 8 0,0-2 0,2 10 1,1 7-116,3 7 1,4 13-1,-3 10 1,2 7-33,3 8 0,-3-3 0,1 11 0,1 0-102,-3-1 1,6-13 0,-5 3 0,2-5-242,-1-6 0,-5-11 23,6-1 0,-1-17 216,6-3 1,-2-20-1,-2-8 1,-3-6-36,-2-5 0,3-7 0,-3-3 1,0-3-1,2-2 115,0-3 1,0-1 0,3 2 0,-3 1-282,-2 2 1,5 7 0,-2 0 0,4 6-358,2 2 0,1 8 0,3 0 587,1 7 0,7-9 0,-4 3 0</inkml:trace>
  <inkml:trace contextRef="#ctx0" brushRef="#br0" timeOffset="79">30251 1210 7107,'-39'16'207,"6"-2"0,-3 0 1,2 0 428,3 3 0,5 4 0,3 0 0,4 7-350,5 7 0,9 0 0,-1 5 0,5-1-285,1-4 0,8-4 0,6-5 0,7-3-313,4 0 0,1-13 0,5 1 1,1-10 74,-1-6 1,6-5 0,0-11 0,-2-7-108,-2-7 0,-4 2 1,-1-6-1,-3 3 319,-2-1 0,-2 0 0,-6 7 0,-1 4 680,-3 5 0,-3 4-243,-2 1 0,-6 9 0,1 9 0,-6 12-457,-4 10 1,1 8-1,-4 4 1,3 5-267,2-1 0,0 3 0,3-4 0,-1-1 0,3 1-1497,6-4 1808,-2-9 0,19-3 0,-4-8 0</inkml:trace>
  <inkml:trace contextRef="#ctx0" brushRef="#br0" timeOffset="80">30660 1132 8102,'-9'7'421,"4"3"1,1 11 0,1 5-1,-3 6 1,3 6-375,1 9 0,2 6 0,0 6 0,2-1-555,3 1 0,-3-5 0,3-3 0,-1-6-1023,1-3 1531,-3-14 0,12 9 0,-6-13 0</inkml:trace>
  <inkml:trace contextRef="#ctx0" brushRef="#br0" timeOffset="81">30943 1257 7769,'-16'23'211,"0"-5"0,2 3 1,2-2 180,2 2 0,4-2 1,-2 5-1,1 1-269,3-1 0,2 2 0,4 4 0,3-4-424,6-5 1,-1-8-1,4-3 1,4 1-151,-1-3 0,1-1 0,-1-9 351,4-3 1,-3-9 0,4-8 0,-2-3 0,-1-5 83,0-5 1,-10 1-1,6-7 1,-1 3 371,0 3 0,-3 7 0,-2 4 0,-1 1 429,1 4 0,-5 7 1,3 3-483,0 2 1,-6 3 0,5 11 0,-5 7-228,-1 5 0,0 9 1,0-1-1,0 2-546,0 3 0,0-1 1,2-1-1,1-2-2275,3-2 2745,-1-7 0,2 11 0,2-6 0</inkml:trace>
  <inkml:trace contextRef="#ctx0" brushRef="#br0" timeOffset="82">31336 1477 7769,'10'-5'93,"1"0"1,-1-5-1,6 3 261,0-2 1,-1 0-1,-1-3 1,-1 1-10,-3-1 1,-1-4 0,3-3-1,-3-3-100,-2-3 0,0 4 0,-4-3 1,2 1-46,-1 4 0,-4-4 0,-5 4 228,-6 5 1,-3 5-1,-1 11-33,-1 3 1,0 11-1,0 14 1,2 8-34,4 9 0,1 9 1,6-2-1,-3 0 1,5 2-364,4 0 0,6-11 1,8 1-1,4-8-483,6-8 1,2-7 0,3-13 483,-1-5 0,15-3 0,2-2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1T08:11:06.0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1683 10389 7704,'-2'-13'0,"-3"2"0,1-1 0,-4 5 0,-1 0 1089,0 0 1,4 2-543,-6 5 1,6 1-1,-4 5 1,2 8-244,4 10 1,1 6 0,2 17 0,0 9-327,0 8 0,0 10 0,2 8 0,1 3-334,3 3 0,1-17 1,-4-1-1,2-7-511,-1-9 0,3-22-658,-2-11 0,0-18 1525,-5-8 0,-7-11 0,-1-15 0</inkml:trace>
  <inkml:trace contextRef="#ctx0" brushRef="#br0" timeOffset="1">1651 10374 7704,'16'-18'26,"0"1"1,1-1 162,4 4 0,4 4 0,6-1 0,1 8 143,-1 6 0,-5 8 0,0 10 0,1 5-60,-3 4 1,-1 8 0,-9 4-1,-2 5 143,-2 6 1,-6-1-1,-1 7 1,-8 4-239,-11 2 1,-3-9 0,-10 5 0,-5-5-40,1-6 0,0-15 0,3-10 0,2-9-289,2-6 1,2-6-1,-3 1 1,7-5-1301,2-5 0,9-4 0,4-7 1451,3 0 0,-5-6 0,-1-3 0</inkml:trace>
  <inkml:trace contextRef="#ctx0" brushRef="#br0" timeOffset="2">2312 10531 7704,'5'31'257,"0"1"0,-1 1-124,-3 4 1,-1-2 0,0 5-300,0-2 1,0 9 0,2-3 0,2-2 0,1-4-1341,-2-8 1506,-1 1 0,5-13 0,2 5 0</inkml:trace>
  <inkml:trace contextRef="#ctx0" brushRef="#br0" timeOffset="3">2390 10311 7704,'-15'0'488,"-1"0"0,5-5-432,1-1-710,6 1 1,4 5 0,13 0 653,6 0 0,5 0 0,8 0 0</inkml:trace>
  <inkml:trace contextRef="#ctx0" brushRef="#br0" timeOffset="4">3035 10217 7762,'-21'0'0,"0"0"0,2 0 0,-4 0 0,0 0 0,-1 1 1022,-4 5 1,5 2-1,2 8-561,4 0 1,-4 6-1,2 6 1,3 7-1,5 9-283,4 7 0,-3 5 0,5 8-115,1 4 0,2 2 0,2 7 1,2-2-1,3-2-435,6-8 0,-2-7 0,1-15 0,1-6-4442,-3-11 4814,6-14 0,-12-5 0,5-7 0</inkml:trace>
  <inkml:trace contextRef="#ctx0" brushRef="#br0" timeOffset="5">2642 10782 8091,'-16'-8'2329,"7"-1"-2090,4 4 1,3 1 0,4-5 0,3 1-274,6-1 1,10-1 0,7-6 0,7-2-677,7-3 0,3 2 1,4-7-1,3-2-763,6-2 1473,-4-1 0,14-7 0,-3-3 0</inkml:trace>
  <inkml:trace contextRef="#ctx0" brushRef="#br0" timeOffset="6">3365 10264 7763,'-16'10'128,"1"1"0,-1 3 391,0 5 0,0 0 1,1 7-1,-1 4 0,0 5 1,6 5 0,1 9 0,2 3-301,4 6 0,1 3 0,2 0 1,0-1-312,0-3 0,2-6 0,1 1 0,2-5-723,-1-5 0,3-8 1,-2-10-1722,-1-1 2536,-3-9 0,-8-7 0,-1-7 0</inkml:trace>
  <inkml:trace contextRef="#ctx0" brushRef="#br0" timeOffset="7">3098 10908 7977,'0'-16'2081,"0"6"-1568,0-1 0,7 6 0,3-3 0,4-1-491,2 0 0,1-1 0,4-6 0,6 0-636,2 0 0,-1 1 1,0-1-1,2-1 614,-2-4 0,0 3 0,3-5 0</inkml:trace>
  <inkml:trace contextRef="#ctx0" brushRef="#br0" timeOffset="8">3569 10798 8253,'16'0'761,"-5"0"0,-1-2-530,2-3 0,2-11 0,0-10 0,-1-3-61,-3-3 0,-6-6 1,1-2-1,-3-2-41,-2 0 1,-7 7-1,-4 2 1,-3 8 7,-2 9 1,-5 11 0,0 0-1,0 5 204,-1 5 0,4 6 0,-1 11 0,5 10-119,4 8 1,4 12 0,-2 4 0,1 2-333,3 0 0,4-3 1,5 5-1,6-6-703,3-5 0,3-4 1,3-13-1,2-4-155,3-9 0,1-12 0,5-5 0,1-11 968,-1-12 0,-6-7 0,4-11 0,-4-1 0</inkml:trace>
  <inkml:trace contextRef="#ctx0" brushRef="#br0" timeOffset="9">3884 10641 6945,'0'16'579,"0"-1"1,0-4-1,-2-1 1,-1 3 106,-3 1 1,1 7-1,5 1 1,0 3-399,0 3 1,-5 3 0,0 4 0,1 2-194,3-2 0,-1 0 0,-2-2 0,-1 0 210,2-3 1,-1-9 62,-1-1 1,3-11-228,-3-9 0,5-9 0,3-11 1,4-8-48,2-7 1,2-6 0,4-6 0,1-2-523,0-3 0,-1 7 0,1-4 0,0 3-849,0 8 0,-1 1 0,1 4-391,0 2 0,-1-3 1668,1 13 0,0 7 0,0 8 0</inkml:trace>
  <inkml:trace contextRef="#ctx0" brushRef="#br0" timeOffset="10">4198 10782 7990,'7'14'0,"2"-1"689,0-3 0,5-6-342,-4 1 1,-1-5 0,0-5 0,0-6 0,-2-5 19,-1-5 0,0-3 0,-6-7 0,0-1-269,0 1 0,0 4 0,-2 3 1,-3 1 108,-6 4 1,-3 3-1,-1 4 1,-3 3 16,-3 2 1,4 7 0,-4 9 0,3 5-169,3 9 1,4 7-1,2 4-9,2 3 1,2 12 0,5-2-1,0 2-520,0 0 0,7-4 0,4-1 0,4-4 0,4-3-1138,2-7 0,6-13 1,-5-12 1610,3-3 0,1-9 0,5-2 0</inkml:trace>
  <inkml:trace contextRef="#ctx0" brushRef="#br0" timeOffset="11">4419 10562 7763,'-2'25'0,"-2"-4"0,-1-2 387,2 2 1,-4-4 0,1 6-1,3 0 542,1 3 0,2 4 1,0 1-1,0 1-644,0-1 0,2 2 0,1 0 0,3 2-244,-3 0 0,4-10 0,-2 4 0,-1-4-284,-2-6 0,3-7 1,2-3 72,1-2 1,-4-11 0,3-11 7,0-10 0,-5-11 0,5-8 0,-2-7 0,2-5-57,2 1 0,-4 0 1,5 10 336,3 3 1,-1 0-1,0 9 1,-1 5-1,1 5 219,2 9 0,1 6 1,-1 11-1,0 8-212,2 10 1,-9 15 0,7 10-1,-3 8-410,-3 7 1,1-7 0,3 5-1,-3-6-896,-2-8 1,5-10-1,-1-5-1605,3-13 2786,-6-8 0,13-30 0,-3-5 0</inkml:trace>
  <inkml:trace contextRef="#ctx0" brushRef="#br0" timeOffset="12">4937 10374 9081,'-5'15'422,"0"1"1,0 2-1,5 3 1,0 5 491,0 4 0,0 10 1,1 5-1,3 7-693,1 4 0,7-3 0,-3 3 1,2 0 57,-1-1 0,-5-14 0,4-1-5424,-2-4 5145,-2-15 0,-5 0 0,0-12 0</inkml:trace>
  <inkml:trace contextRef="#ctx0" brushRef="#br0" timeOffset="13">4843 10782 8009,'0'-15'246,"-2"4"144,-3 1 1,10-1 0,1-3 0,6 2 526,3 2 1,6 4-1,2-4 1,3-2-1337,8-2 0,0-2 1,12-1 418,3-4 0,1-4 0,-2-6 0</inkml:trace>
  <inkml:trace contextRef="#ctx0" brushRef="#br0" timeOffset="14">5865 10437 10967,'0'22'0,"0"5"92,0 2 1,0 10 0,0 3 0,0 5-66,0 5 0,0 2 0,0 4-173,0-6 1,0-6 0,0-8 0,0-8 0,0-6-171,0-5 1,2-8-1,1-9 270,2-11 0,6-5 0,-6-16 0,0-6 234,2-8 0,2-1 0,5-11 1,0 0-93,2 0 0,-4 5 0,9-1 1,-2 3-523,2 2 1,4 5 0,4 3 293,-2 6 0,1 2 1,-6 13-1,3 6-300,3 3 0,-7 6 432,-6 8 0,8 11 0,-5 8 0</inkml:trace>
  <inkml:trace contextRef="#ctx0" brushRef="#br0" timeOffset="15">6321 10594 7756,'9'2'302,"-2"1"206,0 2 1,-4 1 0,8-6-113,1 0 1,2 0-1,2-2 1,-1-3-96,1-6 0,0-3 0,-1-3 0,1-3-123,0-1 1,-6-5-1,-1 4 1,-2-1-47,-3 0 1,-3 0 14,-1 2 0,-7 4 0,-5-2 1,-5 7-514,-4 6 0,-5 5 0,5 4 0,0 6 1,0 8 372,0 6 1,0 7 0,7 8 0,1 8 86,3 2 1,7 5 0,-3 8-1,5 0 14,1 2 0,8-11 0,6 6 0,7-7-108,4-4 0,1-18 0,5-6 0,2-7-1029,4-9 1,-2-12 0,5-11 0,-1-10-1299,-4-9 2327,-2-5 0,-2-15 0,1 0 0</inkml:trace>
  <inkml:trace contextRef="#ctx0" brushRef="#br0" timeOffset="16">6793 10500 7756,'0'15'678,"-2"1"1,-2 0 175,-1-1 1,0 10 0,5 5-1,2 6-584,3 4 1,-2 4 0,8 5 0,-1 2-281,-1-1 0,3-6 0,-5 3 0,2-7 174,3-1 0,-5-13 0,-1 0-1122,-5-7 1,-1-8 0,0-4 0,0-6-58,0-8 0,-1-12 0,-5-9 0,-2-8 1015,-1-12 0,-5 5 0,5-8 0,0 1 0,4 1 0,-2 0 0,2 3 0,1 3 84,3 1 0,1 7 0,0-2 0,0 4 331,0 2 0,7 6 1,3 4-1,4 5-27,2 6 0,1-2 0,3 6 0,0 3-187,0 1 0,-3 4 0,-1 3 0,0 7-8,-1 8 1,-6-1 0,-4 7 0,-3 2 156,-2 2 0,0 1 0,-2 1 0,-1-1-351,-2 0 0,-8-1 0,3-2 0,-4-4-364,-2-1 0,0-2 1,1-7-1,-1-3-40,0-6 0,1-3 1,1-4-1,1-3-401,3-6 806,6-10 0,-3-3 0,7-8 0</inkml:trace>
  <inkml:trace contextRef="#ctx0" brushRef="#br0" timeOffset="17">7154 10452 7756,'11'16'332,"-3"2"242,-1 2 0,-1 0 0,-6 6 0,0 4-171,0 5 0,0-1 0,0 7 1,0-1-172,0 0 1,0-3-1,-2 1 1,-2-3-6,-1-5 0,-5-9 0,5 0-163,1-4 0,2-10 0,2-7 0,0-9 33,0-5 0,0-10 0,0-6 0,2-8-89,3-8 1,-1 3 0,6-10-1,1 4 5,-3 2 0,6 5 1,-3 2-1,1 2-521,-1 3 1,3 2-1,-4 3 1,4 4-831,2 5 0,-1 9 0,1 3 0,2 0 1338,3 0 0,-4 6 0,6-4 0</inkml:trace>
  <inkml:trace contextRef="#ctx0" brushRef="#br0" timeOffset="18">7469 10562 7756,'8'16'269,"-2"0"1,-5 0-1,1-2 1,2-2 103,1-2 1,7-6 0,-1 1 0,3-3 52,1-2 1,1-2-1,0-5 1,0-9-321,-1-8 1,1-6 0,-2 0 0,-2 2-175,-1 2 1,-8 0-1,2-4 1,-3 4 26,-2 5 1,-9 9 0,-5 3 0,-7 2 215,-3 4 0,3 3 0,-5 7 0,0 8 63,1 10 1,1 6 0,4 6 0,1 5 11,5 3 0,0-1 0,9 1 1,3 6-235,6 3 0,5-3 1,6-2-1,3-9-605,3-9 0,3-15 0,8-2 0,1-5-536,3-6 1,-2-10 0,2-8-1,-2-12-533,-3-8 1658,0-5 0,1-14 0,-1-2 0</inkml:trace>
  <inkml:trace contextRef="#ctx0" brushRef="#br0" timeOffset="19">8082 10311 7690,'-16'0'51,"6"-5"1,-1-1 0,-1 3 274,-2 1 1,-7 2-1,0 0 1,0 0 17,-2 0 1,9 2 0,-3 3-1,1 6 141,4 3 0,5 7 0,-2 1 0,2 3-249,4 3 0,8 3 0,6 2 1,4 2-152,6 0 1,2-9 0,5 9 0,-4 0-149,-1-2 1,-2 6 0,-7-3 0,-2 1-53,-1 2 1,-8-1 0,2 2 0,-5-7-259,-5-5 1,-4-9 0,-8 1 0,-2-6-743,-2-4 1,-7-6 0,2-1 1114,-4-6 0,-1-13 0,-1-9 0</inkml:trace>
  <inkml:trace contextRef="#ctx0" brushRef="#br0" timeOffset="20">8286 10610 7182,'0'15'555,"2"-4"-139,3-1 1,-1-6 0,6 1 0,2-3-206,2-2 0,4 0 1,1-2-1,4-3-189,1-6 0,-3-3 0,4-1 0,-3-3-21,-2-3 1,-8 2 0,-3-6 0,-2 3-153,-4 3 0,-1-4 0,-4 4 0,-3 3 52,-6 4 0,-8 8 1,-4 1-1,-1 6 152,-4 8 0,5 10 1,2 7-1,4 6 62,1 8 1,0-1 0,2 0 0,4 3-161,5 2 0,5-5 1,5 0-1,7-3-326,7-3 1,6-9-1,6-5 1,1-3-1476,-1-3 1846,-6-6 0,11-2 0,-2-7 0</inkml:trace>
  <inkml:trace contextRef="#ctx0" brushRef="#br0" timeOffset="21">8711 10547 7713,'-16'17'407,"2"2"0,2 4-116,1 1 0,3-3 0,-3 6 1,6 1 68,3 1 0,2 4 0,0 2 0,0 2-12,0-2 0,0 3 1,2-3-310,3-5 0,-3 0 1,3-9-1,-1-2-260,1-2 1,-2-8-1,6-7 1,-2-9 189,-3-9 1,4-17 0,1-2 0,2-7-300,-1-5 0,1 2 0,4-11 0,1 2 217,0 3 0,-1 7 1,1 4-1,0 2 145,0 3 0,1 2 0,2 5 0,2 7 161,-2 10 1,-1 8 0,-2 6 0,-1 8 64,1 10 0,-5 13 0,-3 8 1,-1 6-48,-3 4 0,-2-3 0,-2 3-439,0-3 1,0-3 0,0-5-1,0-6 1,0-7-1032,0-7 0,0-7 1,1-10-36,5-15 1294,-5-10 0,13-24 0,-5-4 0</inkml:trace>
  <inkml:trace contextRef="#ctx0" brushRef="#br0" timeOffset="22">9167 10279 7531,'9'9'2799,"-3"7"-2427,1 8 1,2 13-1,7 7 1,0 6 0,-1 8-354,1 3 1,2 9 0,-1 0 0,1 0-570,-5-2 1,-6-14 0,2 2 0,-2-11-1085,-3-8 0,-3-16 1634,-1-5 0,-7-4 0,-1 4 0</inkml:trace>
  <inkml:trace contextRef="#ctx0" brushRef="#br0" timeOffset="23">9214 10704 7713,'2'-14'668,"1"2"0,4 3-602,2 2 1,1-4 0,8 6 0,3 0-618,5-2 1,4 3 0,1-6 0,2-2 550,4-2 0,-4-2 0,6 0 0</inkml:trace>
  <inkml:trace contextRef="#ctx0" brushRef="#br0" timeOffset="24">9670 10437 7713,'-16'15'370,"-1"3"0,-3 3 0,0 5 11,0 4 0,3 3 1,1 2-1,2 3-5,4 2 1,3-8-1,7 1 1,0-2-274,0-3 0,3-7 0,6-1 0,7-8-259,1-7 0,8-3 0,-1-6 1,2-4-221,0-8 1,1-12 0,2-2 0,-2-5 44,-7 0 0,3-3 1,-4 1-1,-3 1 254,-4-3 1,-6 11 0,2-3-1,-1 3 937,-3 3 0,-2 3-293,-2 6 1,-2 7 0,-2 6 0,-3 8-197,-1 11 1,4 8 0,-1 13 0,3 5 0,2 3-1022,0 2 0,0-5 0,0-2 1,2 0-89,3 1 1,4-12 0,7-1 0,-1-8-1662,1-12 2399,0-4 0,6-18 0,3-4 0</inkml:trace>
  <inkml:trace contextRef="#ctx0" brushRef="#br0" timeOffset="25">10094 10327 8787,'0'15'890,"0"1"1,0 2 0,0 2-552,0 7 0,0 6 1,2 7-1,2 9-479,1 5 1,5 4 0,-3 3-199,2-4 0,0-2 0,1-8 0,-4-2 0,-5-3-2946,-1-5 3284,0-11 0,0-3 0,0-8 0</inkml:trace>
  <inkml:trace contextRef="#ctx0" brushRef="#br0" timeOffset="26">10047 10688 7713,'2'-9'942,"1"2"-756,3 0 1,6 0-1,-2-5-345,4 2 0,2 6 0,0-3 0,1 2-616,4 0 1,-3-6 0,3 4 774,-4-1 0,6-3 0,1-5 0</inkml:trace>
  <inkml:trace contextRef="#ctx0" brushRef="#br0" timeOffset="27">10409 10531 7713,'-7'23'158,"3"1"0,-4 6 30,1-4 1,-4 7-1,6-5 1,1 0-1,3 2-337,1-1 1,0-2 0,0-3-1795,0-1 1943,0-9 0,7-21 0,1-11 0</inkml:trace>
  <inkml:trace contextRef="#ctx0" brushRef="#br0" timeOffset="28">10425 10484 8317,'-9'0'-547,"2"0"1,14-7 0,2-2 0</inkml:trace>
  <inkml:trace contextRef="#ctx0" brushRef="#br0" timeOffset="29">10550 10484 7713,'-5'28'0,"0"3"0,-7-3 0,3 9 362,0-4 1,2 4 0,7 1 0,0 0 0,0 1 370,0-4 1,9-7 0,5-6-1,7-4-829,3-9 0,-3-6 0,4-5 0,-1-3-154,1-5 0,-6-11 0,2-7 1,-5-5 163,-6-4 1,-3-1-1,-7 3 1,0-2 129,0 2 0,-7 4 0,-2 4 0,-3 5-80,-4-1 1,8 9-1,-12-3 1,1 1-534,2 4 0,1 5 1,4-2-1,1 2-555,-1 3 1,5 4 1123,2 6 0,3-5 0,16 13 0,4-5 0</inkml:trace>
  <inkml:trace contextRef="#ctx0" brushRef="#br0" timeOffset="30">10755 10531 7713,'8'7'162,"5"2"1,-8 8 67,-2 4 0,4-3 1,-1 4-1,-3 1 337,-1 3 0,-2 4 0,0 1 0,0 1-208,0-1 1,0 1 0,0-3 0,0-3-424,0-5-51,-7-10 1,5-13 0,-1-15-1,4-13-5,5-10 0,4 0 0,-3-2 0,0-2-104,0-1 0,5 5 0,-3 3 0,2 4 134,-1 1 0,1 6 0,4 2 0,1 1 426,0 4 1,1 8-1,2 6 1,2 5-41,-1 5 1,-3 7 0,-1 15-1,-1 9-140,1 8 0,0 7 1,-2 3-1,-2 5-433,-1 0 1,-8-11-1,2-5 1,-3-6-1624,-2-7 0,0-9 1900,0 0 0,0-11 0,0-3 0</inkml:trace>
  <inkml:trace contextRef="#ctx0" brushRef="#br0" timeOffset="31">11965 10295 7988,'-10'16'1480,"1"1"-1295,2 4 0,2-1 0,5 7 0,0 7-36,0 6 1,0 7-1,0 5-132,0 6 1,0 3 0,0 2 0,0-2 0,0-3-1818,0-6 1,0-17 1799,0-9 0,-7-7 0,-2-3 0</inkml:trace>
  <inkml:trace contextRef="#ctx0" brushRef="#br0" timeOffset="32">11871 10578 8369,'0'11'395,"0"-1"0,2-6 0,3 1-351,6-3 1,8 3 0,3 0-1,3-1 1,3-3-784,2-1 0,1-5 0,0-2 0,1-2 739,-1-3 0,1 3 0,-1-1 0,-1-1 0,-4 3 0,-3 1-188,-7 7 1,-8 1-1,-2 5 1,-5 4-1,-1 4 538,0 2 1,-5 7 0,-2 1 0,0 2 430,0 0 1,-3-5-1,4 4 1,3-3-540,1-2 0,4-3 1,3-3-1,6-3-300,3-6 0,8-3 1,3-4-1,1-5 207,0-9 1,-7-5-1,2-7 1,-3 2-411,-2-2 1,-8 4-1,-2-1 91,-5 2 0,-4 3 0,-6 4 0,-7 0-79,-1 0 1,-8 1 0,-1-1 0,-4 2 0,-1 2-26,0 1 0,6 6 0,4-4 0,4 2-105,1 4 0,0 1 379,1 2 0,-1 0 0,0 0 0</inkml:trace>
  <inkml:trace contextRef="#ctx0" brushRef="#br0" timeOffset="33">13176 10185 7814,'0'-16'493,"0"8"0,0 9 0,0 13-295,0 6 0,2 6 0,1-2 0,3 4 0,-1 7-35,2 4 1,-5-1 0,3 7 0,-3 4-130,-2 0 1,1 7-1,3-2 1,1-1-48,-2-6 0,-1-9 0,-2 2 0,0-3 48,0-7 0,0-11-151,0-9 0,0-15 0,0-5 0,0-15-148,0-10 1,5-5 0,2-7 0,2 0 152,3 0 1,2 0 0,2 3 0,0 5 123,0 8 1,-6 5-1,1 1 1,1 8 7,2 5 1,1 12-1,-1 5 139,-3 14 1,1 11 0,-5 6-1,0 6-223,0 4 1,0-1 0,-3-1-1,3-4-372,1-2 1,-2-3 0,2-8 0,1-6-1271,0-4 1705,1-8 0,6-9 0,0-9 0</inkml:trace>
  <inkml:trace contextRef="#ctx0" brushRef="#br0" timeOffset="34">13648 10437 7684,'0'15'0,"0"1"0,0 0 335,0 0 1,-6 1-1,1 2 1,2 4-203,1 1 0,2 3 1,0 2-1,0-1-574,0-2 1,2-5-1,3 4-1412,5-3 1853,-3-8 0,14-7 0,-3-7 0</inkml:trace>
  <inkml:trace contextRef="#ctx0" brushRef="#br0" timeOffset="35">13789 10358 7684,'-7'-9'589,"-3"4"0,3 2 1,0-1-1194,0-1 0,7 0-330,0 5 0,7 0 934,9 0 0,-1-7 0,1-2 0</inkml:trace>
  <inkml:trace contextRef="#ctx0" brushRef="#br0" timeOffset="36">14104 10075 7684,'0'26'332,"0"1"1,-6-1 0,1 3 0,2 1-47,1 2 0,2-8 1,0 9-1,2 0 182,3 1 1,-2-10 0,8 6-98,1-6 1,-3 2 0,1-3-327,3 1 0,-5-4-430,3 1 1,-9-11 0,-2-5 93,-9-3 0,-5-4 0,-4-1 0,-1-4 14,-2-2 1,-5 6 0,3-3 0,-1 5 312,-4 1 1,5 0 0,2 0 60,4 0 1,1 7 0,2 3 0,4 6 3,4 5 0,5-4 1,1 6-1,1-2 1,6 2 131,9 1 0,0-10 0,6 0 0,1-5-261,3-6 1,2-1-1,0-2 1,-2-2-331,2-3 1,-3 2-1,-1-8 1,1-3 154,-1-5 0,-5 1 203,2-3 0,-3 4 0,-2 1 0</inkml:trace>
  <inkml:trace contextRef="#ctx0" brushRef="#br0" timeOffset="37">14434 10500 7806,'9'8'1481,"-1"-1"-1178,-2-7 0,-5-2 0,6-3 1,-1-5-1,-1-6-183,-2-5 0,-1 4 1,-2-6-1,0 2-16,0 0 0,-7 0 0,-3 7 157,-4 4 1,-7 3 0,0 7-1,1 3-87,3 8 1,1 1-1,1 16 1,-1 5 203,0 7 0,7 6 0,4 1 0,3 2-197,2 3 0,13-8 0,4 1-556,6-5 1,3-5-1,7-9 1,2-6-625,2-8 1,6-9-1,-1-13 1,2-13 998,-2-10 0,3-14 0,-4-9 0</inkml:trace>
  <inkml:trace contextRef="#ctx0" brushRef="#br0" timeOffset="38">15330 10185 7831,'0'-16'27,"0"1"0,0 4 1,0 1 463,0-2 0,0 3 209,0-2 0,2 8 0,1-1-396,3 8 1,-1 6-1,-3 13 1,1 7-26,2 5 1,1 10 0,-5 0 0,3 8-355,1 3 1,0-4 0,-5 6 0,0 3-104,0 5 1,0 1-1,0 1 1,2-5-1027,3-8 1,-3-13 0,3 2 1203,-3-9 0,-2 0 0,0-11 0</inkml:trace>
  <inkml:trace contextRef="#ctx0" brushRef="#br0" timeOffset="39">15220 10562 7831,'0'-24'1594,"0"1"-1356,0 8 0,2 1 1,1 1-1,4 5-118,2 1 1,7 0 0,6 3 0,1-1 17,0 1 0,5 1 0,-2-1 0,4-1 0,1 0-219,1-2 81,-8 5 0,13-12 0,-4 5 0</inkml:trace>
  <inkml:trace contextRef="#ctx0" brushRef="#br0" timeOffset="40">15723 10248 8076,'-10'21'0,"1"0"475,2-2 0,-4 4 0,4 0 0,0-1-200,0 1 0,2 5 0,5-2 0,0 4-60,0 1 1,0-3 0,0 0-1,0 4-105,0 1 1,5-5 0,2 3 0,0-8-231,0-6 1,0-3 0,-1-3-87,4-6 0,-1-10 1,0-8-1,-1-6 12,1-7 1,0-4 0,3-1-1,-1 0 70,1-1 1,2-1 0,0 0-1,-2 0 301,-2 3 1,1 7 0,5-1 201,-1 1 1,-4 4 0,-1 8-45,3 6 0,-6 5 1,0 7-1,-2 7-235,0 5 0,0 11 0,-5 0-463,0 5 0,0 6 0,2-4 0,1-4 0,3-3-489,-3-4 1,4-7 0,0 2 0,2-5 406,3-5 0,-3-4 1,0-9-1,-1-3 445,1-6 0,0-3 0,3-2 0,-1 1 2,1-1 0,-3 5 0,-1 1 0,1 0 124,0 1 0,-4-5 0,5 5 0,3-1 417,1-1 1,0 1-1,-2-4 1,-2 1-66,3 3 0,1 0 0,0-6 0,-2 0-228,-2 0 1,-6 1 0,1-1-77,-3 0 0,-2 0 0,-2 3-32,-3 2 1,-4 4-1,-8 7 1,-3 0 46,-1 0 0,0 7 0,6 5 0,1 6-37,3 3 1,-1 7 0,7-2 0,1 5 63,2 6 1,2-4 0,2 6 0,3-3-292,6 1 1,10 0 0,5-8 0,4-3-767,1-5 1,6-10-1,1-9 1,3-11-3055,2-12 3895,-4-14 0,13-12 0,-3-9 0</inkml:trace>
  <inkml:trace contextRef="#ctx0" brushRef="#br0" timeOffset="41">17107 10232 10378,'0'16'683,"0"1"1,0 4-460,0 6 0,0 2 0,0 5 0,0 2-109,0 6 0,0 4 0,0 1 0,0 0-312,0 0 0,0-12 1,0-4-1,0-3-230,0-3 1,0-11 338,0-14 0,0-14 1,1-12-1,3-6 76,1-5 1,7-3-1,-1-7 1,3 0 29,2 0 1,1 5-1,2 2 1,2 0-260,-2-1 0,6 5 1,-1-3-1,3 4-343,-1 6 0,0 13 1,4 2-1,-4 5 584,-5 6 0,3 8 0,1 4 0</inkml:trace>
  <inkml:trace contextRef="#ctx0" brushRef="#br0" timeOffset="42">17610 10421 7835,'10'0'742,"1"0"-517,1 0 1,2-5 0,0-2 0,-2-2-1,-1-3 1,-6-2 0,4-2 0,-2-1-108,-4-4 0,-1 3 0,-4-3 0,-3 4 3,-6 1 0,-4 2 0,-4 4 1,-4 4 93,-2 5 0,4 4 0,-3 6 1,-1 8 13,1 6 1,5 5 0,-2 7 0,3 3-74,3 2 0,6 4 0,4 7 0,3 1-204,2-1 1,9-2 0,5-2-446,5 0 0,9-9 1,0-4-1,5-10 0,5-6-825,3-10 1,-5-11 0,4-9 1317,-1-8 0,5-18 0,-4-11 0</inkml:trace>
  <inkml:trace contextRef="#ctx0" brushRef="#br0" timeOffset="43">17956 10295 9087,'-14'7'449,"3"4"1,4 3 0,7 3 0,0 2-242,0 2 0,0 7 1,0-2-1,0 4-357,0 2 0,6 1 0,1 0 0,0 0-279,0-3 0,3-4 0,-3 2 0,2-4 231,3-1 0,-3-7 1,-1-6-1,1 1 197,0-3 0,-6-1 0,4-7 0</inkml:trace>
  <inkml:trace contextRef="#ctx0" brushRef="#br0" timeOffset="44">17437 10468 7807,'-23'0'-12,"-3"0"1,2 0-1,-1 0-29,2 0 0,2-7 1,7-3-1,4-4 0,3-2-22,0 0 1,5 0 0,-3-1 0,3-2 94,2-2 0,5-2 0,2 4 0,2-2 54,3 2 0,1 1 0,-1 4 454,-2 4 0,-4 3 0,2 10 0,-1 6 32,-3 7 0,-2 12 1,-2 1-1,-2 8-254,-3 3 1,1 2 0,-5 5 0,1 1-143,-1-1 1,4 0 0,-4 0 0,0-2-89,0-3 1,6-9 0,-2-8-389,3-2 1,9-9-1,5-13 1,6-11-85,3-16 0,7-11 0,-4-12 0,2-3 50,0-6 0,1 0 0,4-1 0,-1 0-58,-4 5 0,2 5 1,-7 8 597,-2 10 1,-8 15 0,-6 18-1,-3 12 218,-2 10 0,0 13 0,0 3 0,0 2-60,0 0 0,-6 0 1,1 3-205,2-3 1,1 2 0,2-7 0,0-2 0,0-2-104,0-2 1,0-12-1,2-5 1,3-5-425,5-5 1,1-6 0,3-9 0,5-11 101,4-11 1,-2-8 0,3-6 0,1-2 137,-1-3 0,2 8 1,4-1-1,-4 6 197,-5 10 0,-3 4 1,-3 11 39,1 4 0,-5 5 0,-3 10 0,1 7 29,0 7 1,-4 1 0,4 4-1,-1 0-637,1 1 1,-4-4 0,6 3 497,1-1 0,2-2 0,2-5 0</inkml:trace>
  <inkml:trace contextRef="#ctx0" brushRef="#br0" timeOffset="45">18978 10264 7991,'-9'10'1471,"2"1"-1097,0 1 1,5 7 0,-3 6-1,2 3-79,-3 5 0,5 16 0,-5 5 1,5 10-1,-1 11-147,-3 8 0,3-7 0,-3 6 0,1-3-69,-1-9 1,3-7 0,-3-20-86,3-6 1,-3-7-1,-2-16-308,-2-4 1,4-11-1,-4-15 1,0-9-1,2-6 19,0-6 1,-3-5 0,5-10-1,0-7 181,-2-8 1,5 1 0,-3-6 0,3 1 34,2-1 1,7 11 0,5 0 0,5 5 149,4 5 1,7 2-1,-1 6 1,4 4 55,6 8 1,-4 10-1,4 2 1,-6 6 315,-5 8 0,-8 7 0,-10 8 0,-1 11 66,-3 7 1,-4 5-1,-5 2 1,-6 4-103,-3 1 0,-7 0 0,-1 4 0,-1-4-413,0-2 0,0-1 0,4-5 0,-2-1-511,2 0 0,2-4 0,3-3 0,1-1-851,3-4 1,6-7 0,1-3 285,6-2 1,11-4 0,9-8 1081,2-5 0,8-18 0,7-5 0</inkml:trace>
  <inkml:trace contextRef="#ctx0" brushRef="#br0" timeOffset="46">19387 10389 7807,'-16'0'0,"-5"6"0,-2-1 0,-1 0 784,-4 2 0,3 2 1,1 7-1,-1 1-317,1 4 1,3 4-1,-2 6 1,4 0 55,5 1 0,9-1 1,0-1-1,3-2-292,2-2 1,7-5-1,5 2-632,7-6 0,6-5 0,6-12 0,-1-1 0,0-6 21,1-9 1,-3-7 0,7-10 0,-5-4-128,-4-4 1,-5 2 0,3 2 0,-1 4 453,-4 2 0,-7 5 1256,-1-1 1,-9 13-791,-2 9 1,-2 14 0,-7 24-1,0 4-407,1 5 1,4 3-1,-1 2 1,3 0-557,2 1 1,0-8 0,2-5 0,3-7-510,6-7 1,4-13 0,5-9 0,2-15 624,3-14 0,-4-15 1,3-11-1,-1-4 434,-4-2 0,-1 7 0,-3-7 0,1 0 0,0 1 0,-2 9 0,-4 5 0,-5 3 382,-3 6 0,-2 13 1665,0-1 1,0 17-1110,0 15 1,0 4-1,0 18-653,0 5 0,0 6 0,0 9 0,0 3 1,2 3-34,3 2 1,-3-3-1,5 2-653,0 0 1,-4 7 0,6 0 0,0-3 0,-2 0-1062,0-5 1,0-8-1,-4-1-1617,3-12 3079,-1-15 0,-12-18 0,-2-9 0</inkml:trace>
  <inkml:trace contextRef="#ctx0" brushRef="#br0" timeOffset="47">19701 10625 7807,'0'-10'-214,"0"-1"677,0-1 1,2 3-1,3 1-168,5 1 0,-1-4 1,3 4-1,4 0-499,3 0 1,9-5-1,-3 3-902,-1 0 1,11-10 1105,-3 4 0,3-12 0,-4 3 0</inkml:trace>
  <inkml:trace contextRef="#ctx0" brushRef="#br0" timeOffset="48">20204 10154 6706,'-16'0'993,"6"7"0,1 5 0,0 7-239,1 7 0,4 11 0,-1 5 0,1 5-472,-1 5 0,3 6 0,-3 8 0,3 4-355,2 2 0,0-4 1,0 2-1,2-4-937,3-5 0,-3-13-940,3-1 1,2-21 1949,-1-10 0,-15-22 0,-9-18 0</inkml:trace>
  <inkml:trace contextRef="#ctx0" brushRef="#br0" timeOffset="49">20031 10704 7926,'0'-16'0,"0"0"298,0 1 1,0-1 0,2 2-1,1 2 14,3 1 1,6 3 0,-2-5 0,4 5-469,2 1 0,2 1 0,1 6 1,2 0-373,-2 0 1,-2 0 527,-1 0 0,7-7 0,1-1 0</inkml:trace>
  <inkml:trace contextRef="#ctx0" brushRef="#br0" timeOffset="50">20361 10562 7807,'11'0'859,"-1"0"-648,3 0 1,-5-7-1,3-3 50,1-4 0,-3-4 0,-1-1 0,-1-3-57,-3-3 1,-2 4-1,-2-3 1,0 1-83,0 4 1,-7 3-1,-4 6 1,-3 4 0,-2 6 283,1 6 1,-1 4 0,0 11 0,1 7-280,-1 7 0,2 3 0,3 6 0,6-2-385,3 2 1,2 1-1,0 2 1,2-1-83,3-5 0,4-4 1,7-11-1,0-6-1720,-1-8 0,6-5 2060,0-7 0,7-14 0,-3-4 0</inkml:trace>
  <inkml:trace contextRef="#ctx0" brushRef="#br0" timeOffset="51">20534 10484 7807,'0'16'372,"-1"-1"0,-3 1 1,-1 1 311,1 4 0,3-1 0,1 6-327,0 2 0,0 7 0,0 3 1,0 2-213,0 4 0,0 0 0,0-1 0,0-4 0,-2-4 203,-3-6 0,3-8-202,-3 0 0,3-12 0,2-11 1,0-12-38,0-10 1,5-9 0,2-8 0,2-8-71,3-5 0,2 2 1,2-4-1,-1 0-295,1 0 0,-4 11 0,1-1 0,2 5-725,3 0 1,-4 8 0,7 2 0,-4 8-39,-1 6 1,0 8 0,-1 4 1018,1 3 0,-2 9 0,-3 3 0,3 4 0,-6 2 0</inkml:trace>
  <inkml:trace contextRef="#ctx0" brushRef="#br0" timeOffset="52">20817 10500 7807,'0'15'74,"0"1"1,0 0 310,0-1 1,0 6 0,0 0 57,0-1 1,0 4 0,0 2 0,0 4 0,-1 3-34,-5 4 0,5-2 1,-5 5-1,3 0-124,-2 0 0,3-5 0,-3 2 0,3-6-3,2-5 0,0-8-359,0-8 1,0-8 0,0-2-1,0-12-54,0-13 1,5-3-1,2-13 1,2-5-286,3-5 1,2 1-1,2-6 1,-1 2 179,1 3 0,0 7 1,0 4-1,-1 2 171,1 3 1,0 9 0,0 7 434,-1 6 0,1 19 1,-2 13-249,-4 9 0,3 7 0,-8 14 0,-2 1 3,-1 3 1,-2 4-1,0-3 1,0-1-1,0-3-964,0-4 1,2-10 0,1-1-785,3-7 1622,-1-5 0,2-7 0,2 0 0</inkml:trace>
  <inkml:trace contextRef="#ctx0" brushRef="#br0" timeOffset="53">1919 11773 7807,'0'-32'20,"0"8"1,0 3 0,0 3 315,0 3 1,-2-1 0,-3 0 38,-6 0 1,-3 8 0,-2 1 0,-1 2-97,-4-1 1,4 3 0,-6 10-1,2 8 1,-2 12 141,-1 8 1,4 1 0,0 11-228,2 8 1,4 2 0,4 4-1,4-3 23,5-4 0,1 7 0,0-15 1,3-3-391,8-4 1,6-4 0,14-7-1,3-9 1,2-5-1215,6-5 1,4-9 0,-1-13 0,1-8-734,1-10 2120,-4-8 0,12-15 0,-8-2 0</inkml:trace>
  <inkml:trace contextRef="#ctx0" brushRef="#br0" timeOffset="54">2233 11443 7807,'-10'10'521,"-1"1"0,2-1 0,-1 6 0,5-1 0,3 1-60,2 0 0,0 1 0,0 3 0,0 4-259,0 6 1,2 5 0,1 12-1,4 2-50,2 3 1,0-1 0,3 6 2,-2 3 1,-1-6-1,3-2 1,-3-5 0,0-5-161,-1-5 1,1-6 0,3-6-316,-1-9 1,-6-8 0,6-9 0,1-6-104,2-9 1,-4-9 0,1-11 0,1-6 162,2-4 0,2-1 1,-1 0-1,1 0 214,0 0 0,-6 12 0,-1 5 0,0 6 309,0 5 0,-6 10 0,2 11-42,-3 12 1,-2 15-1,0 13-433,0 4 1,2 4-1,1 1 1,4-4 0,2 0-751,3-3 1,2-13 0,2-3 961,0-9 0,13-6 0,5-13 0</inkml:trace>
  <inkml:trace contextRef="#ctx0" brushRef="#br0" timeOffset="55">2862 11725 8929,'-21'0'459,"0"0"1,-5 2 0,5 3 0,2 6-69,1 3 1,2 9 0,1 3 0,1 4 126,3 1 0,-1 0 0,7 1 1,1-1-1,4 1-514,6-1 0,2-6 1,8-4-1,1-4-325,4-1 1,-1-8-1,6-2 1,2-5 44,2-1 1,-3-12 0,1-5-81,0-6 1,6-3-1,-10-7 1,0-2 0,-3-4 250,-3-1 0,-2 3 0,-1-3 0,-1 2 791,-3 3 1,-2 14-427,-4 5 0,-3 13 0,3 6 0,-3 16-231,-2 16 1,-6 6-1,1 4 1,2 4-711,1 0 0,4-7 0,1-6-49,2-2 0,6-5 0,-4-3 0,2-6 730,3-8 0,2-5 0,1-7 0</inkml:trace>
  <inkml:trace contextRef="#ctx0" brushRef="#br0" timeOffset="56">3239 11820 7807,'0'-16'983,"0"0"-115,0 1 1,0 8-585,0 7 1,0 7 0,0 10 0,0 4 0,0 7 88,0 7 0,0-2 1,0 4-1,0-2-228,0 1 0,6-2 0,-1 2 0,-2-3-56,-1-1 1,0-6-1,1-1-496,3-3 1,1-4 143,-2-13 1,-2-14 0,6-20 0,0-10 58,-1-8 0,3-5 0,5 1 1,-2-3 23,-4-2 0,4 10 0,-3 1 1,3 5 360,1 5 1,1 5 0,0 9 198,-1 11 1,-6 10-1,-4 10-157,-3 11 0,-2 14 0,0 7 0,0 4 0,0 1-432,0 0 1,2 0 0,1-2-677,3-3 0,-1-5 0,-3-11 0,3-5-145,5-3 1,4-10-1,2-4 1030,0-8 0,-1-4 0,1-8 0</inkml:trace>
  <inkml:trace contextRef="#ctx0" brushRef="#br0" timeOffset="57">3727 11804 7807,'0'-23'218,"-2"8"0,-2-3 0,-3 8 340,-1 3 1,-3 1-1,-4 8 1,-1 2-103,0 1 0,0 12 1,2 1-1,2 5 65,2 5 1,6 1 0,-1 3 0,3-1-280,2 1 0,0-6 1,0-2-1,2-1 10,3-4 0,4-1 0,7-4-1033,-1-4 1,6-3 0,2-9 0,2-3 0,2-7 32,3-7 1,-4-1-1,1-4 1,-1 1 667,-2 4 0,1 3 0,-6 6 0,2 5 499,-2 3 1,-8 11 0,-6 6 0,-3 11 304,-2 9 0,0 6 1,-2 7-184,-3 5 1,-6-2 0,-8 6-1,-4-1 1,-1-2-408,-4-1 1,3-15 0,-1 2-1,0-8-299,1-6 0,3-14 0,6-3-884,0-11 0,2-8 1,4-11-1,5-6-1044,3-2 1,4-10 2092,3-3 0,4-3 0,6-2 0</inkml:trace>
  <inkml:trace contextRef="#ctx0" brushRef="#br0" timeOffset="58">4088 12056 7779,'25'0'331,"-4"0"1,-2 0 302,2 0 0,-4 0 1,4-2-314,-3-3 1,-4-4 0,-2-7 0,-1 0 0,-1 1-117,-1-1 1,-2-1 0,-7-3 0,-2-1-43,-3 2 0,-4 2 0,-7 1-78,1 0 0,-8 2 1,-3 4-1,-4 5 67,-1 3 0,6 9 0,2 5 0,2 7 0,0 9 233,2 7 1,9-2 0,4 6-1,5-3-173,1 1 0,3 0 0,6-6 0,10 1-478,9-1 1,2-8 0,10-8 0,2-8-1137,3-5 1,1-11 0,10-6-1,0-11 1402,-1-9 0,3-6 0,5-6 0</inkml:trace>
  <inkml:trace contextRef="#ctx0" brushRef="#br0" timeOffset="59">5362 11647 7709,'9'0'374,"-2"2"0,-7 3-118,0 5 1,0 4-1,0 4 1,0 3 0,-2 5-68,-3 4 0,1 6 1,-5 3-1,1-1-152,-1 1 0,4-1 1,-4-3-1,2 2-20,3-2 0,-3-4 0,2-5 1,0-5-163,-2-3 1,5-8 133,-3 1 1,5-17 0,5-2-1,6-13 80,3-9 0,1 0 1,3-12-1,3-1-34,5-3 1,-1-6-1,1-1 1,2 3-185,1 1 1,3 2 0,-1 1 0,1 4-456,-1 6 0,-5 8 1,-1 5 304,-2 6 1,3 4 298,-5 13 0,0 14 0,-6 4 0</inkml:trace>
  <inkml:trace contextRef="#ctx0" brushRef="#br0" timeOffset="60">5849 11898 7709,'16'0'0,"-2"2"123,-4 3 1,4-3 0,-3 3 143,3-3 1,2-9-1,-2-3 1,-2-6-142,-2-5 0,-6 2 0,3-7 0,-2-2-7,0-2 1,-1-7 0,-9 1-1,-6 1 36,-3 1 0,-2 10 0,-1 5 1,-4 7 85,-5 6 0,-4 6 0,0 6 0,2 8-62,2 10 0,7 9 0,-2 14 0,4 2-53,1 4 0,7 1 0,4 5 0,3-3-131,2-2 1,9-1-1,7-8 1,8-3-399,6-5 0,3-11 0,2-7 0,3-7-587,2-7 1,-3-6 0,3-10 0,0-10-352,1-7 1341,-13-3 0,15-15 0,-10-2 0</inkml:trace>
  <inkml:trace contextRef="#ctx0" brushRef="#br0" timeOffset="61">6321 11741 7952,'-11'7'702,"1"4"0,7-1 0,-4 4 0,1 7-150,1 7 1,0 2 0,5 12-439,0 1 0,0 3 0,0 3 1,0-1-1,0 3-335,0 0 1,0-11 0,0 5 0,0-4 91,0-7 0,0-13-854,0-5 1,0-18 0,0-5 0,-2-12 506,-3-12 0,3-8 1,-5-8 430,0 0 1,5-4 0,-3 2 0,3 4-1,2 0 196,0-1 1,0 4 0,2 2-1,2 2 159,1 3 1,7 2-1,-1 3 1,4 2 47,6 2 1,-3 12 0,3 0 0,-2 5-123,2 6 0,-4 1 0,3 5 1,-6 6 65,-4 7 0,-7 10 0,3 0 0,-5 4 21,-1 1 0,-1 1 0,-3-3-354,-1-2 1,-7 2 0,1-4 0,-3-1 0,-3-3-608,-4-3 0,3-4 0,-3-2 0,4-3-120,1-2 0,6-2 1,1-9-1,2-4 758,4-8 0,1-3 0,2-4 0,0-1 0</inkml:trace>
  <inkml:trace contextRef="#ctx0" brushRef="#br0" timeOffset="62">6620 11678 7709,'8'16'59,"1"-2"0,-5 0 0,3 2 730,1 6 0,-4 1 1,1 2-257,-3-3 1,-2 4-1,0-1 1,0 1-161,0 2 1,0 5-1,0-7 1,0 2-170,0-1 0,-2-3 0,-1-5 0,-4 0-153,-2-5 1,4 0-276,-6-8 1,8-13 0,-3-11-1,5-6 8,1-9 0,1-1 0,3-8 1,3 1 39,2 0 0,1-2 1,6 4-1,-2 1-42,-4-1 1,4 3 0,-3 3-1,3-1-410,1 3 1,3-2 0,1 12-1,2 2-226,-2 1 1,4 4-1,-2 4 854,-2 4 0,6 5 0,-1 1 0</inkml:trace>
  <inkml:trace contextRef="#ctx0" brushRef="#br0" timeOffset="63">7013 11851 7709,'8'7'461,"1"-3"70,-4 6 1,4-1-1,7 1-254,0-4 1,-6-6 0,1-7-1,-1-7-71,-1-6 1,3-7 0,-5 0 0,0-2-1,0-3 1,-2 1 0,-5 1 0,-1 2-264,-5 2 0,-4 7 1,-9 0-1,-4 6 87,-2 8 0,-1 5 0,-3 7 0,1 9 103,1 8 1,3 13-1,-2 5 1,6 5 62,8 5 1,0 2 0,7 6 0,1-6 0,4-3-276,6-6 0,2-8 1,10-2-1,3-7-519,5-7 1,0-11 0,4-5 0,5-5-59,3-5 0,-1-11 0,3-8-125,-2-1 0,4-10 781,-5 4 0,0-4 0,-6 4 0</inkml:trace>
  <inkml:trace contextRef="#ctx0" brushRef="#br0" timeOffset="64">7563 11631 7709,'9'-7'288,"-2"-2"1,-7-6 58,0-1 1,0 6 93,0-1 1,-7 2-1,-4-3 1,-3 3-1,-1 2 2,-1 4 0,0 3 0,0 3 0,1 6-158,-1 5 1,6 0-1,1 12 1,2 2-84,3 2 1,-3 3-1,2 2 1,2 2-120,1-2 1,9 0-1,2-1 1,1 3-77,1-2 0,-3-2 0,4-1 0,-3-1-63,-2 1 0,0-1 0,-3-1 0,1-4-585,-2-5 1,-3-4 0,-5-1 0,-5 0-133,-4-1 1,3-6-1,1-4 1,-2-5 257,-2-5 1,0-4 0,3-6 0,4-3-158,0-3 0,5-3 672,-3-8 0,10 1 0,4 0 0</inkml:trace>
  <inkml:trace contextRef="#ctx0" brushRef="#br0" timeOffset="65">7563 11930 7709,'12'-5'0,"2"-1"0,4 3 304,-1 1 0,-3-3 0,2-2-64,7-2 0,-2 6 0,0-4 1,-4 1 147,-1 1 1,-1-7 0,1 1 0,0-4-239,0-6 1,-8 2 0,-2-8-1,-5 1-107,-1 2 1,-1-4 0,-5 7-1,-4 2 74,-4 1 1,-4 9-1,-3 4 1,-3 5 40,0 5 0,-1 11 0,6 10 0,-2 4 146,2 1 1,3 8 0,4 1-323,1 0 0,8 4 1,-2-6-1,3 1 1,2 1-94,0 0 0,2-5 0,3 0 0,7-5-495,7-4 0,0-9 606,8-1 0,-1 0 0,5-8 0</inkml:trace>
  <inkml:trace contextRef="#ctx0" brushRef="#br0" timeOffset="66">7862 11836 7696,'-16'0'901,"0"0"0,8 1 0,2 5 0,5 4-558,1 4 0,0 9 1,0 3-1,0 4-96,0 1 0,5 6 0,0-1-220,-1-1 1,-3 4-1,1-3 1,2-1-364,1-2 1,0-8 0,-5-4-169,0-4 0,5-10 1,2-7-1,0-10 174,0-9 0,4-8 1,-4-9-1,1-6 1,5-4-4,1-1 0,-4 5 1,1 2 317,1 2 0,2-2 0,0 6 0,-2 6 0,-1 4 347,1 5 0,0 7 0,0 3 1,-1 4 333,1 6 0,-3 8 1,-1 12-1,1 7-246,0 7 1,-6 0-1,3 7-194,-5 1 0,-1 1 0,0 0 1,0-4 44,0-2 1,0-8-1,2-9-1791,3-4 1,-1-10 1519,6-7 0,1-14 0,5-10 0</inkml:trace>
  <inkml:trace contextRef="#ctx0" brushRef="#br0" timeOffset="67">8318 11584 7690,'0'16'-1,"0"-1"1,0 1-1,0 2 1,-2 3 1051,-3 5 1,3 5-1,-3 4 1,3 5-580,2 6 1,2-3 0,1 10-1,4-4-540,2-2 0,-4 0 0,4-2 0,-2-1-362,-4-2 0,4-7 0,-1 0 0,-3-7 22,-1-7 408,-2-11 0,0-3 0,0-7 0</inkml:trace>
  <inkml:trace contextRef="#ctx0" brushRef="#br0" timeOffset="68">8223 12040 8675,'-14'-11'980,"4"1"1,5 6-1,10-1-1089,5 3 0,4-3 0,2 0 0,2 0-405,3-2 0,-2 3 0,5-5 1,1 3 513,-1 2 0,2-5 0,6 1 0</inkml:trace>
  <inkml:trace contextRef="#ctx0" brushRef="#br0" timeOffset="69">8601 11710 7684,'-21'7'110,"0"3"1,7-1-1,-7 1 1,3 4 750,3 6 0,-1-1 1,0 5-1,2 1-287,4-1 1,1 2 0,6 4 0,-3-2-488,3-2 0,6-7 1,4 2-1,2-3-342,3-2 1,4-2-1,3-4 1,2-3-99,-2 0 1,-1-7 0,-2 2 0,-1-9-205,1-7 1,0 0-1,-1-12 1,1-2 381,0-2 0,-6-3 0,-1-2 0,-2-2 392,-3 2 0,-3 4 0,-1 5 0,0 5 2024,0 3-1892,0 2 0,0 11 0,0 10 0,0 15 0,0 9-217,0 8 1,0-2 0,0 5 0,0-1-814,0-4 0,2-2 0,2-4 0,3-2-605,1-6 1,3-11 0,5-5 388,-1-3 1,1-11 896,0-6 0,-1-8 0,1-9 0</inkml:trace>
  <inkml:trace contextRef="#ctx0" brushRef="#br0" timeOffset="70">8931 11584 7817,'-2'-9'1241,"-3"4"0,1 5 0,-4 5-668,1 6 1,1 5-1,6 6 1,0 10-15,0 8 0,0 5 1,0 4-1,2 4-660,3 4 0,-3-1 0,5 0 1,-2 0-472,1 0 0,1-9 1,-4 2-1,2-4-138,-1-6 0,-2-11 0,-2-8-692,0-2 0,0-16 1,0-9 1401,0-11 0,-14-13 0,-4-9 0</inkml:trace>
  <inkml:trace contextRef="#ctx0" brushRef="#br0" timeOffset="71">8821 12087 7684,'-7'-9'2071,"5"2"1,-5 6-1584,7-5 0,0 3 0,2-6 0,3 0-425,6 1 0,3 2 0,1-2-82,1 1 0,5 0 0,0 3 0,-2-3 0,-1 0-789,-3 0 0,6-3 1,0 3 807,-1-2 0,4-1 0,0-6 0</inkml:trace>
  <inkml:trace contextRef="#ctx0" brushRef="#br0" timeOffset="72">9135 11883 7684,'-1'15'390,"-3"1"1,-3 2 175,-2 3 0,6-4 1,-2 4-1,1-2-276,-1 2 1,3-3 0,-3 3 0,3-2-626,2 2 1,0-4 0,0 4-1681,0-3 1,7-10 2014,4-2 0,3-12 0,1-2 0</inkml:trace>
  <inkml:trace contextRef="#ctx0" brushRef="#br0" timeOffset="73">9167 11883 7684,'-9'-25'288,"0"1"1,6 5 627,-2-2 0,-2 7 176,1 8-1466,5 5 0,1 1 1,10 0-892,4 0 1,-3 5 498,-1 0 0,0 0 766,6-5 0,0 0 0,0 0 0</inkml:trace>
  <inkml:trace contextRef="#ctx0" brushRef="#br0" timeOffset="74">9277 11788 7684,'-7'23'152,"5"-5"1,-5 2 0,2 0 777,0 1 1,-6 3-1,6 6 1,1-2-386,3-2 1,1 0 0,0 4-1,0-2-634,0-2 1,7-7 0,3 0 75,4-6 0,4-6 0,-1-9 0,1-5-288,-5-9 0,0-1 0,1-10-313,-4 0 0,2-8 0,-6-2 1,-3 2 514,-1 2 0,-2 3 0,0 2 1,0 4-1,-2-1 41,-3 1 1,-2 8 0,-5-1-1,1 1-590,-1 4 1,3 1 0,1-1-883,1 2 1530,1 6 0,6-3 0,7 7 0,2 0 0</inkml:trace>
  <inkml:trace contextRef="#ctx0" brushRef="#br0" timeOffset="75">9450 11710 7675,'9'15'0,"-1"3"0,-4 1 0,1 4 700,-2 1 1,-1-3-1,-2 4 1,0-1 10,0 1 1,0 1-1,0 4 1,0-1-271,0 3 1,0-10-1,0 10 1,0-3-173,0 1 0,0-4 1,0 1-128,0 0 1,0-9-332,0-2 0,0-13-161,0-3 0,0-7 0,2-10 0,1-4 112,3-5 0,-1-6 1,-3-1-1,1-2 60,2 0 0,2 9 0,-3-7 0,3 1 120,2 4 1,-4 7-1,4 0 1,-1 4 233,1 1 1,2 2 0,4 6 406,1 8 0,0 8 0,-1 15 1,1 7-51,0 5 0,0 8 0,-2-1 0,-2 4-266,-2 1 0,-1 0 1,3-2-1,-3-1-1015,-2-2 1,3-12-1,-4-1-3053,-3-4 1,-1-13 3800,-2-12 0,7-14 0,2-11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38.8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211 263 7691,'0'-10'0,"0"-1"-24,0 0 1,0 1 0,0-1 0,-1 1 354,-3-1 0,-2 4 1,-4 1-1,-2 1-21,-2 3 0,1 2 1,-5 5-1,0 5 102,-2 7 0,2 8 1,1 4-1,2 5-222,2 5 1,1-2 0,3 0 0,2-2-219,4-1 0,6-10 0,4 3 0,4-4 4,3-4 1,2-7 0,7-9 0,1-4-576,4-6 0,0-6 1,-1-11-1,0-7 268,0-7 1,-6 2 0,1-8 0,-1 3 514,-2 5 0,-8 10 167,-1 5 1,-7 11-1,-2 6 1,-4 8-135,1 10 1,-3 6 0,2 5 0,1 3-224,0 3 0,2-3 0,0-1 1,0-1-643,0-2 1,5-6 0,2-2 0,3-5-396,0-5 1,5-8 1042,3-5 0,2-12 0,1-3 0</inkml:trace>
  <inkml:trace contextRef="#ctx0" brushRef="#br0" timeOffset="226">624 9 7855,'-5'-6'409,"-1"4"190,0 4 1,0 9 0,4 7 0,-2 4 269,2 6 0,-3 3 0,2 11 0,0 9-572,2 10 0,1 1 1,1 10-1,3-4-515,3-2 0,-1-12 0,0 0 1,0-8 34,0-9 0,-3-11 0,4-7 139,1-6 44,2-5 0,-4-13 0,-2 0 0</inkml:trace>
  <inkml:trace contextRef="#ctx0" brushRef="#br0" timeOffset="429">528 422 7767,'0'-7'740,"0"0"1,2 1 0,1-2 0,4 2-709,3 1 0,5-3 1,2 2-1,5-2-115,2-3 1,5 3 0,5-7 0,1 1-886,-1-1 1,-1-5 0,-3 2-1,-1-5 968,-5 0 0,-6 3 0,7-11 0,-3 4 0</inkml:trace>
  <inkml:trace contextRef="#ctx0" brushRef="#br0" timeOffset="631">962 20 8676,'-5'10'1205,"4"1"1,-3 1 0,0 3-629,1 6 1,-4 10 0,3 8 0,2 4-362,0 6 0,2 7 0,0 8 0,0 1-39,0-3 1,0-5-1,0-3 1,0-7-1334,0-8 0,0-11 0,0-7 0,0-6-1235,0-3 0,-1-6 2391,-2-3 0,-8-11 0,-5-4 0</inkml:trace>
  <inkml:trace contextRef="#ctx0" brushRef="#br0" timeOffset="690">782 485 7767,'0'-10'0,"0"-1"0,1 1 0,3-1 572,3 0 1,2 2-1,2 1 1,1 2-172,2 1 1,2-2 0,6 4 0,0 0-1207,3 2 1,-2-2 0,4-1 0,1 2 23,3 1 0,-2-1 1,7 0 780,-4-2 0,0-4 0,0 2 0</inkml:trace>
  <inkml:trace contextRef="#ctx0" brushRef="#br0" timeOffset="1036">1248 284 7788,'-20'0'0,"1"1"305,1 3 1,1 2 0,-4 4 0,-1 2 247,1 2 1,3 7 0,-1 8-1,0 1-212,4 2 1,3 0 0,5-3 0,3-3-279,3-5 1,6-7 0,3-1 0,5-3-284,5-3 1,2-5 0,1 0 0,0-5-84,0-8 1,0-4-1,-1-6 1,-1 0 41,-1 0 0,-2-4 0,2-1 0,-4 0 69,-2 0 0,-2 2 1,0 4-1,-3 2 958,-4 4 0,-2 4-545,-1 7 0,-1 9 1,-1 13-1,-3 5-412,-1 8 1,3-3-1,-3 5 1,1 1-8,3-3 0,1-3 0,2-6 0,4-4-1902,5-5 2100,1-2 0,9-6 0,-4-2 0</inkml:trace>
  <inkml:trace contextRef="#ctx0" brushRef="#br0" timeOffset="1239">1523 242 7767,'-16'0'333,"1"0"0,-1 0 0,0 0 0,-2 1 446,0 3 1,4 3 0,-4 8 0,1 6-145,0 6 1,2 5 0,6 3 0,2 4-280,3 2 1,3 0 0,2-3 0,4-5-580,5-4 0,6-9 1,5 0-1,0-3-662,0-4 0,2-3 1,0-3-1,3-4-720,1-6 1,-2-4 0,2-7 1604,-1-4 0,3-6 0,-2-3 0</inkml:trace>
  <inkml:trace contextRef="#ctx0" brushRef="#br0" timeOffset="1442">1830 178 7767,'-11'5'1011,"2"2"1,1 3-436,1 0 1,0 6 0,-4 1 0,0 4-249,1 4 1,-1 3 0,1 7-1,-1 5 443,0 5 1,4 0 0,2 2 0,-1-2-1156,0-4 0,3-7-301,0-2 1,3-10-1,3-9 1,4-5-1,4-4 1,2-4-1974,1-4 0,4-3 2658,-4-7 0,5-3 0,-3-4 0</inkml:trace>
  <inkml:trace contextRef="#ctx0" brushRef="#br0" timeOffset="1748">1989 263 8073,'-11'1'671,"0"3"0,3-3 0,-1 4 0,-3-1-67,0 3 0,-1 3 0,0 2 0,-2 2-160,-1 3 1,-1 1 0,-2 2 0,3 4-41,1 1 1,1 0 0,4 1 0,2-1-68,1-2 0,4-4 0,0 2-321,2-6 0,2-3 1,2-2-1,5-3 1,1-4-507,2-2 0,4-1 0,1-1 0,2-2-710,0-4 0,-1-3 0,4 0 1,0-1 184,1 0 1,-1 0 0,0-2 0,0-1 1014,0 1 0,0 1 0,-1 1 0,-1 1-54,-1-1 1,-5 5 0,1 3 0,-2 2 117,-2 1 0,1 0 845,-1 0 0,1 0 0,0-2-144,-1-1 1,-3-3-1,-1-6 1,0-2-434,0-3 0,-4-3 1,2-2-1,-3 1-159,-1 0 1,-1-4 0,-3 2-1,-3 2 232,-2 2 1,-5 11 0,-2 1 0,0 4-41,-3 3 1,3 6-1,-2 5 1,0 6-201,2 7 1,1 3 0,4 6 0,0 2-287,1 4 0,4-2 1,2 1-1,3-1-762,1-3 0,1-5 0,3-3 0,4-4-919,5-5 1,4-9 0,3-5 1801,-3-1 0,8-12 0,-3-2 0</inkml:trace>
  <inkml:trace contextRef="#ctx0" brushRef="#br0" timeOffset="1997">2369 327 7767,'-4'10'1067,"1"1"1,-2-1-1,-1 1-99,0 0 0,3 4 1,-1 2-1,0 3-345,1 2 1,-1 0-1,4 1 1,0 3-468,0 1 1,0-2 0,0 2 0,-1 0-297,-3 0 1,-1-3 0,-5-1 0,2-3-349,1-2 0,0-6 254,-4-2 1,5-5 0,3-10 0,3-5 154,3-7 1,4-4-1,8-4 1,3-4 110,6-5 0,-1-4 0,6-4 0,0-2-660,2-2 1,0 2-1,1-4 1,1-1-1199,2 1 1,-1 2 1825,5-3 0,-5 9 0,3-1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37.0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138 132 7800,'0'-21'-235,"0"1"120,0 2 1,0 3-1,0 3 1,0-1 1100,0-1 1,0 4-463,0 3 0,0 5 0,0 4 1,0 8-152,0 10 0,0 4 0,0 7 0,0 7-170,0 5 1,0 7 0,0 5 0,0 4-407,0 3 1,0 1-1,0 7-610,0 2 1,0-3 0,0-3 0,0-8 227,0-6 0,0-8 585,0-12 0,-5-5 0,-1-6 0</inkml:trace>
  <inkml:trace contextRef="#ctx0" brushRef="#br0" timeOffset="223">0 608 7844,'1'-14'409,"3"0"1,-2-1 0,4 2 0,1-3-247,3 0 0,-1 2 1,9-3-1,0 1-503,2 0 1,6 5 0,3-2 0,1 0-932,2 1 1,1-4 1270,2-2 0,-7-2 0,3-1 0</inkml:trace>
  <inkml:trace contextRef="#ctx0" brushRef="#br0" timeOffset="499">476 37 7785,'-4'6'251,"-1"3"1,-3-2 0,2 3 0,0 1 0,1 3 456,1 4 1,-1 3-1,3 4 1,-2 3-331,2 3 0,0 3 0,2 3 0,0 8-221,0 6 1,0 0-1,0 8 1,2-1-24,1-3 0,-2-9 0,4-5 0,-1-6-286,-1-8 1,4-6 0,-2-11-191,1-3 1,0-7 0,2-7 0,-1-4 27,1-3 0,-2 0 0,1-7 0,0-6 118,-1-6 1,3-1 0,-2-4 0,3 2 200,0 2 0,0 7 1,-2 6-1,-2 5 204,-1 4 0,2 9 1,-4 6-1,0 13-177,-2 10 0,-1 8 1,0 10-1,0 3-463,0 2 1,0-6 0,0-1 0,1-5-310,2-4 0,3-11 0,6-5 231,2-8 0,2-4 1,2-6 508,0-3 0,0-7 0,3-5 0</inkml:trace>
  <inkml:trace contextRef="#ctx0" brushRef="#br0" timeOffset="800">804 460 7785,'-10'0'0,"-1"0"553,1 0 0,-2 0 0,-1 1 1,-2 4 29,-2 6 0,4 1 0,-1 8 0,2 4-182,2 2 0,4-2 0,2 4 0,3-1-303,1 0 0,1-9 0,4-1 1,5-7-200,2-2 1,7-6-1,-2 0 1,2-4-410,2-5 1,-5-12 0,8-6 0,-1-5 154,0-6 1,-5-1 0,0-4 0,1 1 372,1 1 1,-4 5 0,-3 1 0,-3 6 680,-3 6 0,-5 12 1,0 8-155,-4 13 0,0 10 0,-5 14-312,-2 2 0,1 8 1,0 4-1,2-1 1,1-1-477,3-2 0,1-12 0,1 3 1,0-6-943,0-5 0,5-12 0,2-7 1,3-7 10,4-7 1,-1-6-1,4-12 1174,-2-7 0,4-14 0,-3-8 0</inkml:trace>
  <inkml:trace contextRef="#ctx0" brushRef="#br0" timeOffset="1006">1143 153 7785,'0'-10'1177,"0"3"-844,0 0 0,0 7 0,-1 3 9,-3 10 1,3 10-1,-2 6 1,1 4 576,2 5 1,2 0 0,0 10 0,1 5-965,0 4 1,2-1-1,-2 3 1,1 0-755,0-1 1,-1-11 0,3-3 0,-2-8-1213,-1-5 0,1-15 2011,0-2 0,-5-9 0,-5 0 0</inkml:trace>
  <inkml:trace contextRef="#ctx0" brushRef="#br0" timeOffset="1194">1069 651 7785,'0'-11'101,"-1"0"0,-2 1 1,0-1-1,2 1 953,3-1 0,5 0 0,6 2 0,2 1-668,2 1 0,2-1 1,4-5-1,4-3-618,4 0 0,-1-2 232,9-3 0,0-5 0,3-1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36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275 74 7892,'-15'-16'105,"2"0"1,-5 6 0,-1-1-1,-1 2 364,-1 2 1,-1 2-1,-2 5 1,0 1 111,0 3 0,3 3 1,3 7-306,4 4 0,4 5 1,2 4-1,5 3 1,4 4-213,6 2 0,3 3 0,10 2 0,3-1-184,3-1 0,2-6 0,4 0 0,0-5-92,-1-2 0,-2-5 1,-2-3-1,-3-1 79,-4 0 1,-3-1-1,-8-3 165,-2 1 1,-3 0 0,-9-3 0,-6-1 0,-6 1 117,-7 0 0,-3-1 1,-4 1-1,-1-2-404,0-2 1,4 3-1,1-5 1,1 1-904,2-2 0,3-3-139,4-1 0,7-1 1296,10-3 0,5-6 0,6-7 0</inkml:trace>
  <inkml:trace contextRef="#ctx0" brushRef="#br0" timeOffset="265">486 307 7788,'-17'12'356,"-1"2"0,1 3 0,-3 7 1,2 2 360,4 1 1,3 1-1,3 3 1,2-2-276,1-1 1,7-8 0,6 0 0,5-3-570,4-4 1,8-5 0,2-2-1,3-4-221,1-7 0,-5-2 0,5-11 0,-3-5-50,-1-4 1,-7-5 0,-1-3 0,-5-2 267,-5-1 1,-5-2 0,-2 6 0,-5 3 210,-8 5 0,-4 8 0,-8 1 0,0 3-313,-2 5 1,-4 3 0,2 6-1,0 0-549,2 0 1,4 1 780,3 2 0,3-1 0,4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42.4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338 62 7825,'1'-7'1,"0"-2"1,2 0 0,-2 0 0,-3 2 0,-3 1 837,-4 1 0,-2 0 0,-3 3 0,-2 0-272,-3 1 1,-4 7 0,-2 4 0,-2 6-91,0 4 1,1 6 0,2 5 0,-1 5-174,1 4 1,4 0 0,1 3-441,6-3 0,2 1 1,9-2-1,1 0 1,1 1-319,5-1 0,4-9 0,9-3 0,4-6-537,4-5 1,1-7 0,4-6 0,2-4-1984,0-6 2974,-3-6 0,13-11 0,-4-4 0</inkml:trace>
  <inkml:trace contextRef="#ctx0" brushRef="#br0" timeOffset="282">511 263 7930,'-9'-7'153,"-1"0"0,-3 1 0,0 1 0,-3 3 808,-1 1 0,-1 4 1,-1 2-1,0 4-171,0 2 1,2 3-1,1 2 1,2 3-437,3 1 0,4 0 0,5 0 0,1-1-445,1 0 0,6-5 0,3 0 0,4-4-182,3-2 1,2-4 0,3-3 0,-1-3-456,1-5 1,0-4 0,0-5 0,-1-3 290,1-3 1,-3 0 0,-2-3 0,-2 1 603,0 2 0,-5 1 0,-3 3 1,-2 3-61,-3 2 0,-1 6 1,-2 6 846,-3 2 1,0 5 0,-1 4 0,3 5-934,0 2 0,0 1 0,3 3 0,0 0-246,0-1 1,0 0-1,1-1 1,1-4-1033,3-3 0,1-2 0,2-3 1257,1-3 0,2-4 0,2-4 0</inkml:trace>
  <inkml:trace contextRef="#ctx0" brushRef="#br0" timeOffset="582">649 283 9096,'-7'3'826,"3"1"0,2 4-377,1 1 1,1 2 0,0 3 0,0 3 175,0 1 0,0 3 0,1 3 0,0 3-477,2 1 1,-1-4-1,-2 1 1,1-5 166,1-4 0,0-5-697,2-5 0,-2-9 1,3-11-1,0-8-221,2-7 1,0-1-1,-1-3 1,2-1 153,1-2 1,-1 7 0,2-1 0,0 1 420,1 3 1,0 5 0,1 2 0,-1 4 51,0 4 1,1 7 0,-3 7 0,-2 5-6,-2 4 0,-4 6 0,2 3 1,-2 3-226,-1 3 1,0 1 0,0-1 0,0-1-945,0-1 1,0-5 1149,0 1 0,3-5 0,0 1 0</inkml:trace>
  <inkml:trace contextRef="#ctx0" brushRef="#br0" timeOffset="966">932 180 8788,'0'7'1376,"0"0"0,-1 0-900,-1 2 0,1 4 0,-1 4 1,1 3-313,1 1 0,1 0 0,0 3 0,2 1-181,-2-1 0,0-1 1,-1 2-1,0-1 234,0-2 0,0-6 0,0-3-308,0-2 1,0-7-1,0-7-67,0-7 0,2-7 1,1-6-1,0-3-54,0-3 1,4-1 0,-1-3 0,2-1 5,1 1 0,-2 5 1,0 2-1,1 2 309,1 2 1,0 8 0,1-1 437,0 6 0,-3 10 1,-3 11-1,-1 5-226,-1 6 1,-2 2 0,0 4 0,0 2-605,0 0 1,-2 2 0,0 0 232,0-4 1,-1 3 0,1-6-1,1-1 1,3-3-1897,5-5 1,1-7 0,3-7 1951,-1-6 0,5-8 0,0-7 0</inkml:trace>
  <inkml:trace contextRef="#ctx0" brushRef="#br0" timeOffset="1193">1215 270 7859,'-14'13'898,"0"-1"0,1 6 0,-1 1 149,0 1 1,6-1-1,1-2 1,3 1-453,0 0 1,3-3-1,1 0 1,5-5-335,3-3 0,1-4 1,5-2-1,2-3-548,1-5 1,3-6-1,-2-6 1,0-1-388,-2-3 1,-3 1 0,-1-1 0,-3 1 69,-1-1 1,-4 5 0,-2-1 0,-2 4 197,-2 1 1,-3 2 0,-3 3 0,-2 0-192,-1 3 0,-1 4 1,-1-1-1,2 2-1392,2-2 1989,4 3 0,-1-6 0,2 2 0</inkml:trace>
  <inkml:trace contextRef="#ctx0" brushRef="#br0" timeOffset="1387">1415 69 7859,'-3'20'242,"2"-4"1,-3 5-1,1 0 1040,1 1 0,1 1 0,1 3 0,0 2-296,0 0 0,0 0 0,0 2 0,1 1-1047,2 1 1,0-5 0,2 5 0,0-2-1587,0 0 0,-1-9 0,0-2 1647,-1-4 0,2-4 0,-1-4 0</inkml:trace>
  <inkml:trace contextRef="#ctx0" brushRef="#br0" timeOffset="1579">1346 401 7859,'0'-7'753,"1"1"0,1 0 0,3 0 0,2-1 486,2 0 1,3 0 0,4-2 0,3 1-1423,3-1 0,0 1 0,3-1 0,0 0-2607,2 0 2790,-1 1 0,8-5 0,-3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45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82 7981,'-4'-6'0,"-1"2"0,3-2 633,-3 4 0,1 0 0,0 5 0,1 2-161,0 3 1,2 4-1,-1 4-368,1 2 1,1 2 0,1 1 0,1 0 0,3 0-5,1-1 1,1 1-1,2 0 1,1-1-37,1 1 1,0-3-1,2-4-548,-1-4 1,3-1 0,-1-7-1,0-2 1,1-5-18,-1-6 1,-3-7-1,1-6 1,0-5 204,1-1 1,-4 2 0,-1 0 109,-2 1 0,2-1 1,-4 5-1,-1 2 961,0 5 1,-3 7 0,0 11-84,0 4 0,-2 8 1,0 0-1,0 3-287,2 2 0,0 1 0,0 1-499,3 0 1,-2-1-1,4-1 1,-1-1-1,1 1-270,0-2 0,1 0 0,4-5 0,-2-2-3513,0-3 3877,-1-4 0,3-3 0,0-4 0</inkml:trace>
  <inkml:trace contextRef="#ctx0" brushRef="#br0" timeOffset="332">408 82 8280,'-4'0'1181,"0"1"1,1 1-591,1 3 1,1 4-1,1 3 1,0 4-327,0 2 1,0 3 0,0 2-1,0 3-224,0 3 1,0 0-1,0 0 1,1-2-149,2-2 0,-3-5 0,3-1 1,-3-4-167,0-4 0,1-6 1,1-6 33,0-5 0,1-6 1,-1-6-1,3-6-94,1-4 0,-1-4 0,2-2 0,0-1 59,1 1 1,3 1 0,-1 3-1,2 1 124,-1 2 1,1 4-1,2 3 1,0 4 299,-1 3 0,-1 6 0,-1 5 1,-1 3 55,-2 4 0,-3 3 1,-1 8-153,-1 3 0,0 1 1,-3 3-1,0 2 1,0 0-231,0 0 1,0-2-1,0 1 1,0-2-516,0-2 0,0-3 0,0-2 691,0-3 0,3-2 0,0-3 0</inkml:trace>
  <inkml:trace contextRef="#ctx0" brushRef="#br0" timeOffset="565">836 27 8097,'-13'0'587,"4"0"1,-5 0 0,0 0 115,-1 0 0,3 0 1,-1 1-1,1 2 37,2 4 0,0 3 0,0 4 1,1 3-116,1 4 0,5 0 0,-3 5 0,3 1-585,1 2 1,0-2 0,2 2-1,3 0-498,1-1 1,3-1 0,2-2 0,1-2 226,0-4 1,3-8 0,2 0 0,2-5-2901,1-3 1,-2-7 3130,2-2 0,0-7 0,3-5 0</inkml:trace>
  <inkml:trace contextRef="#ctx0" brushRef="#br0" timeOffset="814">926 186 8097,'-9'5'0,"-1"2"862,-1 1 0,2 3 0,-2 2 0,1 4 98,-1 3 0,5 0 1,-1 4-1,4-1-611,1-1 1,3-4 0,3 0 0,4-4-588,4-6 0,1-4 1,4-3-1,-1-3 0,0-5 0,0-6 1,-2-6-1,-1-1-225,-2-3 1,-1-2 0,-4-1-1,-1 1 295,-3 2 1,-2 6 0,-2-3 0,-3 2 114,-4 3 0,1 3 1,-4 3-1,0 2-4,-1 3 1,0 1-1,1 3 1,3 0 154,1 0 0,4 0 1,0 3-99,1 1 0,4 2 0,3 1 0</inkml:trace>
  <inkml:trace contextRef="#ctx0" brushRef="#br0" timeOffset="1048">1037 138 8958,'0'6'0,"0"2"896,0 1 0,0 0 1,0 1-1,0 1-222,0 0 1,0 1 0,0 4 0,0 0-375,0-1 0,2 0 0,1 1 0,1 0-127,1-1 0,1-3 0,1-1 0,0-1-563,0-1 1,0-5 0,0-1 0,0-4-8,0-4 1,0-3 0,-1-6 0,-1-3 220,0-4 1,-1 0 0,2-4 0,0 1 31,-2 2 1,-1 1 0,1 1 0,2 1-320,0 0 1,1 1 0,0-2 0,-1 1-2718,1 3 3180,0 2 0,3 0 0,1 0 0</inkml:trace>
  <inkml:trace contextRef="#ctx0" brushRef="#br0" timeOffset="1298">1278 200 8469,'7'7'1452,"0"-3"0,1 0-744,1-1 1,-3-4 0,3-4 0,-1-3-334,0-1 1,-1-3-1,-1 0 1,0-1 12,-2-1 1,-2 0 0,0-1-1,-2 0-204,-2 0 1,-3 5 0,-3-2 0,-2 4 56,-1 4 0,-1 2 0,-3 5 0,1 3-62,1 5 1,1 5 0,0 4 0,1 2-9,1 3 1,3 3-1,3 1 1,1 1-1190,2-1 1,1 0 0,2-1 0,4-1-141,2-3 0,0-8 0,4-1 1,1-8-3016,2-3 4173,-3-4 0,7-10 0,-4-5 0</inkml:trace>
  <inkml:trace contextRef="#ctx0" brushRef="#br0" timeOffset="1564">1423 158 9072,'-1'5'486,"0"-1"0,-1 2 904,0 0 0,1 4 0,1 1 0,0 2-807,0 1 1,0 3 0,0 1-1,0 1-434,-3 2 0,2-1 0,-4 4 0,0 0-533,-1-2 0,1-3 0,0-4 0,0-4 138,-1-4 0,1-3 0,1-5 233,1-4 1,1-4-1,2-9 1,1-3 180,1-3 0,4-2 0,4-3 1,0 1-132,0 1 0,3 3 1,-2 0-1,2 0 22,1 2 1,0 3-1,2 3 1,1 2-1439,3 0 1,-2 2 0,4 2 0,1-1 1378,-2 0 0,4 3 0,-1-2 0</inkml:trace>
  <inkml:trace contextRef="#ctx0" brushRef="#br0" timeOffset="2165">1893 234 7871,'-3'-4'268,"1"1"366,-2 0 1,1 2 0,-1 0-267,1 2 1,1 6 0,2 6 0,0 3-427,0 4 1,0 3 0,0 4 0,0 1-802,0 0 1,1-4-1,1-3 1,2-3 858,0-3 0,5-8 0,-1-1 0</inkml:trace>
  <inkml:trace contextRef="#ctx0" brushRef="#br0" timeOffset="2393">1996 124 8025,'-2'-5'440,"0"0"1,-4 4-459,2-1 1,1 2-640,0 2 1,3 2 656,3 3 0,4 3 0,3 0 0</inkml:trace>
  <inkml:trace contextRef="#ctx0" brushRef="#br0" timeOffset="2608">2162 103 8468,'-7'11'526,"3"-1"1,0-3-1,1 3 88,1 1 0,-1 2 1,1 1-1,0 1-291,1 1 1,1 1 0,0 4 0,0 0-461,0 2 1,1 0 0,1 1 0,0 1-788,0-1 0,-2-4 0,0 0 924,0-5 0,0 3 0,0-3 0</inkml:trace>
  <inkml:trace contextRef="#ctx0" brushRef="#br0" timeOffset="2667">2052 379 8961,'0'-4'1566,"0"-1"1,3 0-1151,1 2 0,5-6 0,4 2 0,2 0-653,3-1 1,3 1-1,1 1 1,2 0-3819,1 2 4055,0-1 0,3 1 0,-1 1 0</inkml:trace>
  <inkml:trace contextRef="#ctx0" brushRef="#br0" timeOffset="3009">2404 338 8376,'-5'9'0,"1"0"337,-2 0 1,3-4-1169,1 0 831,4-4 0,2 2 0,3-3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2.2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1 353 7541,'6'-13'284,"1"0"0,2 8-75,-3-1 0,-2 8 0,7 9 0,-2 13 63,-5 11 0,5 2 1,-2 15-1,-1 5-231,3 6 0,-7-4 1,5 2-789,-5-7 1,-2-10 0,2-1 746,5-8 0,-5-7 0,6-8 0</inkml:trace>
  <inkml:trace contextRef="#ctx0" brushRef="#br0" timeOffset="147">236 0 7674,'-20'9'347,"1"-5"0,1 9-282,5 3 0,-2-6-589,9 4 0,1-4 1,10 6 523,1-3 0,18 0 0,-2 6 0</inkml:trace>
  <inkml:trace contextRef="#ctx0" brushRef="#br0" timeOffset="397">628 98 7674,'-20'0'0,"1"2"291,-1 5 1,1-3 0,-1 7 326,0-2 1,10 6-465,3-2 0,7 5 1,7 1-87,6 1 1,6 2 0,5 1-1,0 4 49,-6-3 0,1 6 0,-8 1 1,0 1-9,-5 1 1,-3 0 0,-3 6 0,-3 0 2,-3 0 0,-5 0 1,-9 1-1,-1-3 56,-6-5 1,6-3 0,-5-12 0,4-4-967,2-6 1,1-5-1,1-4 798,5-5 0,-4-21 0,6-14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49.9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20 294 7801,'0'-19'0,"0"-1"-488,0 1 0,0 6 0,0-1 2663,0-1-1490,0 6 0,0 3 0,0 12 0,0 10-243,0 8 1,6 6 0,1 12 0,-3 5-290,-2 12 1,1 4 0,1 11-1,3 3-315,-3-3 1,-2 0-1,-2 2 1,0-2-1326,0-2 0,0-18 0,0-4 1487,0-13 0,-9-8 0,-2-10 0</inkml:trace>
  <inkml:trace contextRef="#ctx0" brushRef="#br0" timeOffset="163">0 275 9826,'9'-11'352,"2"2"0,11 9 0,6-2-347,11-5 1,3 5 0,10-6-1,4 1-566,8 1 0,-3-8 0,2 8 0,-9 2 561,-8 1 0,-5 3 0,-2 0 0</inkml:trace>
  <inkml:trace contextRef="#ctx0" brushRef="#br0" timeOffset="331">177 530 7794,'-11'19'135,"-4"1"302,8-1 0,11-8 1,14-4-1,10-5 0,9-2 1,-2-2 0,11-3 0,-3-3-626,3-3 0,-2 4 1,6-4-747,-2 3 1,-3 1 0,-8 7 933,-4 0 0,-5 0 0,-8 0 0</inkml:trace>
  <inkml:trace contextRef="#ctx0" brushRef="#br0" timeOffset="497">39 1098 7794,'-10'9'580,"1"4"-347,0 4 0,9-4 1,0-2-1,11-2 108,6-5 1,12-2 0,3-4-1,8-2-506,5-3 1,-1-8 0,8 2 0,3-7-886,1-6 0,1 2 0,-3-8 1050,-1-3 0,-1-2 0,7-2 0</inkml:trace>
  <inkml:trace contextRef="#ctx0" brushRef="#br0" timeOffset="848">823 471 7794,'-8'19'0,"-3"1"0,-2 0 508,0-1 0,8 3 1,-1 2-1,4 4 214,2 3 1,0 4 0,0 10 0,0 8-524,0 3 1,6 5 0,3 2 0,0 5-167,-1 1 0,1-14 0,-5-5 119,3-13 1,2-2 0,-5-13-605,2-11 1,3-14 0,-4-23 0,3-9 156,3-8 1,-4-9 0,4-12-1,-1-3 86,1-3 0,2 1 0,7-3 1,0 6 207,-1 5 1,3 9-1,2 4 1,2 5 53,-2 6 1,-2 19 0,-3 9 227,1 18 1,-3 15 0,-4 22-265,-6 6 0,2 7 0,-3 6 0,-1 5 0,-3 0-507,-2-5 0,2-11 1,2-6-1,5-4-213,2-7 0,-5-13 0,8-5 0,1-10 703,2-7 0,3-10 0,-1-3 0</inkml:trace>
  <inkml:trace contextRef="#ctx0" brushRef="#br0" timeOffset="1046">1627 412 7755,'-31'11'435,"3"6"1,6-4-1,-2 5 1,-4 4 525,-2 4 1,6 0 0,-2 9 0,4 4-598,2 2 1,3 5 0,4 13 0,6 0-469,5-1 0,4-3 0,5-1 0,6 1-263,4-7 1,5-14 0,4-10 0,7-8-788,4-10 1,4-4 0,1-6 0,-1-9-976,-4-13 2129,-2-9 0,4-4 0,0 0 0</inkml:trace>
  <inkml:trace contextRef="#ctx0" brushRef="#br0" timeOffset="1296">1882 549 8142,'-9'33'533,"-4"-1"0,-4-5 0,-3 5 0,0 5-57,1 7 1,1-3 0,5 7 0,7-2-140,4 0 0,2-1 0,2-8 0,4-6-312,7-12 1,11-8 0,5-11-1,1-4-436,5-9 1,2-11-1,0-20 1,-4-6 64,-7-6 1,-4 1-1,-5-12 1,-4 1 180,-6 1 0,-5 6 0,-4 9 0,-3 2 79,-1 5 0,-16 4 1,0 6-1,-4 7 177,-2 4 0,-7 9 0,4 2 0,1 2-533,4 5 1,4 2-1,5 4-625,3 4 1,6-1 1066,8 8 0,17-9 0,5 5 0</inkml:trace>
  <inkml:trace contextRef="#ctx0" brushRef="#br0" timeOffset="1600">2352 0 7754,'0'31'636,"0"6"0,0-4 0,0 4-117,0 2 1,0 0-1,2 2 1,3 3-154,1 2 0,7 2 0,-4-5 0,0 3-108,-1-3 1,5-3 0,-6-6-479,-3-1 0,5-9 22,-2 2 0,-3-13 0,-11-6 0,-6-5-6,-4-2 1,-9 0-1,-3 0 1,-1 0 209,-5 0 1,-2 4-1,0 7 1,2 11 171,3 6 0,5 11 0,-1 7 0,4 0 109,7 2 1,10-7 0,1 5 0,6-7-284,6-6 0,5-7 0,11-13 0,4-6-60,7-5 0,-3-4 1,3-5-1,2-8-944,2-9 1,-5 0 0,1-9-1,2-2-2010,2-2 3010,-7 7 0,7-25 0,-6 3 0</inkml:trace>
  <inkml:trace contextRef="#ctx0" brushRef="#br0" timeOffset="1830">2666 647 7738,'13'18'450,"0"-5"0,-7-2 0,7-7 196,3 2 1,1-8-1,3-11 1,-1-4-512,1-3 0,-1-6 0,-1-2 0,-3-3-156,-2-4 1,-8 5 0,1-3 0,-4 1 165,-2 1 0,-8 3 1,-8 10-1,-5 5 36,-6 7 0,-7 8 0,3 9 1,-2 13 75,1 11 1,1 2 0,-1 15-1,8 5 66,8 6 1,8 0-1,8 6 1,2-1-125,4-5 0,14-8 0,13-7 0,6-5-620,7-6 0,-3-13 0,7-4 0,0-14-4017,0-10 4438,-6-16 0,21-19 0,-4-11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3.5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39 804 7666,'0'-20'1375,"-2"9"-1010,-4 5 0,1 1 0,-6-1-327,3-7 0,1-11 1,7-5-1,0-3-48,0-10 0,9-1 0,4-14 1,4-4-29,3 0 0,8-6 0,5 1 0,4 6 92,2 5 1,-6 9-1,-3 16 1,1 10 29,-1 12 0,-6 10 0,2 11 0,-4 13 18,-2 9 0,-7 13 0,-2 4 0,-3 7-142,-3 6 0,-3-4 0,-2 4 1,0-4-227,0-2 1,0-7-1,-2-2 1,-3-2-860,-1-4 1,-9-11 1124,2-7 0,-14 4 0,-3 1 0</inkml:trace>
  <inkml:trace contextRef="#ctx0" brushRef="#br0" timeOffset="148">20 549 7706,'8'-17'75,"6"3"59,3 8 0,5-3 1,6 3-1,9-1-60,7-2 0,12 5 0,1-7 18,6 2 0,11-6 0,-4 0-92,-1-9 0,8-6 0,-8-10 0</inkml:trace>
  <inkml:trace contextRef="#ctx0" brushRef="#br0" timeOffset="482">1196 0 7687,'-11'0'1763,"0"0"-1397,4 0 1,5 2-1,-4 5-151,3 6 0,3 4 1,0 5-1,-2 6-16,-4 12 1,1 1 0,-8 13-44,-2 7 1,-2 7 0,-3 13 0,3 1-1,1 3-30,3-2 1,2-16-1,-4-6-71,2-4 1,11-7 0,2-19 0,11-12-144,6-10 0,3-9 0,-1-7 0,3-6-424,4-4 1,5-3-1,8 1 1,0-3-39,0-4 1,1 2-1,-1-7 1,0 1 549,0-1 0,0-1 0,1-7 0</inkml:trace>
  <inkml:trace contextRef="#ctx0" brushRef="#br0" timeOffset="715">1764 314 7687,'-20'19'0,"1"10"0,-1 3 346,1 5 1,-1 11-1,3 5 1,4 1-1,6 3 536,5 1 0,2-18 0,2 3 0,7-10-872,10-9 0,3-11 1,9-7-1,-1-6-106,1-6 1,-1-5 0,3-11-1,-5-6 95,0-11 0,-12-3 0,1-10 0,-4-2-286,-2-3 1,-7-2 0,1 3 0,-10 3 170,-8 8 1,0 3-1,-2 5 1,-5 2-242,-1 3 0,3 14 1,-8-1-971,4 1 1327,3 9 0,-1 1 0,0 8 0</inkml:trace>
  <inkml:trace contextRef="#ctx0" brushRef="#br0" timeOffset="882">2097 98 7687,'11'9'856,"0"-7"0,-7 7 1,5-3-378,2 1 0,-5-1 1,8-6-1,1 3-329,2 3 1,3-4 0,-1 5 0,3-5-410,4-2 1,-2 0 0,7 0 29,-3 0 0,5-2 1,-7-3-1,-2-1 229,-2 2 0,-3 1 0,1 3 0</inkml:trace>
  <inkml:trace contextRef="#ctx0" brushRef="#br0" timeOffset="1032">2391 98 7687,'-19'18'148,"3"-5"1,1 15-1,-2 0 621,1 5 1,3 13 0,-2 8-1,4 14-538,3 17 1,-6-1 0,11-33-1,0 1 1,0-1 0,2 0-298,-1 0 0,1-2 0,1 36 0,3-13 0,3-13 436,7-16-370,5-14 0,1-10 0,1-10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5.6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119 97 7723,'-14'0'269,"1"0"470,-2 0 0,4 0-409,-2 0 1,9 2 0,-5 4 0,3 10-43,-1 7 0,1 10 1,6 13-1,0 8-73,0 9 1,-7 12 0,0 14 0,5-40 0,0 2-193,1 2 1,0 1-1,1-3 1,0 0-1,0 0 1,0-2-1,0 38-135,0-15 0,2-17 0,2-12-189,3-8 1,8-18 0,-4-17 0,2-15 120,0-15 0,0-7 1,5-22-1,-3-13 112,-2-15 1,0-9-1,-4 40 1,0-1-1,-2-1 1,1 0 15,-2 1 0,1 1 1,6-42-1,4 7 1,-1 10 151,-3 11 0,-2 20 0,4 2-1,-2 18 1,-9 15-1,5 21 1,-3 7-83,1 5 0,-1 12 0,-6 7 0,3 9 328,3 4 0,-4 2 0,5 7 0,-3 2-203,3 4 0,-5-1 0,5 5 0,-3 1-138,2 0 1,-3-7-1,5-2 1,-1-9 36,-1-6 0,10-20-219,-3 0 1,-2-15 0,-1-20 0,1-10-57,0-12 0,-4-17 0,4-8 0,0-12 145,-1-8 1,3 2-1,7-9 1,0 7 79,-1 4 0,1 18 1,-1 3-1,-1 14-1,-5 11 0,4 15 0,-6 11 265,0 11 1,-2 22 0,-7 11 0,2 10-186,3 14 1,-1-1-1,-6 5 1,3 2-299,3 2 0,-1-6 0,5-7 0,1-6-307,0-5 1,0-11-1,4-2 1,-2-12-35,3-12 1,1-6 0,3-14 0,-1-8 568,1-13 0,-1-9 0,1-4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5.8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96 138 7723,'-20'0'1017,"7"2"-763,0 5 0,7 4 0,-5 8 0,2 3 1,2 6-1,1 9 118,-1 7 1,3 10 0,11-4 0,8 3-283,9-1 1,0-9 0,6 1 0,1-9-69,-1-9 1,-4-13 0,7-6-1,0-10-305,-3-10 1,5-11-1,-11-21 1,-4-10 91,-5-8 0,-11 2 0,3-4 1,-7 6 138,-7 7 0,1 4 0,-12 9 1,-4 2 35,1 4 1,-8 5 0,1 10-36,-2 5 1,3-2 0,-3 8 0,2 3-2517,4 2 1234,2 2 1333,11 0 0,20 8 0,12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6.1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0 214 7723,'11'26'0,"-5"2"334,-3 2 1,-1-1 0,2 6-1,3 2 296,-3-3 0,-2 4 0,-2 5 0,0 5-465,0 2 1,0-4 0,0 4 0,0-2-39,0-5 0,0-8 1,0-4 147,0-3 0,0-13-205,0-15 1,0-11 0,0-17 0,0-13 33,0-16 1,7-6 0,1-11 0,3-5-2,5-1 0,1 10 1,3-4-1,-1 7-269,1 3 0,-7 21 0,0-5 0,2 9-506,3 11 1,1 10 0,1 7 0,-1 3-379,1 3 1,-7 18 0,-2 9 0,0 6 1049,0 7 0,-7 2 0,5 2 0,-9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6.3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196 312 7723,'22'26'170,"4"-2"0,5-2 0,-1-7 1,-4-6 227,-4-7 0,-2-13 1,-3-6-1,-2-10-112,-2-3 0,-8 4 0,1-7 0,-4-2-151,-2-2 1,0 5 0,-2-1 0,-4 0 38,-7 3 0,-14 2 0,-5 10 1,-5 5-16,-2 7 0,-1 6 0,1 6 0,0 9 1,0 9 0,8 9 0,5 13 0,4 6-17,3 5 0,8 6 0,4 6-210,5 10 1,13 10 0,9-4-1,10-7 1,9-10-507,7-16 0,0-19 0,10-14 1,8-12-962,3-11 0,-2-20 1534,7-22 0,-9-13 0,-29 20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7.1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99 7849,'0'-11'1923,"0"19"-1655,0 19 1,0 10 0,0 8 0,2 10 0,4 8-42,7 9 0,0 4 1,5 2-1,4-1-228,-1-6 0,1-12 0,-2-17-192,-1-14 0,1-11 0,2-21 0,2-11 1,2-18-51,-2-15 1,-2-19 0,-5-10 0,-2-5 27,-2-1 1,0 18 0,5 8 0,-3 9-45,-2 11 1,-6 13 250,6 24 1,-9 13 0,5 29-1,-1 3 85,5 8 0,-2-3 0,2 0 1,3-2-21,1-5 1,3-1 0,-1-5 0,1-5 0,-1-6 1,1-13-1,0-6 16,-1-5 0,5-4 0,0-5 1,-4-8-1,-1-11-27,-3-13 0,-1-3 0,4-10 0,1-2-185,0-3 0,-7 5 1,0 0-1,2-1-436,2 3 1,3 2-1,-3 11 1,-1 2 573,-3 3 0,0 8 0,6-4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7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20 293 7699,'0'19'876,"2"1"-671,5-1 1,-3-1 0,9-3 0,3-4 0,1-2 22,3-5 1,1-2-1,6-4 1,5-7-214,5-10 1,-4-3 0,-3-11-1,-1-2-1,-5-2 0,-5-2 1,-6 2-1,-6 2 35,-5 3 1,-2 8-1,-2-2 1,-5 6 75,-6 7 0,-6 2 0,-5 7 0,-5-3 48,-1 3 0,-3 10 0,-4 10 0,5 7 31,5 10 1,6 0 0,1 4 0,0 6-320,1 5 0,1 0 0,5 7 0,7 3-309,4 3 0,4-11 0,4 7 0,10-7 163,8-6 1,0-12 0,10-8 0,6-6-550,3-5 1,5-11 0,-4-2-1,1-13 810,-1-11 0,-3-6 0,7-18 0,2-2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7.6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294 86 7699,'-20'0'0,"-1"2"341,-5 4 0,4-1 0,-7 8 0,3 2 187,0 2 1,0 9 0,6 3 0,1 1-251,-1 5 1,3-4 0,4-1 0,6 1-300,5-1 0,4-10 0,5 1 0,6-1-142,4-5 1,12-8-1,1-1 1,3-3-270,-1-3 0,1-11 1,6-9-1,0-10 24,1-7 0,-8-5 0,-1-1 0,-3-3 461,-4 2 0,-2 3 0,-5 2 0,-2 2 126,-1 4 1,-10 5 572,2 8 0,-3 14 1,-6 10-521,-3 13 0,4 18 0,-5 2 0,5 9-438,2 4 0,0-6 0,0-1 0,0-6-643,0-4 1,9-7 0,4 2 36,4-6 1,3-7 0,-3-17 811,-4-4 0,5-14 0,-7-10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7.8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 0 7699,'-11'20'1613,"3"2"0,1 4-901,1 7 0,-3 6 0,4 6 0,-1 8-655,2 3 0,-5 12 1,2 4-1,3 4-653,2 2 0,2-6 1,0-4-1,0-7-78,0-11 1,2-11 0,2-11 0,5-10-195,2-7 868,2-14 0,15-7 0,3-10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8.1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333 1 7933,'-19'11'387,"-1"-5"0,-6 3 0,0-2 0,2-1 23,2 3 1,0-5-1,-2 7 1,-2 0-62,2 0 0,3 2 0,1 7 0,3-1-57,3 1 1,-1 2 0,9 1-144,1 4 1,3 5-1,2-3 1,0-1-1,0 0-197,0-4 1,9-4 0,4-5 0,4-4 38,3-2 0,0 4 0,-1-7 0,1-1-1029,-1-3 1,1-2 0,0-2 0,1-3-675,5-1 1,-4-10 1711,4 3 0,-4-13 0,-2-4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8.3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59 371 7699,'20'8'505,"-7"-5"1,0 1 0,2-8 1,3-7 0,-1-9 0,-2 1-322,-2-1 1,0-8 0,5-3 0,-5-2-8,-7 1 0,-3-1 0,-3-4 0,0 4-1,0 7 0,-9 5 0,-6 3 1,-7 5 127,-4 7 1,-3 6 0,5 8 0,-2 12-170,2 10 1,9 7-1,2 5 1,0 1-257,2 3 0,2 8 1,9-3-1,0 1-580,0 0 0,3-6 0,5 2-66,12-7 1,2 0-1,8-14 1,1-6 765,-1-5 0,3-8 0,6-8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8.6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197 20 7628,'-13'2'853,"2"4"-12,2 8 0,-4-4 0,7 3 1,1 3-428,3 1 0,0 9 1,-2 3-1,-3 1-229,3 5 1,2 4-1,2 7 1,-3 6-241,-3 5 1,1 2 0,-8-3 0,0-4-347,2-6 1,-6-7 321,4-6 1,-2-16-1,2-19 1,6-15 79,5-14 1,4-14-1,5-8 49,6-3 0,4-1 0,3 3 0,2 6 0,4 2-71,6 2 1,-1 7-1,-1-6 1,3 6-617,4 4 1,-9 14-1,11-3 1,-2 2-1925,1 5 2561,-8 8 0,16-10 0,-5 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9.2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49 7699,'0'-20'768,"0"7"-382,0 0 1,0 11 0,0 2-108,0 11 0,0 17 0,2 11 0,2 11-188,3 7 0,2 4 1,-5 4-1,5 7-195,2 4 0,-7-2 1,2 3-1,-1 3-587,1 1 1,-3-9-1,3-9 691,-4-9 0,-10 3 0,-3-7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9.3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1 393 7699,'0'-13'687,"0"0"1,2 8 0,2-3-1,5 1-357,2 0 1,4-8-1,9 4 1,6-2-488,8 0 0,-1 0 0,13-6 55,-2-1 0,6 0 0,-2 1 0,3-1 0,-3-2-1405,-6-4 0,-5 2 1507,-2-8 0,0-1 0,1-6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3:59.7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6908,'11'3'1111,"-4"3"1,-3 9-695,3 9 1,-5 7 0,4 8 0,-4 2-152,-2 5 0,0 4 0,0 9 0,0 0 31,0 0 1,0-5 0,0 0 0,0 3-231,0-3 1,0-14-1,0-3 1,0-7-308,0-6 0,3-4 0,3-7 18,7-7 0,-2-12 0,2-9 0,2-9-99,3-9 1,1-4-1,1 0 1,-3 0 230,-3-2 1,3 10 0,-4-5 198,4 10 0,-4 0 351,1 11 1,-10 15-1,2 11-393,-3 15 0,-3 18 1,0 6-1,0 5 1,0 2-745,0-1 0,2 1 1,2-4-1,5-8 8,2-7 1,2-14 0,6-2 0,1-11 668,0-13 0,8-18 0,2-12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4:00.0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235 20 7699,'-26'-11'202,"2"5"1,0 3 507,2 3 1,1 0-1,1 0 1,0 3-327,1 3 1,-1 5-1,3 9 1,4-1-146,6 1 1,5 8-1,2 3 1,2 1-332,5 1 0,4-7 1,8 4-1,3-1-61,4-5 1,2-11 0,7-7 0,-2-3-34,2-3 1,0-16 0,-1-3 0,-3-5-157,-3-5 0,1 1 0,-8-7 0,1 5 485,-4 1 0,-5 3 0,0 7 0,-5 1 620,1 5 0,-9 5-423,0 8 1,-2 10 0,-9 10 0,0 13-307,0 10 0,0 5 0,-2 7 0,5-3-610,-1 2 0,7-6 0,-5-4 1,5-9-1547,2-9 1,2-13 2121,5-7 0,12-21 0,12-7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4:00.3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72 7322,'0'13'2851,"0"0"-2424,0 2 1,0 9 0,0 5 0,0 1 85,0 5 0,0 4 1,0 7-1,0 4-319,0 0 1,0 7 0,0-9 0,0-3-178,0-6 1,0-6 2,0 0 1,2-22 0,5-22 0,6-18-562,4-16 0,-1-12 0,1-6 1,5-5 65,0-1 1,-1 6-1,-1 0 1,0 6 458,-1 5 1,1 17 0,-1 4 0,1 12 484,0 6 1,-7 8 0,-2 3-296,-3 13 0,-1 4 0,-7 18 0,0 2 1,0 4-55,0 7 0,0-5 0,0 5 0,0-3-1121,0 3 1,0-11 0,0 2-103,0-7 0,8-12 0,6-16 1103,3-13 0,11-19 0,3-20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4:04.0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40 334 9937,'20'0'320,"-5"0"1,2 0 0,5-3 0,2-3-136,4-7 0,-6-5 0,4-1 0,-2-1-124,2 1 1,-4-3 0,2-2 0,-6-2-195,-5 2 0,-9 2 0,2 2 1,-3-1-123,-3-6 0,-9 12 1,-6-2 139,-9 6 1,0 4 0,-7 7-1,1 0 1,2 0 162,-1 0 1,-3 11-1,5 9 1,3 10-12,3 7 1,1 3 0,3 1-1,4 5 106,6 6 0,5 5 0,2 1-446,0 1 0,9 4 1,4-2-1,6-6 0,7-5-465,7-7 0,0-12 0,2-12 129,-1-10 0,8-11 639,-10-11 0,5-18 0,3-19 0</inkml:trace>
  <inkml:trace contextRef="#ctx0" brushRef="#br0" timeOffset="316">491 177 7699,'-20'0'73,"3"2"1,2 2 237,2 3 1,2 8 0,-5-2 0,6 5-118,1 1 0,2 9 0,5 5 1,-2 4-51,-3 2 1,1 9-1,6 2 1,2 3-112,4-1 1,-3-9 0,3 1-1,-2-7 0,3-4 0,-3-16-157,9 3 1,0-16 0,5-6 0,-3-16-182,-2-12 0,0-14 0,9-4 200,4-2 0,-4 0 0,4-4 0,-4 4 0,-3 2 71,1 4 0,0 3 0,-1 4 0,1 4 39,-1 7 1,1 7 0,-3 8 122,-3 11 1,-6 11 0,-8 15 0,0 9-188,0 8 0,0 1 0,0 6 0,0 0-469,0 0 0,2-7 0,3 3 126,1-4 1,3-12-1,-2-4 402,6-4 0,4-11 0,3-2 0</inkml:trace>
  <inkml:trace contextRef="#ctx0" brushRef="#br0" timeOffset="548">1079 157 7699,'-20'-2'0,"1"-2"0,-1-3 177,0 3 1,1 2-1,-1 4 1,1 4 356,-1 7 1,3 5 0,1 4 0,5 4-256,3 6 1,-5 1 0,6 6 0,3 7-114,2 2 0,4 8 0,2-5 0,7 1-27,6 0 1,-1-8 0,10 1 0,-2-5-1034,2-8 0,-2-6 0,6-13 0,1-6 165,-1-5 1,-4-6 0,5-7 0,-3-13 728,-4-11 0,7 0 0,-1-13 0</inkml:trace>
  <inkml:trace contextRef="#ctx0" brushRef="#br0" timeOffset="816">1314 294 7699,'-11'3'307,"2"1"1,3 5-27,-1 1 0,-1 4 1,3 5-1,-1 3-69,1 4 0,3-2 0,2 11 0,0 4-294,0 5 0,0 10 0,0-4 0,0 2-32,0 1 0,0-3 1,0 2-1,0-8 169,0-10 1,0-5 282,0-10 1,0-12-236,0-14 1,0-6 0,0-19 0,0-5 52,0-7 1,7-6 0,1-9 0,3 0-42,5 1 1,1 5 0,3 3-140,-1 2 1,1 3-1,-1 5 1,1 3 0,0 5-122,-1 6 0,1 6 0,-1 5 0,1 4-1575,0 2 0,-1 3 1720,1 6 0,-1 8 0,1 3 0</inkml:trace>
  <inkml:trace contextRef="#ctx0" brushRef="#br0" timeOffset="965">1706 373 7699,'0'13'151,"0"0"0,0 2 211,0 3 0,0-5 1,0 0-96,0 2 1,0-4-1,2 0-222,5-3 1,4-3-1,8-10 1,1-3-778,-1-3 0,8-2 0,-1-7 732,-2 1 0,-3-10 0,-1-1 0</inkml:trace>
  <inkml:trace contextRef="#ctx0" brushRef="#br0" timeOffset="1149">2039 216 7699,'-2'20'761,"-2"-1"-161,-3 1 1,-6-7 0,4 0 0,1 2-76,-1 3 0,-4 8 0,4 2 0,0 5-126,1 8 1,-5 0-1,6 12 1,1 1-191,-3 3 1,5 4 0,-7 2-1,2 0-1019,5-6 1,-1-1 0,1-12 0,-3-5 11,3-4 1,10-13-1,8-3 1,3-12-1708,3-12 2505,-1-6 0,1-26 0,-1-4 0</inkml:trace>
  <inkml:trace contextRef="#ctx0" brushRef="#br0" timeOffset="1532">2216 432 6687,'0'-11'1311,"0"6"1,0 16-1,0 11-822,0 6 1,0 14 0,0 8 0,0 2-352,0 0 0,0 1 1,0 3-1,0-1-205,0-3 0,0-6 1,0 4-1,0-5-1029,0-8 1,0-6 529,0-12 1,0-19 0,0-13 0,0-17-26,0-14 1,0 1 0,0-7 0,-3 0 590,-3 0 0,4-3 0,-5-3 0,5 1 0,2 3 1,0 8 0,0-3 0,0 1 57,0 0 1,2 0 0,5 9 0,6 2 721,4 3 1,3 8 0,-1 0 0,1 6-223,0 5 1,-1 9 0,1-2-361,-1 3 0,-6 3 1,-2 3-1,-2 3 0,-5 9 49,-1 9 0,-3 0 0,0 9 0,0 2-126,0 2 1,-9-5-1,-2 1 1,-2 0-566,0-3 0,0-1 0,-5-10 0,3-1-2600,2-5 1831,0 4 0,-4-23 1213,3-1 0,6-17 0,8-6 0</inkml:trace>
  <inkml:trace contextRef="#ctx0" brushRef="#br0" timeOffset="1714">2647 20 7699,'2'20'0,"2"-1"441,3 1 1,-1 6 0,-6 2 0,0 5 582,0 8 0,0 1 0,0 10 0,0 2-941,0 3 0,0 4 1,0 2-1,0 2-535,0-1 0,0-10 0,0-4 0,0-2-284,0-4 0,-6-12-1938,-1-6 2674,-8-13 0,4-13 0,-8-10 0</inkml:trace>
  <inkml:trace contextRef="#ctx0" brushRef="#br0" timeOffset="1864">2490 549 7699,'6'-13'481,"1"0"70,-3-2 1,1 4 0,1-2-132,7-2 0,-2 4 0,2 0 0,3 2-247,1 5 0,3 2 1,1-1-1,3-1-111,2-3 1,3 1-1,-5 6 1,2 0-63,-2 0 0,6 0 0,1 0 0</inkml:trace>
  <inkml:trace contextRef="#ctx0" brushRef="#br0" timeOffset="1980">3137 451 7699,'-11'20'547,"-4"-7"1,6-2-792,-2-3 1,7 1 243,-3-2 0,5-5 0,2 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49.2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21 373 7417,'0'-26'-416,"0"-1"0,0 8 1300,0 6 0,0 11 0,0 2 0,0 11-231,0 6 0,-7 11 0,1 7 1,1 9-585,3 8 0,2-2 0,0 0 0,0 0-638,0 0 1,0-6 0,0 2-1,0-5-2597,0-2 3166,9-8 0,2-3 0,8-8 0</inkml:trace>
  <inkml:trace contextRef="#ctx0" brushRef="#br0" timeOffset="114">236 20 8038,'-19'0'446,"5"0"-2220,1 0 1774,9 0 0,-5 0 0,9 0 0</inkml:trace>
  <inkml:trace contextRef="#ctx0" brushRef="#br0" timeOffset="297">530 0 8094,'-6'26'0,"-3"1"328,-2-3 1,4 0 0,-3 2 0,1 9 247,5 8 0,1 1 1,3 8-1,0 4-638,0 8 0,0-1 0,0 4 1,0-1-535,0-3 1,0-13-1,3 6 1,1-5 355,2-8 240,1-10 0,-16 4 0,-2-7 0</inkml:trace>
  <inkml:trace contextRef="#ctx0" brushRef="#br0" timeOffset="448">197 745 7555,'-7'-19'95,"1"-1"0,-1 7 1,7 0-1,3-2 696,3-3 0,7-1 1,13-1-1,9 0-1087,9 1 1,-1-1 0,9 1 0,5-3-2771,6-4 3066,-2 13 0,15-22 0,-6 13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48.6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333 99 7866,'-10'-9'0,"1"-4"84,0-5 1,-2-1 0,-8 1 330,-1 5 1,0 5 0,-1 8 0,-3 0-108,-2 0 1,-1 10 0,8 10 0,-3 13-53,-4 10 0,11 10 0,-5 10 0,5 2-114,4-2 1,2-2 0,9-4 0,0-5-251,0-6 0,9-14 0,6-8 0,9-6-176,9-5 0,0-18 0,1-3 146,1-14 0,11-17 0,-11-13 0,-3-5 0,1-2-75,-2 0 1,-7 1-1,-1 1 1,-5 5 406,-5 6 1,-9 13 168,3 7 1,-5 15 0,-4 13 0,-2 16-148,-3 12 0,0 10 1,7 5-355,0 8 1,0-6-1,0 1 1,0-4 0,3-1-639,3 1 0,5-14 0,9 7 0,-1-6-1400,1-7 2176,8-11 0,3 4 0,8-6 0</inkml:trace>
  <inkml:trace contextRef="#ctx0" brushRef="#br0" timeOffset="266">980 79 8832,'-19'0'659,"-1"0"0,0 0-282,1 0 1,-1 0-1,3 2 1,2 5-284,1 6 0,10 0 1,-2 6-1,3 10-8,3 6 0,9 4 1,4 0-1,5 2-102,1 5 1,1-2-1,-1 6 1,1 0-3,0 0 0,-3-11 0,-4 5 0,-6 1 95,-5 3 0,-4-4 0,-7 2 0,-8-5-306,-7-2 1,-9-11-1,5-6 1,-1-9-569,1-4 1,-5-5 0,7-10 0,4-9 796,7-9 0,-2-7 0,6-8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1.0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469 126 8083,'0'-19'-93,"0"-1"0,0 1 1,0-1 321,0 0 1,0 7 169,0 0 0,0 11 1,0 2-1,0 13-25,0 11 0,0 2 0,0 13 0,0 11-109,0 11 1,7 3 0,1 5 0,1 1-89,0 0 0,-3-7 1,-4 2-137,5-4 1,-5-6-1,5-8 1,-5-10-1,-2-6-712,0-7 1,-11-11-1,-6-9 305,-7-8 1,-5-16-1,3-10 1,-7-3 101,-4 1 1,-2 5 0,0-1-1,0 4 52,0 7 1,2 12-1,2 5 1,4 13 729,3 11 1,2 7-1,8 10 1,5 3-222,7 2 1,6 6 0,6-6 0,7-1-341,5 3 1,10-13 0,5 2 0,4-6-727,2-7 1,2-11 0,5-7 768,6-4 0,5-10 0,2-3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1.2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137 275 8089,'-22'29'57,"-4"3"1,5 1 0,-6 4 0,8 4 747,6 1 0,4-1 0,9-4 0,0-2-532,0-2 0,9-16 1,6 0-1,9-6-324,9-6 0,4-5 0,0-7 1,-2-8-15,-3-9 1,1-6 0,2-10 0,-5-1-415,-4-5 1,-10 3 0,3-10-1,-10 1 341,-7 2 0,-2 2 1,0 9-1,-2 0 111,-5 0 1,-4 8 0,-8 5 0,-1 4-264,1 3 0,-1 8 1,0 4-1045,1 5 1334,8 11 0,2 2 0,9 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1.5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212 412 8089,'0'20'1184,"-2"-3"-558,-4-4 1,6 2-360,0-8 0,2-5 0,13-13 1,5-11-356,3-6 0,6-4 0,-5-8 0,2-1-172,-2-5 1,-2 5-1,-5-5 1,-2 5 112,-2 2 0,-10 8 0,-3 5 0,-11 6 167,-7 7 1,-10 5-1,-5 12 1,-4 9 309,-2 13 0,0 11 0,0 9 0,-1 8 120,1 9 0,9 1 0,4 5 0,4-1-358,2-5 1,9-9 0,7-6-491,8-6 1,9-1-1,14-17 1,5-7 0,10-8-1163,10-7 1,-6-13 1559,12-8 0,6-10 0,5-10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1.8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353 1 8049,'-33'8'0,"0"8"344,-1 8 1,3 0 0,1 8-1,1 3 291,5 2 1,11 2 0,7-2 0,6-2-327,6-2 0,5 0 1,11 6-1,4 0-121,7 0 0,-3-4 0,3 0 0,0 4-225,-3 2 1,-2-10-1,-10 6 1,-5-4-205,-7-3 0,-3-4 0,-6 5 0,-3-3-117,-7-4 1,-13-9 0,-7-4 0,-4-2-116,-2-5 1,0-2 0,-1-6 0,1-7-213,0-9 685,9-4 0,-8-13 0,8-4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2.3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51 9185,'0'20'494,"0"1"0,0 8 1,0 10-279,0 11 0,-6 2 1,-1 7-1,3 6-52,2 3 0,2 8 1,-3-8-158,-3-5 1,4-2-1,-5-20 1,5-6-260,2-5 1,0-14 0,0-16-1,0-16 165,0-14 1,9-12-1,4-16 1,4-5-163,3-9 1,6 0 0,0-13-1,0 4 167,2 3 1,-4 15 0,7 6 0,-3 7 357,-4 7 1,-9 19 0,-4 15 105,-2 18 1,-2 15 0,-7 21 0,0 10-219,0 8 0,-9 0 0,-2 7 0,0-1-234,5 1 1,-3-11 0,2 2-308,3-5 1,2-3 0,6-16 0,7-7 0,11-10-2857,6-11 3233,5-7 0,15-20 0,2-4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2.5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214 255 8081,'-30'9'398,"-5"2"0,9 11 0,2 4 0,2 7 0,3 4 0,-1 2 384,0 0 0,9 2 0,5 3 0,6 2-681,6-3 1,5-8-1,11-7 1,4-4-126,7-6 1,-3-12-1,3 1 1,2-9-177,2-12 1,-7 1-1,-3-15 1,-6 0-60,-1-5 0,-9-4 0,-5-2 1,-4-2 77,-2-5 1,-2 9 0,-4-7 0,-7 1-60,-5 1 1,-1 7 0,-1 5 0,1-1-109,-1 1 0,2 4 0,5-5 1,7 3-858,4 4 0,2 7 1205,0-3 0,0 5 0,0-13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2.7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1 8081,'0'19'663,"0"-6"1,0 2-51,0 7 0,0 0 0,0 11 0,0 4-113,0 6 1,0 10 0,0 14 0,0 9-412,0 7 0,0 4 0,-2-6 1,-2-1-538,-3-4 1,0-17-1,7-4 1,0-10-1663,0-8 2110,0-10 0,0-8 0,0-10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2.8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21 236 8081,'-11'-20'0,"4"1"459,5-1 1,2 0 0,2 1 0,5-1 116,6 1 0,13 5 0,6 1 1,8-2-646,5-2 1,5 6 0,9 4-1,0 3 69,0-3 0,0 5 0,-1-6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3.8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0 216 8081,'11'0'886,"5"2"1,-10 5 0,-2 6-412,-1 4 0,3 5 0,3 4-365,2 7 0,-5 10 0,5 5 0,0 0 0,-2 2-87,0 0 1,-1-6 0,-3 2 0,1-7-54,-2-6 0,-1-5-263,-3-9 1,-3-10 0,-1-9 207,-2-11 1,-7-15 0,6-7 167,3-4 1,-1-8 0,1-5 0,-3-3 0,3-3-24,2 1 1,11 1 0,4-3 0,4 3-469,3 2 0,1 12 0,3-1 0,5 4-551,1 9 1,3 6 0,4 9 958,-4 6 0,12-4 0,-3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4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235 275 7919,'7'20'-27,"-1"-1"0,3-8 933,-2-4 0,1-7 1,6-9-580,-8-10 0,3-3 0,-3-11 0,-1-2-304,-3-2 0,-4 5 0,-3 1 0,-3 3-37,-3 4 1,-2 2 0,-7 5 0,-2 4 161,-4 6 1,4 5 0,-6 4 0,2 7 44,0 10 0,0 12 1,6 15-1,3 6 50,4 4 0,-3 5 0,10 3 0,1 1-316,3-2 1,11-8-1,4-8 1,7-3-704,6-7 1,2-20 0,7-4 0,-2-8-334,1-5 0,3-11 0,0-9 753,-4-10 1,2-16-1,-7-6 1,1-5 355,-1-2 0,7-8 0,-5-3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4.5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98 0 8819,'-20'0'609,"7"0"1,0 3 0,0 3 0,2 9-21,5 9 1,-3 0 0,3 9 0,1 2-359,3 2 0,4 2 0,5 0 0,4-2-98,0-4 0,8-7 1,-1-13-1,5-6-977,1-5 0,0-11 0,-2-6 1,2-9 433,0-9 0,-13-6 1,9-2-1,-5-1 186,-4 5 0,4 9 0,-9-2 1974,-1 1-1247,-3 12 1,-2 26-1,-2 17 1,-3 11-346,-1 8 0,-7 5 1,6 11-1,1 3-109,-3 1 0,7 7 0,-5-7 0,5-2-148,2-2 0,0-4 0,0-5 0,0-6-26,0-5 1,0-17-1,2-6 1,3-5 74,1-2 1,10-9 0,-3-2 26,4-11 1,0-13 0,-1-4 0,-3-5-177,2-8 1,2-1 0,1-8-536,-5 2 1,4-4 0,-4 4 0,3 0 0,-1 0 733,-2 5 0,0-7 0,7-1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4.8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9 8406,'-7'38'0,"1"-4"511,1-1 1,1 0 0,-1 6 0,-1 2-155,2 5 1,1-5-1,6 5 1,1-5 301,2-1 1,10-8 0,-1-1 0,7-5-752,4-9 1,2 1-1,-4-12 1,2-4-454,-2-6 1,-2-7 0,-2-11 0,-1-6 218,1-11 0,-9-9 1,-5-9-1,-4 3-61,-2 2 0,0 2 0,0-3 0,0 8 453,0 3 0,-2 18 1,-2 5 1280,-3 1 1,1 12-910,6 6 1,0 17 0,0 16 0,0 4-673,0 2 0,2-6 0,2-1 0,5 3 27,2 2 1,0-4 0,4-3 0,-2-1 129,2-5 77,-6-3 0,8-1 0,-6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4.9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8081,'0'26'0,"0"2"632,0 3 1,0-1 0,0 3 0,0-5-441,0 1 0,0-14 0,0 4-1750,0-1 1,0-12 1557,0-6 0,0-17 0,0-14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5.0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7849,'0'13'-701,"0"0"115,0 0 0,0 0 586,0 0 0,9-9 0,2 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5.5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1 138 7849,'13'13'0,"0"0"157,2 2 1,-6 3-1,0 1 1,-3 1 405,1-1 0,1 3 0,-3 2 0,1 5-230,-1 1 1,3-4 0,-1 7 0,-1 2-362,3 2 1,-7-5-1,5-1 1,-3-3 60,3-4 1,-5-2 12,4-3 0,-3-10 0,-3-9 50,0-11 1,0-17 0,-3-9 0,-1-9 46,-3-4 1,1 4-1,4-4 1,-3 0-271,-1 0 1,-1 11-1,7-2 1,0 4-649,0 8 1,3-1 0,3 6 0,7 4 117,5 5 0,1 11 0,1-3 0,-1 5 406,1 2 0,6 9 0,0 6 0,0 7 251,3 4 0,-5 2 0,6-2 0,1 5 50,-1-1 0,-10-2 0,4-8 0,0 0 370,-3-1 1,8-6-1,-3-2 1,-2-2 182,-3-5 0,-7-10 1,-4-7-1,1-7-328,0-6 0,-6 2 0,1-9 1,-6 1-231,-6 1 0,1-6 0,-10 7-34,-7-1 0,0 3 0,-10 10 0,-1 5 0,0 7 22,1 4 1,-1 2 0,-4 2 0,4 4 23,7 7 1,7 5-1,6 4 1,6 6 608,5 11 0,4 3 0,7 8-290,10-2 1,10 4 0,10-4-1,2 0-775,5 0 0,-2-11 1,8-13-1,0-9 1,0-9-1293,1-4 1,-10-21 1690,3-14 0,-5-21 0,-2-16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6.2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137 140 8148,'-19'0'473,"-1"0"0,0 0-41,1 0 0,6 2 0,0 5 0,0 8-169,2 9 1,2 2 0,9 11 0,0 7-158,0 4 1,2-3-1,5 3 1,6-4-144,4-7 1,5-11 0,2-2-1,4-9-92,3-8 0,-5-16 0,2-11 0,-4-12-430,-6-12 0,-3-15 0,2-10 0,-4-3 361,-6 0 0,-5 18 1,-2 1-1,0 12 433,0 8 1,0 9-83,0 18 0,0 10 1,2 22-1,5 7 89,6 4 0,4 4 0,3 3-455,-1 2 1,1-1 0,2-6 0,0-2-1,2-2-2204,-1-2 2417,-5-9 0,19 4 0,-7-8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6.5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9532,'0'19'451,"0"1"1,0 2 0,2 4-1,2 9-128,3 8 1,6 9 0,-4 14 0,0 6-491,-1 4 1,5 0 0,-4-4 0,2-7-377,4-4 1,-4-11-1,0-6 1,0-11 205,0-14 0,-5-8 0,5-13 0,-2-5 337,-5-6 0,7-4 0,0-3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6.8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275 0 7775,'-14'0'1383,"4"2"-1015,1 5 0,-6-5 1,4 7-1,-2-1-186,0 5 1,0 5-1,-7 1 1,0 1-164,1 0 0,-1 1 0,3 3 0,1 5 392,3 1 0,3-4 0,-4 5 1,6-1 13,-1 1 0,7-7 0,-5 4 0,5-2-347,2 0 1,7 0 0,1-8-1,3-3-167,5-2 1,7-8 0,4 1 0,-1-4-794,2-2 1,-4-2 0,6-4 0,1-8-1073,-1-3 1,-6 4 1953,3 0 0,3 0 0,1-7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7.1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214 314 7710,'13'6'1034,"0"1"0,-6-3 0,3-10-688,-1-7 0,0-7 1,-5-4-1,3-4-256,-3-3 1,-2 5 0,-2-4 0,-2-1-114,-4 1 0,-5 6 1,-9 0-1,1 6 70,-1 5 1,-2 9 0,-2-3 0,-2 5 216,2 2 0,2 9 0,3 6-58,-1 9 0,3 13 0,1 11 0,6 2 0,1 5 16,5 1 1,4 3 0,6-2 0,7-5-497,5-6 0,8-5 0,2-4 1,0-4-552,1-7 1,5-7 0,-3-5 0,-1-8-165,-3-4 0,1-17 0,-2-7 0,0-6 989,2-7 0,-15-2 0,22-11 0,-13-2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7.6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8595,'0'11'3437,"0"6"-3135,0-4 1,0-2 0,0 2-374,0 2 1,2-4 0,4 0 0,5 0-372,0 0 1,7 0-1,-5 2 110,4-7 0,9-4 0,0-2 1,-2 0-1,-2 0-27,-2 0 0,-7-8 1,-2-5-1,0-5 398,-1-1 0,-5-1 0,3 0 138,1 1 1,-7 6 0,7 2 174,0 2 1,-5 3 0,9 8-1,2 4-136,3 7 1,4 7 0,2 6-1,4 7-9,2 4 1,1 11 0,4 4 0,-5 7 130,-1 6 1,-3-2 0,-7 7 0,-1-2 34,-5-5 1,-5-5-1,-10-5 1,-4-8-67,-7-3 0,-11-12 1,-5-4-1,-1-4-497,-5-2 0,-2-9 1,-2-7-312,0-8 0,2-7 1,2-9-1,4-2 1,3-4-113,4-6 0,4 1 0,7 1 613,7 1 0,4-5 0,2 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5:57.7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7735,'0'19'466,"0"1"0,2-3 0,3-1-1307,1-3 841,1-9 0,-7 13 0,0-6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4:18.4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625 796 7852,'0'-7'489,"0"0"1,-1 4 729,-3 0-1082,3 2 0,-3 5 0,4 3 0,0 4 14,0 3 0,1-2 0,1 5 0,2-1-819,-2 0 0,-1 1 0,-1 3 668,0-2 0,5 1 0,1-3 0</inkml:trace>
  <inkml:trace contextRef="#ctx0" brushRef="#br0" timeOffset="716">125 275 7712,'-5'5'203,"5"4"1,0-6 184,6-1 1,3-1-1,3-1 1,1 0-314,1 0 1,3-4 0,-2-3 0,0-2-58,0-2 0,2 1 1,-3-2-1,-1-1-144,-1 0 0,-7-5 0,-1 3 1,-3-1-104,-1-3 0,-1 4 0,-4 1 0,-5 4 278,-6 3 1,-4-1-1,-1 5 1,-1 1 107,-2 5 0,2 6 0,-4 6 0,2 2 256,0 5 1,3 0 0,5 6-202,1 1 0,2 1 0,5 3 1,2 0-1,1 2-150,3-1 1,7-7-1,4-2-254,4-3 0,5-6 0,0-1 0,1-2 0,3-3-568,3-4 0,-2-4 0,3-3 760,0-2 0,3-3 0,-3-5 0</inkml:trace>
  <inkml:trace contextRef="#ctx0" brushRef="#br0" timeOffset="1067">365 150 7852,'-2'10'165,"0"0"0,-1 1 192,0-1 1,1 4 0,0 1-1,-2 1-54,2 3 0,1 1 0,1 2-153,0 2 0,1-2 0,1 3 0,2 0 0,-1-1-106,2-1 0,-3-2 0,4-4-341,-1-3 1,3-7-1,-3-6 74,1-6 0,2-7 0,-3-10 0,0-2 6,-1-4 1,4-3 0,-1-3-1,3-2 135,0-1 1,-3 4 0,0-1 0,1 4 101,1 2 0,2 8 0,-1 1 0,0 3 225,1 3 0,-4 6 1,0 6-84,1 6 1,-3 7 0,-2 9 0,-2 1-92,-1 2 1,0 4 0,0 6-1,0-1-375,0-3 0,4 0 0,-1-5 0,-1-3-312,0-4 0,1-3 0,2-5 0,0-4 616,4-2 0,-5-3 0,10-10 0,-2-3 0</inkml:trace>
  <inkml:trace contextRef="#ctx0" brushRef="#br0" timeOffset="1283">761 87 8041,'-11'0'0,"1"1"312,-1 3 0,1-2 0,-1 5 0,0 1 318,-3 1 1,2 6 0,-1 2 0,1 1-79,2 3 1,-1-1 0,2 7 0,2 2-264,3 1 1,3 2-1,1-3 1,1-3-409,3-1 1,2-9 0,4 4 0,2-4-596,2-4 0,-2-5 0,6-3 0,0-3-102,2-1 0,1-5 1,-2-2-1,0-3-12,-2-4 0,1-3 0,1-6 828,-1-2 0,1-8 0,-2 0 0</inkml:trace>
  <inkml:trace contextRef="#ctx0" brushRef="#br0" timeOffset="1534">906 160 11469,'0'10'0,"-1"2"62,-2 2 1,2 0 0,-4 5 0,2 5-25,-1 1 0,-4-1 0,2 3 1,-1 0 152,0-1 1,4-3 0,-4 2-185,-1-3-77,3-11 0,1-4 0,4-14 1,0-7-97,0-4 0,4-4 0,2-1 0,2-3-13,2 0 1,-4 1-1,7-1 1,0 0-262,-2 3 0,1 5 0,-2 1 0,1 1-464,-1 0 1,1 3-1,-1 0 904,0 5 0,1-1 0,-1 3 0</inkml:trace>
  <inkml:trace contextRef="#ctx0" brushRef="#br0" timeOffset="1716">1042 202 7852,'0'10'868,"0"-3"0,1 0-369,3 1 0,-2-2 0,5 0-414,1-2 0,0 1 1,0-3-1,0 2-553,4-2 0,-2-1 0,4-1 0,-1 0-583,1 0 1,-3-4 0,3-3 1050,-2-3 0,3 0 0,-4 0 0,5-1 0</inkml:trace>
  <inkml:trace contextRef="#ctx0" brushRef="#br0" timeOffset="1882">1292 108 7852,'-7'10'491,"0"1"1,4-1-1,-3 1 1,0 0 155,0 3 1,-1-1 0,-2 5 0,1 4-335,1 5 0,0 4 1,-3 3-1,0 2-186,3 1 0,-1-5 1,5-1-1,1-5-841,0-4 0,2-6 0,2-3 0,1-5-251,4-5 1,2-3 0,2-4 0,0-7 964,3-5 0,-2 1 0,3-9 0,-5 2 0</inkml:trace>
  <inkml:trace contextRef="#ctx0" brushRef="#br0" timeOffset="2065">1386 160 7852,'0'7'1196,"0"0"-663,0 1 1,0 2 0,0 3-1,0 3-256,0 4 1,0 0-1,-1 8 1,-2 2-45,0 3 0,-1 0 0,4 1 0,0-2-549,0-5 0,0 2 1,0-5-1,0-5-2898,0-4 2348,0-3 0,0-8 1,-1-4 865,-2-5 0,2-9 0,-4-2 0</inkml:trace>
  <inkml:trace contextRef="#ctx0" brushRef="#br0" timeOffset="2282">1365 295 7852,'0'-20'110,"0"2"1,0 1-1,1 0 1,1-1 317,2 1 0,3 3 0,-2-2 0,0 1-57,3 2 0,2 1 0,0 2 0,1 1-48,-1 2 0,0 2 0,1 5-187,-1 0 1,-1 5-1,0 2 1,-4 2 75,0 1 1,-2 5 0,-3 3 0,-1 1-11,-2 2 1,-3 0-1,-4 0 1,-1 0-521,1 0 0,-1-5 1,2-2-1,1-2-1577,1 2 1,0-7 974,-3 0 1,4-7-1,2-7 920,3-7 0,1-4 0,0-3 0</inkml:trace>
  <inkml:trace contextRef="#ctx0" brushRef="#br0" timeOffset="2448">1615 4 7852,'1'5'465,"2"0"1,0 0 24,-1 2 1,0-2-1,-2 2 1,0 3 18,0 2 0,0 5 1,0 5-1,0 2-172,0 4 1,-2 3 0,0 3 0,-1 1-554,0 3 0,2-4 0,1 2 0,0-3-1018,0-7 1,-3-6 0,-1-4-1706,2-1 2939,1-6 0,1-9 0,0-5 0</inkml:trace>
  <inkml:trace contextRef="#ctx0" brushRef="#br0" timeOffset="2616">1542 264 7852,'0'7'1201,"0"0"1,1-5 0,3 1-618,3-6 0,-1-1 0,0-4 0,4 1-549,2-1 1,1-2 0,3 0 0,1 0-849,-1-1 1,-2 1 0,2-1 0,0 0-1196,0-3 0,1 2 2008,0-2 0,3 3 0,-4 0 0</inkml:trace>
  <inkml:trace contextRef="#ctx0" brushRef="#br0" timeOffset="2916">1834 150 7852,'0'10'410,"0"0"1,0 1 0,0-1 224,0 1 1,1-2 0,3-2-198,3-4 0,-2-1 0,2-4-438,1-1 0,2-4 0,-1-6 0,-1-2-83,-1-1 1,-5 2 0,2-2 0,-3 0 28,-1-1 0,0 5 0,-1-2 0,-3 2 0,-3 2 1,-2 1 0,-1 2 0,-1 3 329,1 3 1,-1 2 0,1 4-27,0 5 0,0 5 0,2 7 1,2 3-1,2 2 4,1 3 1,2 2-1,2-2 1,3-1-828,3-1 1,3-9-1,3 0 1,2-5-734,1-5 1,2-7 0,3-3 792,-1-8 1,0-7 0,-1-9 0,-2-3 512,1-2 0,2-6 0,1-1 0</inkml:trace>
  <inkml:trace contextRef="#ctx0" brushRef="#br0" timeOffset="3199">2105 14 7852,'3'-7'863,"1"0"1,-1 11 0,-3 1 0,0 8-1,0 3-372,0 3 0,0 2 0,0 2 0,0 1-541,0-1 0,0-1 1,0-2-1,0-1-157,0-2 1,0-4 0,0 1-306,0-3 1,-1-2 0,-2 0 184,-4-2 1,-2-4 0,-2 3 0,0-2 262,-3-1 1,2-1 0,-2 2-1,3 1 439,0 1 0,2 3 1,1-2-1,2 3-109,1 0 1,2-3-1,3 0 1,1 1 8,3 1 1,1 1 0,6-2 0,0-3-107,3 0 0,-2-1 0,3-6 0,-1-1-1055,0-4 0,0-3 0,-4-4 1,0-4-194,1-1 1,-2-3-1,-1-2 1,-2 0 1078,-1 1 0,-2-4 0,-3 1 0</inkml:trace>
  <inkml:trace contextRef="#ctx0" brushRef="#br0" timeOffset="3583">1573 702 6619,'-3'-7'0,"-1"0"0,0 4 0,2-4-28,-2-2 1,1 4 0,1-1 0,0 0 809,-1 0 1,-1 3 1623,4-4-1952,0 5 1,0-2 0,0 8-1,0 4-198,0 4 0,4 5 0,-1 5 0,-1 2-62,0 4 1,-2 2 0,0 1 0,0 2-874,0 1 1,0-1 0,0 1 0,0-2-415,0-5 0,0-2 0,0-8 0,-2-3 1093,-1-2 0,2-7 0,-8 5 0,3-5 0</inkml:trace>
  <inkml:trace contextRef="#ctx0" brushRef="#br0" timeOffset="3748">1459 879 7878,'7'-10'0,"-1"-1"463,-2 1 0,1-1 0,-3 1 1,3 0-127,1-1 1,-3 3 0,4 0 0,1-1-37,1 1 0,2 1 0,0-2 0,2 3-614,1-3 1,4 4 0,0-1-1,2 0-758,0 0 0,-1 3 1,-1-3-1,1 1 1071,-4 3 0,2-4 0,0 0 0</inkml:trace>
  <inkml:trace contextRef="#ctx0" brushRef="#br0" timeOffset="4049">1803 764 7628,'1'7'282,"1"0"18,2 1 1,0-3 0,0-1-62,3-3 0,2-1 1,1-1-1,0-3-71,-3-3 0,2-7 0,-3-2 0,1-1-24,0-1 0,-4 1 1,3-3-1,-2 2-185,-1 0 1,-2 4-1,-2-2 1,-3 1-46,-3 2 0,-3 3 0,-3 3 176,-1 4 1,-3 1 0,3 2-1,1 2 1,1 1 130,-2 4 1,6 7 0,-2 3 0,3 4-42,2 3 0,2 3 0,0 4 0,3 1-116,3-1 1,0 0 0,5 0 0,2-1-524,3-2 0,2-6 0,-2-6 1,2-2-411,1-4 1,-2-5 0,2-6 0,-1-2 868,-2-4 0,-2-7 0,0-7 0,-1-6 0</inkml:trace>
  <inkml:trace contextRef="#ctx0" brushRef="#br0" timeOffset="4231">1959 702 7628,'0'10'2073,"0"1"0,0-4 0,1 0-1793,3 1 0,-2 1 0,5 1 0,1 1-525,1-1 1,5 1-1,0-2 1,-1-1 108,-2-1 0,0-1 0,0 2 0,2-2-1368,1-2 1,-4 0 0,-3-4-1,0-1 1504,-1-3 0,3-2 0,-3-4 0</inkml:trace>
  <inkml:trace contextRef="#ctx0" brushRef="#br0" timeOffset="4382">2105 681 8007,'-10'0'593,"-1"4"0,2 0 0,1 2-233,1 2 0,0 2 0,-2 4 0,0 4-188,3 1 1,2 3-1,-2 2 1,2 0-36,1-1 1,2-2-1,1-4 1,0-3-1267,0-2 0,5-6 0,2-3 0,1-3-789,-1-3 1918,2-8 0,1-5 0,7-5 0</inkml:trace>
  <inkml:trace contextRef="#ctx0" brushRef="#br0" timeOffset="4564">2261 556 7628,'-1'7'0,"-1"0"0,-2 1 960,2 1 1,-3 2-1,2-1 1,1 2-155,0 2 1,-1 2-1,-1 6 1,2 2-879,1 4 1,1 0 0,0 1 0,0 1-572,0-1 0,0 0 1,0 0-1,1-4-774,3-4 1,-3-7 0,2 0 1416,-2-3 0,4-5 0,1-1 0</inkml:trace>
  <inkml:trace contextRef="#ctx0" brushRef="#br0" timeOffset="4698">2188 817 11880,'5'5'-24,"2"-1"1,3-3 0,3 0 0,2 1-1454,1 2 1,-2-1 1476,4-3 0,4-4 0,4-2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9:13.8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24 298 8343,'-7'0'938,"0"0"1,3 0 315,-1 0 0,4 0-543,1-3 0,4 3 1,6-4-1,3 2-285,3 0 0,3-1 1,-1 1-459,2 0 0,3-4 0,1 2 0,-2-2-1206,0 2 1,0-2-1,-1 1 1238,-1-1 0,0-1 0,1 0 0</inkml:trace>
  <inkml:trace contextRef="#ctx0" brushRef="#br0" timeOffset="1050">641 49 7853,'-4'-11'-101,"-1"2"1,0 1 480,-2 1 1,-3 2-1,-2 2 1,-3-1 554,-4 3 0,2 1 0,-2 3 1,0 5-277,-1 5 0,2 1 0,3 5 0,1 1-238,3 2 1,6 1-1,0 4 1,3 3-223,2 1 0,7-4 0,2 2 0,3-1-180,2 1 0,2-6 1,0 1-1,0-4-227,-2-1 0,0-3 0,-2-2 0,-2 0-346,-2-2 0,-1-2 359,-4 2 1,-5-4-1,-5 1 1,-4-3-29,-2-1 1,-3-4 0,-2 2-1,-1-2 1,-2 1-1158,2 0 1,-2 0-1,3-2 1380,1 0 0,-3 3 0,2 1 0</inkml:trace>
  <inkml:trace contextRef="#ctx0" brushRef="#br0" timeOffset="1582">669 285 7853,'-4'-4'3635,"-1"0"-3112,2 1 1,5 6-1,4-2 1,3 4-420,2 2 1,2-2 0,2 5 0,2-3-644,1 0 0,-2 0 0,2-1 0,-1 0-761,1-2 1,-2-2-1,2-1 1300,-1-2 0,2-3 0,-1-3 0</inkml:trace>
  <inkml:trace contextRef="#ctx0" brushRef="#br0" timeOffset="1732">926 194 7853,'-7'10'0,"-1"0"0,-1 0 0,1 3 0,-2 2 0,1 4 1332,0 3 1,-1 0 0,1 8 0,-1 1-731,-1 2 0,4-3 0,0-1 0,0-1-614,1-2 1,4-5 0,0-2-1,1-3-504,1-3 0,3-4 0,2 0 0,2-4-409,2-2 0,-1-4 925,4-4 0,-4-2 0,2-7 0</inkml:trace>
  <inkml:trace contextRef="#ctx0" brushRef="#br0" timeOffset="2252">981 271 7917,'-1'11'165,"-1"1"1,-1-1-1,-2 3 1,1 1 433,1 1 1,0 2 0,1 3 0,0 2-117,0 0 1,1 0 0,-1-3 0,0-1 56,0 0 0,1-3 0,1 1 0,0-3-386,0-3 0,3-5 0,0-2-274,1-1 0,0-3 0,2-6 0,0-2-94,-1-4 1,-1-4-1,3-3 1,0-1-344,0-3 0,-2 0 0,2-2 0,0-1 294,1 2 0,0 2 0,-2 4 1,-1 1 82,0 2 1,-1 4 0,3 6 578,0 6 0,-3 7 0,-2 9-228,-1 4 1,-1 3 0,0 3 0,0 0 0,0-3 473,0-1 1,0-5-1,0 2-523,0-2 1,0-3 0,0-3-71,0-3 0,0-5 0,1-4-242,1-4 0,0-5 0,2-3 0,-1-2-102,-2-2 0,2-2 0,0-5 0,1 0 143,-1 1 1,2 0-1,-1 2 1,1 1 319,-1 1 1,-2 5 0,2 2-126,-1 2 1,0 5-1,-1 3 1,0 3-1,1 5 393,0 4 1,-2 5-1,2 3 1,-1 1-12,0 0 1,1 1 0,-3-1-1,0 0-1007,3-2 1,-3-3 0,3 2-879,-3-3 0,0-3 1,1-2-1557,2-1 3013,-3-4 0,6-4 0,-2-4 0</inkml:trace>
  <inkml:trace contextRef="#ctx0" brushRef="#br0" timeOffset="2749">1238 319 7853,'0'10'471,"-3"-2"1,0 1-1,0 0 119,0 0 1,1-1 0,2 4 0,0 0-123,0 1 1,0 2 0,0 0-1,1 2-120,1 1 1,-1-2-1,4 2 1,0 0-116,-1-1 0,1 0 0,-2 0 0,0-3-394,0-3 1,2-5 0,-2-2 0,0-2-158,0-2 0,2-7 0,-2-5 0,0-3-22,0-4 1,2-2 0,-1-2 152,0-2 0,1 1 0,-1 1 0,-1 2 1,2 2 38,-1 0 0,1 5 0,-2-1 0,0 3 329,1 2 0,1 4 23,0 4 1,-2 5-1,0 5 1,-1 4-1,0 4 98,0 2 0,1 0 0,-1 3 1,0 0-2,-1 0 1,-1-3-1,0-2 1,0-2-224,0 0 0,2-2-335,0-1 0,1-5 1,-1-3-1,1-6-37,1-6 1,-2-5-1,3-2 1,-1-3 62,0-3 0,2-1 1,-1-1 187,1 0 0,1 1 0,0 1 0,0 0 1,1 1 475,1 1 1,-1 6 0,4 2-124,0 3 0,-4 5 0,-2 10 0,-1 5 8,-1 6 1,-3 6-1,1 3-351,-1 1 0,-1 0 0,0-1 0,0-2 0,0-2-577,0-2 0,3-3 1,-1 0-1,-1-2-1829,0-4 0,1-3 2439,1-1 0,2-3 0,-1-1 0</inkml:trace>
  <inkml:trace contextRef="#ctx0" brushRef="#br0" timeOffset="3033">1661 430 10108,'2'-7'2193,"1"0"-1828,1 0 0,1-3 0,1-1 0,-1-3-260,0-2 1,-1-2-1,0-3 1,-1 0-196,-3 1 1,0 3 0,-3 4-1,-2 1 176,-4 4 0,1 5 0,-4 1 0,0 3 460,-1 3 0,1 7 1,2 8-1,0 1-131,1 3 1,4 1 0,1 3 0,1 1-63,1 1 0,2-1 1,1-2-1,3-2-642,3-3 0,4-7 0,1-1 0,2-2-1143,2-3 1,-1-3 0,3-4 0,0-3-514,0-5 1,-2-3 0,1-5 1944,-3-1 0,5-5 0,-4-3 0</inkml:trace>
  <inkml:trace contextRef="#ctx0" brushRef="#br0" timeOffset="3182">1869 167 10142,'-5'6'0,"1"0"810,1 1 1,0 2-1,2 7 1,-2 4-239,2 5 1,0 1 0,1 7 0,0 0-778,0 1 0,0-3 0,0-2 0,1-3 262,1-5 0,-1-4 1,2-6-58,0-2 0,-2-1 0,2-1 0</inkml:trace>
  <inkml:trace contextRef="#ctx0" brushRef="#br0" timeOffset="3331">1813 402 7853,'0'-7'648,"0"3"1,0-1 0,0 0 153,0-1 1,1-1-1,1 2 1,1 0-343,1 0 1,-2 1 0,3 0-1,0 1-1131,1 2 0,2-2 1,0 0-1,2 1-1154,1-1 1,-2 2 0,1-1 1824,0 1 0,-3-2 0,3-1 0</inkml:trace>
  <inkml:trace contextRef="#ctx0" brushRef="#br0" timeOffset="3615">1973 305 7853,'0'7'536,"0"0"0,0 0 0,0 0 163,0 0 1,0 2 0,0 1 0,0 1-274,0 1 1,0 1 0,0 1 0,1 0 20,1 0 0,-1 1 1,1 0-1,-1 1-378,-1 0 1,0-2 0,0-3 0,0-1-431,0 0 186,0-5 1,0 0 0,0-7-1,0-3 27,0-4 0,0-2 1,0-3-1,0 0-30,0-2 1,1 0 0,1-2 0,2-1-31,0 1 0,2-2 0,-2 3 0,2 0-294,-2 1 0,3 4 1,-3-3-1,2 3-859,1 0 0,0 3 1,0 1 1360,0 2 0,0-1 0,3 3 0,1-3 0</inkml:trace>
  <inkml:trace contextRef="#ctx0" brushRef="#br0" timeOffset="3763">2167 319 7853,'0'13'0,"-2"-3"0,-1 6 0,0-1 636,0 0 1,-2 0-1,3 0 1,-1 0 51,0 1 0,2-6 0,-1 1 0,1-2-1916,1-2 0,3-4 0,2-2 0,1-5-723,1-5 1951,0-3 0,3-5 0,1-1 0</inkml:trace>
  <inkml:trace contextRef="#ctx0" brushRef="#br0" timeOffset="3879">2229 222 8098,'0'-15'0,"0"0"468,0 2 0,0 6 0,0 1 0,-2 1 195,0 1 0,-4 3-868,2-1 0,1 2 6,0 2 1,3 1 0,3 2 0,1-1 198,3-1 0,-1 3 0,1-3 0</inkml:trace>
  <inkml:trace contextRef="#ctx0" brushRef="#br0" timeOffset="4064">2334 194 8100,'-12'12'0,"-1"-1"677,-2 2 0,4 0 0,-2 1 1,3 0 375,1 0 1,1 1 0,2 2 0,2 2-118,1 0 1,2-2-1,2-1 1,2-2-833,4 0 1,3 0 0,5-1-1,1-1-421,3-3 0,-1-4 0,1-1 0,2-1-1025,1-1 1,-5-2 0,4-2 0,-2-3-2903,1-1 4244,-4-1 0,4-3 0,-6-1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9:18.7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91 7853,'-3'-4'1289,"2"2"1,-1 4-1059,1 3 1,1 4-1,0 3 1,0 4-1,0 2-395,0 2 1,0 2 0,0 0 0,0 2-174,0 1 1,0-5-1,0-1 337,0-4 0,0 1 0,0-5 0</inkml:trace>
  <inkml:trace contextRef="#ctx0" brushRef="#br0" timeOffset="128">70 1 7853,'-7'0'243,"0"0"-414,0 0 1,2 0 0,1 0 53,-2 0 1,3 1-1,1 1-146,1 2 263,1 0 0,3 2 0,1-2 0</inkml:trace>
  <inkml:trace contextRef="#ctx0" brushRef="#br0" timeOffset="380">243 28 7853,'-7'0'0,"-1"1"555,-1 2 0,1 0 0,-1 2 0,2 0 97,0 0 0,2 2 0,1 2 1,1 3-350,1 1 0,3 4 0,3 1 1,3 0-143,1 1 0,-1-3 1,1 2-1,1 1-133,0-2 0,-2 0 1,-3-3-1,-1-2 70,-2-1 1,0-1 0,-2 0 0,-1-2-179,-3-2 1,-2 0 0,-2 0 0,-2-1-698,-2 0 0,0-4 0,0 2-864,-2-3 1,0 0 1640,1 0 0,0 0 0,0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49:21.0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15 9362,'0'7'193,"0"3"1,-1 0 0,-1 4 0,0 2-200,0 2 1,-1 1 0,0 4 0,-1 1-141,-1 2 1,1-4 0,0 0 0,0-2 35,1-3 1,1-5 65,0-3 1,1-3 0,1-4-1,0-6 183,0-4 0,3-4 0,2 1 0,1-3-78,1-3 1,0 2-1,0-3 1,0 1-6,3 2 0,-2 0 0,3-1 1,0-1-310,-1-1 1,3 3-1,1-1 1,2 1-374,-1 1 0,-4 4 1,2 3-1,-2 4 626,-3 3 0,0 3 0,-1 1 0</inkml:trace>
  <inkml:trace contextRef="#ctx0" brushRef="#br0" timeOffset="281">258 160 7853,'6'-7'32,"-1"1"0,0 0 189,0-1 0,-1 1 0,0-5 0,0 0-85,0 0 0,-3 0 0,1-3 1,-1 1-183,-1 1 0,0 0 0,-1 4 0,-1 1 73,-3 1 1,-2 5 0,-1-2 0,-1 4 22,0 4 0,1 3 1,0 6-1,0 2 40,-1 3 1,5 2 0,-2 0-1,2 2 46,3-1 1,-2-2 0,0 3 0,3-1-182,1-2 0,3-3 0,3-3 0,1-1-243,1-3 1,-1-4-1,4-4 1,0-1-1139,1-1 1,-1-6 1425,-1-4 0,1-5 0,2-3 0</inkml:trace>
  <inkml:trace contextRef="#ctx0" brushRef="#br0" timeOffset="531">382 28 7985,'0'7'271,"0"0"1,0 1-1,0 1 1,0 3-190,0 1 0,0 2 1,0 0-1,0 2 108,0 1 1,3 0 0,1 2 0,1-1-76,0 0 1,-1-4 0,3 1 0,0-3-24,0-2 0,0-2 0,0-1 0,0-2-99,0-4 1,0-4 0,0-4 0,0-3 31,-1-5 0,1 0 0,0-5 1,0 0-23,0-1 0,-2-1 1,-1 0-1,2 1-453,0 2 1,-1-2-1,-2 3 1,1 0-787,0 1 0,-2 6 1236,0-2 0,2 4 0,0 1 0</inkml:trace>
  <inkml:trace contextRef="#ctx0" brushRef="#br0" timeOffset="833">618 181 7853,'5'0'340,"-1"0"279,2 0 0,-1-3 1,1-2-1,-2-1-375,2-1 1,-3-3 0,2-1 0,0-3-276,-1-2 1,-1 1 0,-3-1 0,0 1 63,0 1 1,-3 1 0,-3 2 0,-2 2-280,-4 4 1,1 2 0,1 4 0,-1 3 343,0 3 1,3 7 0,-2 0 0,3 4 216,0 4 0,0-1 0,1 4 0,1-1-138,3-2 0,1 1 0,1-2 0,1 1-639,1-2 0,2-6 0,3-2 0,0-3-435,3-3 0,0-3 0,2-1 0,0-2-670,0-2 1567,-2-5 0,3-7 0,-2-4 0</inkml:trace>
  <inkml:trace contextRef="#ctx0" brushRef="#br0" timeOffset="1131">715 105 7853,'4'0'242,"-2"3"1,-1 1 0,-1 3 0,0 0 220,0-1 0,1 4 0,1 2 0,0 1-220,-1 1 0,0 1 0,-1 0 0,0 2-184,0 1 1,0 0 0,0 3 0,-1 0 39,-1 0 1,1-6-1,-2-2-85,0-2 0,2-2 0,-3-3 166,1-4 0,0-4 0,3-7 0,0-2-180,0-3 0,0-2 0,0-3 0,1-1-18,1-1 0,2 0 1,3 1-1,0 1-314,0 1 0,0 1 0,0 0 0,1 0-352,1 1 1,-1 5 0,1 1 0,-1 3-176,-2 0 1,-1 3-1,0 2 859,0 1 0,1 1 0,1 0 0</inkml:trace>
  <inkml:trace contextRef="#ctx0" brushRef="#br0" timeOffset="1499">1000 22 7853,'-7'-4'167,"0"-2"0,0 4 144,0 0 0,0 2 1,0 0-124,0 0 0,2 0 0,2 0 1,-1 3-1,2 4 50,-1 1 1,2 4 0,-1 0 0,2 1 4,2 1 1,0 1 0,2 0-154,2 1 0,-2 0 1,0-1-1,1 0 1,-1 0 52,-2 1 0,-1-6 0,-1 4 0,-1-1 90,-1 0 0,0-3 0,-5-2 0,0 0-296,-1-3 1,-1 1 0,1-3 0,-2-2-131,-1 0 0,2-1 1,-2 0-1,1-1-682,2-1 1,2 0 0,2-2 0,1-2 874,2 0 0,0-1 0,1 0 0</inkml:trace>
  <inkml:trace contextRef="#ctx0" brushRef="#br0" timeOffset="1663">1027 146 8637,'0'7'571,"0"0"1,0 0-1,0 0-474,0 0 1,-2 1-1,0 0 1,0 1-1315,1 0 1,1 1 1216,0-1 0,0 0 0,0-2 0</inkml:trace>
  <inkml:trace contextRef="#ctx0" brushRef="#br0" timeOffset="1813">1069 49 8112,'-5'0'2091,"1"0"-3868,-1 0 830,1 0 1,2 0 946,4 0 0,2 0 0,3 0 0</inkml:trace>
  <inkml:trace contextRef="#ctx0" brushRef="#br0" timeOffset="2183">1145 1 7499,'0'4'475,"0"1"0,0 0 1,0 2-32,0-1 1,3 0-1,-1 0 1,-1 2 18,0 2 0,-1 2 1,0 2-1,0 0-209,0 0 0,-1 0 0,0 2 0,-1 0-104,0-1 0,-1-2 0,1-3 1,0 0-287,1-1 1,-1-4-212,0 0 1,-1-7-1,4 0 1,1-4 20,0-3 1,3 0-1,0-2 1,1 1 55,1-1 0,0 3 0,0 0 1,0 4 109,0 1 0,0 0 1,0 3-1,0 1 353,0 1 1,0 2-1,-1 4 1,-1 1 84,0 3 0,-4 3 1,2 1-1,-3 1 4,0 0 1,0-3 0,-3 2-78,-1-1 1,-3-2 0,-2-2-474,0-4 1,-1-3 0,1-5 0,0-1 0,1-4-938,0-2 1,1-1 0,1-5 363,1 0 0,0-1 841,3 4 0,-1-6 0,3 3 0</inkml:trace>
  <inkml:trace contextRef="#ctx0" brushRef="#br0" timeOffset="2363">1305 22 7853,'4'3'728,"-1"0"-420,0 4 1,-2 0-1,1 0 1,-1 0-1,-1 1 444,0 1 0,0 2 0,0 3 0,0 0-407,0 3 1,-3-2 0,1 4 0,0-1-349,-1 0 0,2-1 0,-1-4 0,1-2-1679,1-1 0,0-3 1,1-1 935,1-1 0,-1-2 746,4-3 0,0-6 0,2-2 0</inkml:trace>
  <inkml:trace contextRef="#ctx0" brushRef="#br0" timeOffset="2647">1353 216 7900,'7'0'350,"0"0"1,0 0 96,0 0 1,0-1 0,0-1 0,0-3 23,0-1 0,0-1 0,0-1 0,0-1-175,0-3 0,-1-1 0,1-1 0,-2 1-233,0-1 1,-4 0 0,2 1 0,-3 0 102,0 2 1,0 5-1,-3-1 23,-1 4 0,-3 0 0,0 4 0,1 1 56,-1 3 1,0 3 0,0 3 0,0 2 230,0 1 1,2 2 0,1 1 0,1 1-187,-1 2 1,2-1 0,0-2 0,1 1-697,1 0 1,0-3-1,0 1 1,1-2-378,1-2 1,1-2 0,3-4 0,1-1-676,0-3 1,2-1 0,1-2 0,1-1-794,2-3 2251,-2-1 0,5-4 0,-1-1 0</inkml:trace>
  <inkml:trace contextRef="#ctx0" brushRef="#br0" timeOffset="2775">1541 264 10450,'0'4'-582,"3"-1"1,0-3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6:50.5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157 155 7653,'-21'6'-18,"-5"1"1,4 8 0,-2-2 0,6 5 341,5 1 1,2 12-1,-2 6 1,7 9 148,4 4 0,2 2 0,2 7 1,7-1-294,10 1 1,1-6 0,8-3 0,-2-5-152,0-8 1,9-15 0,-4-15 0,-1-10 89,-4-10 1,-4-8 0,-2-21 0,-1-3-390,1-8 1,-9-3 0,-5-3 100,-4 0 1,-4 0 0,-4 0-1,-7 3 1,-5 4-66,-1 6 0,-1 13 1,0 7 23,1 4 0,-1 11 0,1 5 0,1 6-325,5 6 0,4 12 0,9 8 0,3 0 535,3 2 0,5-6 0,9 4 0,8-4 0,2-2 0</inkml:trace>
  <inkml:trace contextRef="#ctx0" brushRef="#br0" timeOffset="200">922 37 7990,'-20'-11'332,"1"5"0,-1 2 1,-2-1-1,-2-1 175,-2 1 0,0 5 0,6 5 0,1 6-161,-1 6 0,7 0 0,2 14 0,3 2-256,3 4 1,3 0 0,4 15 0,7 4 40,11 8 0,-1-3 0,9 4 0,-1-2 87,-1 2 1,2-6-1,-6 0 1,0-11-3347,-5-7 1,-4-15 3127,0 1 0,-4-1 0,-9 13 0</inkml:trace>
  <inkml:trace contextRef="#ctx0" brushRef="#br0" timeOffset="366">628 606 8029,'9'-20'272,"-7"7"0,6 2 1,-1 0-83,0 0 1,8 5 0,-2-5 0,6 0-154,8 0 1,-1 5 0,11-5 0,4 0-643,0 0 0,3-2 0,2-7 0,6 1-691,5-1 1296,-7 9 0,6-15 0,-6 4 0</inkml:trace>
  <inkml:trace contextRef="#ctx0" brushRef="#br0" timeOffset="583">1647 155 7802,'-13'0'0,"0"2"492,-2 5 0,4-3 0,0 9 0,0 2 42,0 3 0,7 3 0,-3 6 0,5 5-453,2 5 0,0 11 0,0 4 1,2 7-195,5 7 0,-3-10 0,7 5 0,0-2-750,0-5 1,-7-14-1,3-3-1948,-5-7 2811,-2-4 0,0-6 0,0-1 0</inkml:trace>
  <inkml:trace contextRef="#ctx0" brushRef="#br0" timeOffset="733">1549 645 7960,'0'-20'451,"0"1"0,2 6 0,5 0-140,6-3 1,-2 5 0,2-2 0,2 0-280,2 2 1,5-6 0,2 4 0,4-2-269,3 2 1,-5-5 0,7 7 0,2 0-900,2 5 0,0-3 0,-3 3 1135,-1 1 0,0 3 0,6 2 0</inkml:trace>
  <inkml:trace contextRef="#ctx0" brushRef="#br0" timeOffset="1017">2098 488 7746,'8'11'862,"-3"-2"1,8-9-428,2 0 0,-4-9 1,2-4-1,2-7-246,3-6 0,-5 2 0,-2-8 1,0-3-129,-1-2 0,-5 4 1,1 3-1,-6-1 35,-6 1 0,-5 6 0,-9 0 15,1 8 1,-7 1 0,-1 9 0,4 1 0,1 3 41,2 2 0,1 9 0,1 6 1,3 9 20,2 9 1,8 4 0,-1 2 0,6 2-236,6 5 1,5-2 0,9 6 0,0-2-434,-1-5 0,3-2 0,2-1 0,4-3-488,3-5 0,-5-6 0,6-12 0,1-8-136,-2-4 0,3-6 1118,-7-9 0,-1-9 0,-7-17 0</inkml:trace>
  <inkml:trace contextRef="#ctx0" brushRef="#br0" timeOffset="1199">2431 370 7802,'0'14'2182,"0"-1"0,0 0-1991,0 6 1,9-1 0,4-3-1,6-4-566,7-2 0,-2 4 0,9-5 0,0 1-348,-3 0 1,7-3 0,-6-6-1,1 0 122,1 0 0,-9-8 0,2-6 0,-4-3 601,-2-3 0,-10-8 0,8-2 0,-7-10 0</inkml:trace>
  <inkml:trace contextRef="#ctx0" brushRef="#br0" timeOffset="1332">2764 272 7802,'-19'0'-413,"-1"0"0,0 3 1219,1 3 1,-1-1-1,1 10-243,-1 7 0,0-1 0,3 12 0,2 4-417,2 7 0,8 8 1,-1 11-1,4 2-520,2-2 0,2-10 0,2-8 1,5-5-325,2-8 1,4-6 0,9-12 0,2-10-265,-2-8 1,0-10 961,2-12 0,-4-4 0,6-9 0</inkml:trace>
  <inkml:trace contextRef="#ctx0" brushRef="#br0" timeOffset="1516">3019 116 11612,'-11'8'771,"2"5"0,7 11 0,-2 7-618,-3 6 0,1 2 1,6 18-1,0 6-515,0 4 0,6 5 1,3 7-1,0-3-426,-1-4 1,5-5 0,-4-12 0,0-5-748,0-4 0,4-18 1535,-7 4 0,1-8 0,-7-4 0</inkml:trace>
  <inkml:trace contextRef="#ctx0" brushRef="#br0" timeOffset="1699">3039 606 7802,'0'-20'347,"0"7"1,0 0 429,0-2 1,2 4 0,4-2-459,7-3 0,5 8 0,1-1 1,3 3-149,4-1 1,5-2 0,10 5 0,5-5-841,6-2 0,0 0 0,5-4 0,6 2-856,5-2 0,-10-3 1525,8-1 0,-10-1 0,12 1 0</inkml:trace>
  <inkml:trace contextRef="#ctx0" brushRef="#br0" timeOffset="1899">4038 331 8258,'-20'11'891,"7"0"0,0-7 17,-2 3 0,4 8 1,0-2-806,3 5 0,-1 3 0,5 3 0,-3 5-472,3 1 0,1-4 1,6 5-1,1-3-1457,3-4 0,1-4 1826,-1-7 0,4-13 0,8-11 0</inkml:trace>
  <inkml:trace contextRef="#ctx0" brushRef="#br0" timeOffset="2015">4038 77 7802,'-13'-7'597,"0"0"1,6 1-524,-6 6 1,9 2-75,-3 5 0,14 4 0,4 8 0</inkml:trace>
  <inkml:trace contextRef="#ctx0" brushRef="#br0" timeOffset="2316">4273 155 7802,'-6'19'699,"-1"1"1,3 0-95,2-1 0,-1 1 0,-1-1 0,-2 1-139,1 0 0,3 1 1,2 3-1,-2 5-234,-5 1 1,5 3 0,-4 4 0,3-2-223,3-3 0,0-1 0,0 2 0,0-7 64,0-5 1,3-10 0,1-6-810,2-10 1,8-14 0,-8-16 0,1-9 348,1-8 1,1-5-1,6-1 1,-2-1 251,3 0 0,-6 13 0,4 5 1,1 4 133,2 9 0,-2 6 74,5 9 1,2 6 0,11 16 0,-7 11 0,-5 12 47,-1 12 1,0 6-1,-3 9 1,-2-3-825,-2-3 1,-6-3 0,4-9-1,-3-2 702,-3-8 0,-3-7 0,-2-5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6:48.9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449 116 7905,'-19'-33'181,"-1"1"0,-6 14 0,-2 1 0,-3 6 42,-4 7 1,5 4 0,-1 8 117,3 12 0,-5 8 0,7 14 0,5 3 1,3 8 310,5 3 1,9 5 0,-3 2-1,5 5-576,2 1 1,2-10 0,5 2-1,6 0-480,4 0 0,3-11 1,-1 7-1,1-7-50,0-6 1,-7-10 0,0-5-1,0-5-1319,-2-7 1,-3-13 1772,-8-4 0,-8-8 0,-3-12 0</inkml:trace>
  <inkml:trace contextRef="#ctx0" brushRef="#br0" timeOffset="400">38 704 7802,'-11'-2'287,"2"-3"117,0-1 1,7-9-225,-4 2 0,12-3 0,7 1 0,7 4-474,6 2 0,-2-6 1,9 2-1,-1-2 25,-1 2 1,6-5 0,-4 5-1,1-2-38,-1 2 1,2-4-1,-9 6 1,0-2 306,2 0 0,-6 2 0,4-2-9,-4 6 0,-2 5 69,-1 2 1,-8 2 0,-4 5 0,-5 6 224,-2 4 0,0 3 0,0-1 1,0 1 271,0 0 1,0 1 0,0 3 0,0 5-327,0 1 1,-2-4 0,-3 5 0,-3-1-125,-3 1 0,4-5 0,-4 4 1,1-1 23,-1-5 0,6-3 1,-3-3 86,-1-5 1,7-7 0,-5-14 104,5-12 0,2-4 0,0-13 1,2-4-16,5-1 1,4-1 0,6-1 0,-2-2-266,-2 3 1,3 2-1,7 4-65,4 4 0,-1-2 0,-4 9 1,1 2-1,4 0-1378,-3-2 1,0 13 0,-1 0 0,4 8-1650,-3 5 3049,-3 0 0,-1 9 0,0 2 0</inkml:trace>
  <inkml:trace contextRef="#ctx0" brushRef="#br0" timeOffset="650">939 508 7802,'3'11'991,"3"-5"0,-2-3 0,7-6-783,-2-3 0,4-5 0,-6-9 0,-1 1-4,3-1 1,-7-2 0,5-2 0,-5-2-103,-2 2 0,0 3 1,0 1-1,-2 3-9,-5 3 0,3-1 0,-9 11-174,-3 6 0,5 9 1,-2 13-1,0 6-252,2 7 0,-4-2 0,9 11-1,1-5 1,1 5-1,0 0 1,-3-3 0,3-3-176,2-8 1,10-1-1,5-9 1,5-3-119,1-8 1,1-7-1,2-8 627,4-9 0,4-9 0,10-17 0</inkml:trace>
  <inkml:trace contextRef="#ctx0" brushRef="#br0" timeOffset="1017">1273 312 7802,'-9'-11'0,"-4"5"0,2 3 0,-2 6 0,0 3 669,2 7 1,-7 5 0,8 1 0,-4 3-186,1 4 1,9-2 0,-3 7 0,5-1-264,2 0 0,0-6 0,0 3 1,2-6-110,5-1 1,4-7-1,9-2 1,-1-2-166,1-5 0,-7-4 1,0-4-1,2-7-481,3-7 0,-1 3 0,-4-13 0,-4 2 307,-1-1 0,-5-1 1,3 4 361,-4-2 1,-2 0 35,0 6 1,-2 12 0,-2 8 140,-3 11 0,-6 13 0,4 4-146,-1 2 0,3 3 1,-4 6-1,2 0 1,5 1-123,2-1 0,2-7 0,0-1 0,2-1 55,5 1 1,4-7 0,8 0-82,1-9 1,-1-6 0,3-11-1,4-5 1,5-8-459,-1-9 0,7-7 1,-6-8-1,1 0-259,1 0 1,-7-7 0,5 2 0,-3 5-911,-4 4 1609,-2 11 0,-3-13 0,1 7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6:46.6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29 628 8155,'-13'-2'1210,"0"-5"0,11 5-822,2-5 1,11 5 0,15 2-1,6 0-318,5 0 1,9-2 0,0-2 0,0-5-740,2-2 1,-5 0 0,7-4 0,0 4-878,0 2 1546,-15-6 0,20 4 0,-14-8 0</inkml:trace>
  <inkml:trace contextRef="#ctx0" brushRef="#br0" timeOffset="782">950 236 7779,'0'-20'1052,"-2"9"-781,-5 5 1,5 8 0,-4 9 0,4 8-59,2 3 1,2 9 0,2 1 0,5 5 5,2 3 0,2-1 1,6-2-1,1-2-256,0-3 0,-1-8 0,1 2 0,-1-6-259,1-7 1,0-4 0,-1-11 0,1-7-8,-1-11 0,1-8 0,0-11 1,-1 0 145,1-1 1,-9 1 0,-3 0-1,-1 2-31,-1 4 0,1 5 473,-7 8 0,2 9 0,2 7-57,3 8 0,6 14 0,-4 8 0,-1-2-352,1-2 0,6 4 0,-2 0 0,3 0-206,-3 2 1,4-6 0,-4 4 0,5-6-1161,1-7 1490,1 4 0,0-6 0,-1 9 0</inkml:trace>
  <inkml:trace contextRef="#ctx0" brushRef="#br0" timeOffset="1165">1891 99 7858,'-7'-13'147,"1"-1"0,-9 8 0,2-7 183,-5-2 1,5 6-1,0 2 183,-2 5 0,6 7 1,2 5-324,5 10 1,2 6-1,0 0 1,2 7-44,5 4 1,2-4-1,6-1 1,-2 3 35,2 2 0,3-4 0,-1-3 1,-2 1-265,-2-1 1,-2 1 0,2 1 0,-6-3-62,-5-1 1,-2-6-1,0 4 1,-2-4-194,-5-3 1,-1-6 0,-10-2-1,1 0-312,-5 0 0,-2-7 0,4 3 0,1-5-249,-1-2 896,1 0 0,-1-17 0,1-5 0</inkml:trace>
  <inkml:trace contextRef="#ctx0" brushRef="#br0" timeOffset="1449">2087 412 7842,'30'0'0,"1"0"0,-5-2 260,7-5 0,-12 3 0,-1-7 0,-3 0 138,1 0 1,-7-2 0,-3-4 0,-1 0-221,0-3 0,-1 5 1,-6-11-1,0 4-43,0 2 1,-9 1-1,-4-1 1,-4 0 68,-3 1 1,1 6-1,-1 2 1,0 2 0,1 5 0,-1 2 0,3 4 1,2 4-131,2 7 1,6 11 0,-4 5 0,2 1-254,5 5 0,2 2 0,2 0 0,0-2 91,0-3 1,2-1 0,2 4 0,5-5-953,2-1 1,4-3 0,9-7 0,5-1 453,1-5 1,-4-4 0,7-9 0,2-3 584,2-3 0,2-5 0,0-17 0,0-3 0</inkml:trace>
  <inkml:trace contextRef="#ctx0" brushRef="#br0" timeOffset="1765">2832 59 7786,'-9'-13'-11,"-4"2"552,-5 3 1,5 1 0,0 5 0,-2-2 156,-2-3 1,4 1 0,0 6-418,-3 0 0,8 2 0,1 4 0,5 7-174,2 5 1,0 4 0,0 4 0,2 6 38,5 5 1,3 3 0,10-1 0,0 0-183,-1 0 1,-6 0-1,0 1 1,0-1 18,-2 0 0,-2-2 0,-9-2 0,0-3-85,0 3 1,-2-4 0,-5-1 7,-6-1 1,-4-10 0,-5-8-1,-2-2 1,-4-5-1018,-3-2 0,7-4 0,-2-7 1,4-10 1110,3-12 0,-1-6 0,1-2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6:54.0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273 538 7802,'-20'-2'0,"1"-3"0,-1-1 394,0 2 0,1 1 1,-1 6-1,1 1-37,-1 2 0,0 12 0,1 1 0,-1 12-205,1 6 0,5 2 0,4 3 0,1 1-28,5 3 0,4 2 0,4-7 0,7 1-250,6-5 0,1-11 0,12-2 0,1-9-125,-1-9 1,-4-8 0,7-11 0,2-13 81,2-9 0,-7-13 0,-4-4 0,-4-7-136,-2-6 0,-3 4 1,-4-2-1,-4 6 314,0 5 0,-7 17 0,2 5 310,-8 12 1,-1 12-1,-5 12 1,-1 9 37,0 9 0,6 9 0,-1 11-516,4 1 1,2 1 0,0-7-1,0 0 1,2-2-354,4-4 1,-1-5 0,8-8 0,2-3-1295,2-4 1806,3-4 0,8-18 0,3-1 0</inkml:trace>
  <inkml:trace contextRef="#ctx0" brushRef="#br0" timeOffset="552">625 264 7802,'-2'19'1304,"-4"1"-877,-7-1 0,2 3 0,0 4 0,2 7-133,5 4 1,2 4-1,2 5 1,0 9-136,0 8 0,2-2 0,2 2 0,5-7-489,2-3 0,2-12 0,6-2 1,1-10-301,0-8 0,-1-10 0,1-6 0,-1-12 177,1-13 0,0-8 1,-3-13-1,-2-5 453,-2-6 0,-8 2 0,1 0 0,-1 0 0,1-1 0,-4 14 0,5 0 0,-5 5-44,-2 1 1,0 14-1,-2-1 358,-5 8 0,3 7 464,-9 16 0,9 9 0,-3 20 0,5 3 0,2 10-355,0 8 0,9-2 0,1 4-251,1-4 1,5 2 0,-8-2 0,3-6-261,4-5 1,1 0 0,-3-9 0,-5-8-1,-1-7-1456,0-8 956,-1-12 1,-8-8 0,-5-16-1,-4-8 307,1-4 1,-8-5 0,7-9 0,0-3 117,5-4 0,1-3 0,1-7 0,-2-2-30,1 0 0,5 10 1,7-10 548,6 0 1,4 7-1,3 5 1,-1 6 116,1 8 1,6 2-1,0 15 1,-2 9-17,-2 7 0,-11 15 0,-5 9 0,-1 12-126,1 12 1,-3-1 0,3 7 0,-4 0-178,-2 1 0,-6-8 0,-1 1-566,3-10 0,-1 1 0,1-9 1,-2-2-1385,1-2 1,-3-13 1195,1-9 1,0-18 0,7-12 0,0-5 599,0-4 0,9 4 0,2-22 0,9 7 0</inkml:trace>
  <inkml:trace contextRef="#ctx0" brushRef="#br0" timeOffset="1152">1135 283 7739,'2'-19'0,"3"-1"-109,1 0 0,1 7 549,-7 0 0,2 2 1,2 1-19,3 10 0,-1 15 0,-4 13 0,3 5-4,1 8 0,3 7 0,-5 11 0,3 0-278,-3-1 1,5 3 0,0 0-1,-1 3-108,1-1 1,0-15 0,-5 4 0,5-9 45,2-3 1,-7-10 0,5-6-532,0-9 0,-7-8 0,4-16 0,-4-11 177,-2-10 1,7-11-1,0-9 1,-3-9 33,-2-2 0,-2-2 0,0 2 1,0 2 204,0 9 1,0 13 0,2 8 111,5 8 0,-5 8 14,4 19 0,-1 14 0,-1 15 0,3 6 0,-1 5-133,3-3 1,-5 5 0,9-4 0,3-5-610,1-4 1,-4-11 0,0 0 0,5-9 652,6-9 0,-7-3 0,5-6 0,-3-5 0,-3-12 0,-1-17 0,2-13 0,-2-4 0,-1-5 0,-10 6 0,2-7-22,-3 5 1,-3 7 0,0 0 0,-3 11-1,-3 7 78,-7 6 1,-5 11 0,-1 6 0,-1 5 448,1 2 1,1 2 0,3 7 27,2 11 1,6 1 0,-4 12 0,3 2-412,3 2 0,3 4 0,4 3 0,5 1 0,6-1-204,4-3 1,-1-8 0,1-2 0,5-3-30,0-4 1,-1-11 0,-1-7 0,0-6-382,-1-6 0,1-14 0,-3-12 257,-4-5 0,3-11 1,-10-5-1,-2-1 353,-1 2 1,-3-1 0,0 12 0,0 6 877,0 5-869,0 12 1,0 18 0,0 16 0,0 8-135,0 8 0,6 5 1,1 2-1,-1-2 0,1-2-476,-1-2 0,3-3 0,-5 3 0,5-9-1310,2-9 1793,-7-6 0,14-26 0,-7-5 0</inkml:trace>
  <inkml:trace contextRef="#ctx0" brushRef="#br0" timeOffset="1469">1919 87 11112,'0'22'0,"2"4"181,5 7 0,-5 4 1,7 2-1,-3 2-82,1 5 1,6-5 0,-5 7-1,1-2 33,0 0 0,0-9 0,-3-11-34,7-4 0,5-13-673,1-9 0,-6-11 0,0-13 0,0-5 0,0 1 268,1 0 1,-8 2 0,5 6 452,-2 0 0,-1 10 1,-3 5 46,1 10 1,1 8 0,-7 13 365,0 6 0,-2 12 1,-3 2-1,-3-3 1,-1 1-376,0 2 1,-6-7 0,4 0-1,0-11-1264,5-6 1,-3-9 349,2 0 1,1-11 0,6-2-1,0-13 730,0-11 0,9-6 0,1-9 0</inkml:trace>
  <inkml:trace contextRef="#ctx0" brushRef="#br0" timeOffset="1699">2291 460 7798,'20'-18'0,"2"3"37,4 2 1,-4 0 0,4-7-1,-2-2 195,2-4 0,-11 5 0,5-6 0,-5 6 377,-4 1 0,-2 0 0,-9 1-305,0-1 0,-3 1 1,-3 1-1,-7 5-15,-5 7 0,-1 3 0,-3 3 0,-2 0-46,-2 0 0,0 11 0,6 7 0,1 8-204,-1 4 1,7-4 0,2 7-1,2 4-129,5 7 0,2-1 1,2 7-1,0-2 45,0-4 1,0 4-1,2-5 1,4-4-934,8-4 1,10-13-1,4-2 1,0-12 106,0-5 0,5-23 0,-5-15 0,1-19 871,-1-16 0,7-15 0,-5-4 0</inkml:trace>
  <inkml:trace contextRef="#ctx0" brushRef="#br0" timeOffset="1969">2664 48 7802,'0'-20'0,"6"7"686,1 0 1,-1 11-67,-6 2 0,0 11 0,0 15 0,0 7-358,0 4 0,0 9 0,0 1 1,0 1-459,0 0 0,0 7 1,0-5-1,3 4-433,3 5 0,-4-11 0,5 9 0,-5-7 56,-2-7 0,-2-8 0,-5-4-19,-6-3 1,-4-11 0,-3-10 591,1-5 0,1-4 0,3-5 0,4-6 296,2-4 0,3-3 1,6 1-1,0-1 170,0 0 1,11-6-1,6 0 52,7 2 1,4-4 0,-4 2 0,5 2-1,1 0-448,5-2 0,-5 4 0,3-4 0,0 6-620,-3 7 1,5-2-1,-9 8-2039,-2 3 2589,-2 2 0,-2 2 0,-1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6:56.5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294 354 7802,'0'-20'-8,"0"1"0,-6-1 0,-1 0 0,0 1 269,-1-1 1,-3 3 0,-9 4 0,-1 6 57,-6 5 1,6 4 0,-6 5 0,4 8 0,-4 9 1,6 6 0,-3 12 0,6 3-54,5 8 1,9 5 0,-3 3-143,5-2 0,11 11 1,6-9-1,7 2 1,6 0-318,3-6 1,1-11 0,7-3-1,1-8-842,-1-9 1,0-13-1,0-11 1,-2-13-940,-4-15 1973,4-9 0,-15-21 0,6-5 0</inkml:trace>
  <inkml:trace contextRef="#ctx0" brushRef="#br0" timeOffset="1113">764 334 7904,'-6'-13'450,"-1"0"0,-1 9 195,1-3 0,3 5-419,-9 2 1,8 2 0,-1 7 0,4 8-186,2 7 1,6 9-1,3-5 1,2 3-167,4 3 0,-4 6 1,0 3-1,0 3-661,0-2 1,-1-3 0,6-4 0,-3-2 103,2-3 1,-4-8 681,2 2 0,-9-12 0,5-6 0</inkml:trace>
  <inkml:trace contextRef="#ctx0" brushRef="#br0" timeOffset="1400">980 608 7802,'9'-10'-218,"-5"-1"255,9 4 1,-6-2 0,4-6 0,-1 2-21,1-2 1,-6-3 0,3-1-1,-1-1-123,0 1 1,1-3 0,-3-2 0,1-2-148,-2 2 0,-1 2 0,-3 3 291,0-1 1,-3 2-1,-3 5 74,-7 7 0,-5 4 0,-1 2 6,-1 0 1,7 8 0,2 5 0,0 7 72,1 6 0,5-2 0,-1 7 1,3-1-1,3 1-105,0 3 1,0 3 0,3 3 0,3-3-436,7-5 0,-2 5 0,2-6 80,2-1 1,5-3 0,4-14 0,2-7 0,0-4 268,3-2 0,-16-8 0,21-12 0,-12-11 0</inkml:trace>
  <inkml:trace contextRef="#ctx0" brushRef="#br0" timeOffset="1580">1254 197 7540,'-10'-9'30,"-1"9"449,4 0 0,5 2 0,-5 14 0,5 3-199,2 5 0,7 11 0,1-2 1,3 4-419,5 2 0,1 2 1,5 3-1,2 2-267,2-3 1,-7-2 0,-5-1 0,-1-1-277,-2 0 0,4-8 0,-9-5 681,-1-5 0,-12-10 0,-4-2 0</inkml:trace>
  <inkml:trace contextRef="#ctx0" brushRef="#br0" timeOffset="2231">1274 608 7262,'0'-19'-10,"0"6"1,0 0 335,0-2 0,7-3 0,1 1 0,1 1-392,0 3 1,6 0 0,-2-6 0,4-1-78,3 1 0,0 3 0,-1-3-359,1-10 1,-1 8-1,1-3 502,0 0 0,-9 0 0,-3 4 0,-1 1 0,-1-1 0,1 0 63,-7 1 165,0 8 0,0 4 0,2 14 17,5 6 0,-5 4 0,4 5 0,-1 2 0,-1 4 67,2 3 1,8 2-1,-6 4 1,1-3-330,0-1 0,4-7 0,-7 7 1,1 2-488,2 2 1,-5-7-1,7-4 1,-3-4-137,-3-2 0,-3-1 640,-2 1 0,-9-9 0,-4-5 0,-4-4 0,-3-10 0,3-5 0,2-3-30,1 3 0,10-4 0,-5 4 87,1-5 0,6 5 1,-5 0 214,5-2 1,2-2-1,0-3-138,0 0 0,0 1 1,2 1-1,2 3-452,3 2 0,8 7 4,-2-7 0,5 6 1,1-4 313,1 2 0,-1 3 0,1 6 0,0 0-23,-1 0 1,1 0 0,-1 0 0,1 0 139,0 0 1,-1 0 0,1 0 0,-1 0 193,1 0 0,0-2 0,-1-5-89,1-6 1,-9 2 0,-5-2-64,-4-2 1,-2-2-1,-2-3 1,-2 0-1,-5 1-22,-2-1 1,-8 1 0,-7 1-1,2 5 96,2 6 1,2 5 0,1 2-114,-1 0 0,7 2 1,2 5-1,2 6 1,5 7-166,2 6 0,2 2 0,0 7-123,0-2 1,6-3 0,3 5 0,2-5-1,4 1-305,3-1 0,-5-6 0,0 0 0,2-6-89,2-5 0,-4-9 1,1 3 561,1-5 0,0-11 0,-2-4 0,4-4 0,-6-3 0</inkml:trace>
  <inkml:trace contextRef="#ctx0" brushRef="#br0" timeOffset="2514">1921 295 7802,'0'-13'-83,"0"0"1,2-2 933,4-3 1,-1 7 0,6 9-594,-3 13 1,1 2-1,-4 13 1,3-2-198,3 2 0,-4-2 0,4 7 0,-3-1-43,-3 1 1,3-1-1,-1 3 1,-1-5-218,3 0 1,-7-6 0,5 4-253,-5-4 1,-2-2 325,0-1 0,0-10 1,0-9 105,0-11 0,0-8 1,0-5-1,0-5 0,0-1 26,0-5 0,0-2 0,0-2 0,0 0-126,0-1 0,0 3 0,0 2 0,0 3-326,0-3 0,7 4 1,1 1-1,3-1 113,4 1 1,3 6-1,1-2 1,3 4 331,4 3 0,5 8 0,8 2 0</inkml:trace>
  <inkml:trace contextRef="#ctx0" brushRef="#br0" timeOffset="2864">2646 393 8482,'11'-2'525,"-5"-5"-217,-3-6 0,-1 2 1,2-2-1,3-4-157,-3-7 0,-2 0 1,-4-7-1,-2 3-21,-3 4 0,-6 2 0,4 3 0,-2-1 56,-4 1 1,-2 8 0,-3 4-57,1 5 0,-1 2 0,3 2 0,1 7 0,5 8 112,3 7 0,1 13 0,7 0-189,0 7 1,0 2-1,0-5 1,2 2-248,5 3 1,4-2-1,8-9 1,1-5-1,0-2-680,-1-4 0,3-4 0,2-7 446,2-6 1,2-5 0,-4-4-1,2-7 1,-2-11 427,-2-10 0,-2-7 0,-1-3 0</inkml:trace>
  <inkml:trace contextRef="#ctx0" brushRef="#br0" timeOffset="3080">2862 60 7802,'-11'-9'-723,"-5"5"1298,10-9 0,-3 8 0,5-3 0,-5 1 1046,-2 0 1,9 1-1198,2 6 1,9 2 0,10 5 0,1 6-201,0 4 1,1 11 0,3 5 0,5 6-110,1 7 0,-6-2 0,2 6 0,-4 0-179,-2 0 1,-1 2-1,-1 7 1,-5 0-423,-7-1 0,-4 1 0,-2-2 0,0-3 26,0-1 0,-6-16 0,-3 0 1,-4-7 459,-9-6 0,3-2 0,-10-3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7:52.0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1186 1128 7959,'0'6'1205,"0"1"-706,0 0 1,2 2 0,0 3 0,2 5-3,1 4 1,-2 4 0,3 8-1,1 5-231,2 3 0,3 3 1,1 0-1,2-3-389,1-4 0,-2-4 0,-2-1 0,-3-5-1357,-3-4 1,2-4-1,-5-4 1480,-1 2 0,-1-4 0,-1 1 0</inkml:trace>
  <inkml:trace contextRef="#ctx0" brushRef="#br0" timeOffset="1966">187 231 7802,'-7'-6'171,"1"0"1,0 1 0,-2 1 379,0-1 1,0 2-1,-3 1 1,0 1 5,-1 1 1,0 4 0,1 4 0,-2 6 49,0 4 0,3 1 0,-2 6-271,4 1 1,-1 4 0,5 0 0,1 0 0,2-2-213,1-2 1,3-7-1,3-3 1,2-4-384,2-3 0,2-5 0,2-3 0,2-3-221,0-4 0,0-5 0,2-5 0,-1-5-136,1-3 1,-4-4 0,1-6 0,-2-2 260,-1 1 0,0 0 0,-4 5 0,-2 4 524,-1 7 0,-4 8 1,2 7 410,-3 5 1,-2 8-1,0 4-212,1 3 0,0 3 1,1 3-1,0 1 1,0 0-541,0 1 1,0-4 0,1 1-187,1-3 0,-1-2 0,3-4 0,1-3-1243,1 0 1,1-4 0,1-3 1600,1-1 0,-1-7 0,-1-1 0</inkml:trace>
  <inkml:trace contextRef="#ctx0" brushRef="#br0" timeOffset="2182">418 90 10351,'-5'2'0,"2"1"262,0 1 1,1 0 0,2 3 0,0 2 399,0 1 0,0 3 0,0 2 0,0 3-358,0 3 1,0 2 0,0 5-1,0 2-646,0 1 0,1-1 1,1-1-1,1-3-446,1-3 1,2-5-1,-2-5 1,1-4-392,2-4 0,-1-5 1,0-2 1178,-2-5 0,5-2 0,-2-4 0</inkml:trace>
  <inkml:trace contextRef="#ctx0" brushRef="#br0" timeOffset="2399">552 84 8341,'0'4'2090,"0"0"1,0 2-1423,0 2 0,0 2 0,0 6 0,0 3-328,0 4 1,0 3-1,0 2 1,0 2-476,0 1 0,1 1 0,0-1 1,2-1-549,1-2 0,0-4 0,3-5 0,-1-5-776,0-5 1,1-6 0,-1-1 0,1-3 1458,-1-3 0,0-3 0,1-6 0</inkml:trace>
  <inkml:trace contextRef="#ctx0" brushRef="#br0" timeOffset="2666">674 250 7802,'-3'19'422,"0"-3"1,-3 5 0,1 2 337,1 1 1,2 0 0,0-2-1,2 0-148,2-1 0,3-4 0,3-5 1,1-5-480,1-4 1,-1-3 0,3-3 0,2-4-412,-1-3 0,-1-5 1,-2-5-1,-1-4 65,-1-5 0,-3 1 0,-2-5 0,0 3 298,-1 1 1,-2 6 0,-2-2 0,-1 3-21,0 3 0,-2 6 0,-3 5 1,-1 3 20,-1 3 0,0 1 0,-1 2 0,2 1 77,2 2 0,1 2 0,0 0 0,2 1-1141,2 2 0,1-1 0,1 2 0,1 2-1051,1 0 0,1-1 2029,4-1 0,2-2 0,1 1 0</inkml:trace>
  <inkml:trace contextRef="#ctx0" brushRef="#br0" timeOffset="3049">847 212 7802,'0'6'0,"0"2"446,-2 0 1,0 2-1,-1 2 1,0 0 683,1-2 0,2 1 1,0 2-1,0 0-754,0-1 1,2-1 0,3-2-1,0-1-508,2-2 1,1-2 0,1 0 0,-1-1-145,2-3 0,-3-5 1,1-4-1,0-4-4,1-4 1,-4 0-1,1-4 1,-2 0 81,-1 0 1,-1 3-1,2 0 1,-1 3 87,-2 3 0,0 5 837,-1 1 1,2 7-1,0 2 1,0 6-414,1 4 1,-1 6-1,2 1-208,1 2 1,1 1 0,1 1 0,1 0 0,1-1-208,1 0 0,-2-2 0,2-4 0,0-2-82,0-4 1,-2-2 0,1-6 76,-2-3 1,-1-6 0,0-5 86,-2-3 0,0-5 0,-3-4 0,1 0 0,0-3 50,-1 0 1,1 2 0,2-3-1,0 3-679,1 0 1,-1 4 0,1 1-1,0 3-3752,0 2 4400,-1 3 0,0-1 0,-2 2 0</inkml:trace>
  <inkml:trace contextRef="#ctx0" brushRef="#br0" timeOffset="3818">1598 199 7802,'-7'-6'244,"1"-1"1,0 2 0,-2 0 175,0 0 1,1 4 0,-2-1-1,0 1 1,0 2 38,2 1 0,-1 3 0,1 5 0,-1 3-173,0 3 0,5 4 1,-1 4-1,2 1-162,2 3 0,0-3 0,2 1 1,1-3-170,4-3 1,3-4 0,1-3 0,1-3-239,1-6 0,1-9 1,0-6-1,1-6-94,-1-6 1,-2-1 0,-2-6 20,-1-1 1,1 1 0,-1 0-1,-1 4 1,-2 3 332,-1 3 413,-3 11 0,-4 6 0,0 12 0,0 3-87,-1 3 0,2 1 0,-3 4 1,1 0-555,2 1 0,0-3 1,1 3-1,0 0-469,0-1 1,3-5 0,1-2-1,2-1-6,0-3 1,1-5-1,-1 2 726,1-3 0,-1-3 0,0-4 0</inkml:trace>
  <inkml:trace contextRef="#ctx0" brushRef="#br0" timeOffset="4168">1739 193 7802,'-6'0'138,"-1"0"0,3 0 1,0 3 569,1 1 0,1 0 1,0 2-1,0 2-393,1 1 0,3 2 0,2 2-237,2 2 1,1-1 0,1 3-1,0 1 1,1-1-397,0 0 1,-1-6-1,2 0 1,0-4 36,0-3 1,-2-2 0,1-7 0,-1-5 74,-2-5 0,2-6 0,-4-6 1,2-1 28,0-2 0,-1 1 0,-1 0 0,0 3 139,0 1 0,1 10 0,-3 0 0,0 5 831,1 5 0,-2 2 1,1 6-1,1 4-399,-1 5 0,3 1 0,-2 5 1,2-1-194,-1 2 1,0 0 0,3 0 0,-2 0-611,0-2 1,0 1-1,0-4 1,0-2-1264,2-3 0,-3-2 1,0-3 1671,1-2 0,1-7 0,0-2 0</inkml:trace>
  <inkml:trace contextRef="#ctx0" brushRef="#br0" timeOffset="4331">2008 26 8117,'0'4'2459,"0"1"-1928,0 2 0,0 3 0,1 4 0,1 2-310,0 4 1,3 4-1,-1 1 1,2 2-396,0 3 0,3-3 0,-1 3 1,0-1-534,-1 0 0,-3-4 0,0 0 0,-1-3-590,-2-3 1,0-6 1296,-1-4 0,-3-5 0,0-1 0</inkml:trace>
  <inkml:trace contextRef="#ctx0" brushRef="#br0" timeOffset="4464">2002 263 7934,'4'-6'0,"-2"-1"283,-2 1 0,0 0 1,1-1-1,1 1-130,0-1 0,3 1 0,-2 0 0,1-1-535,1 1 1,-1-1 0,3 1 0,1-1-660,1-2 1041,-1 2 0,1-5 0,1 2 0</inkml:trace>
  <inkml:trace contextRef="#ctx0" brushRef="#br0" timeOffset="4801">2156 58 8056,'0'11'0,"0"1"467,0 1 0,0-1 1,0 3-1,0 0-168,0 0 1,2-1 0,1 2 0,0 1 38,0 2 1,2-3 0,-2 3 0,1 0-202,1 2 0,-3-3 1,1 0-1,1-1-67,0 0 1,-3-6-1,2-1-364,0-4 1,-3-4-1,2-4 1,0-4 140,0-4 1,-1-4 0,1-7-1,-1-1-122,1-1 0,0 0 0,1-2 0,1 3 141,0 3 1,-1 4-1,2 0 1,-1 2 454,-1 0 1,2 6 0,-2 3-234,1 5 0,-1 6 0,-1 5 51,0 2 1,0 6-1,-1 0 1,0 0-1,2 2-548,0-1 0,0-2 0,1-2 0,1-2-345,1 0 1,1-5-1,1-3 754,3-4 0,-2-6 0,0-7 0</inkml:trace>
  <inkml:trace contextRef="#ctx0" brushRef="#br0" timeOffset="5047">2380 154 7802,'-4'7'0,"-2"0"371,-1 1 1,2 2-1,-3 2 1,2 1 707,2-1 0,2-2 0,0 5 0,2 0-701,2 0 1,2-3 0,3 0 0,2-4-447,1-2 0,1-4 0,0 0 0,1-4-440,0-2 1,-1-5 0,1-1 0,-1-3 87,-2-2 1,-4 1 0,-2-3 0,0 2 72,-2 0 0,-1 2 1,-2 0-1,-3 1 110,-2 1 0,-1 1 0,-1 3 1,1 0-123,-1 1 1,-2 3-1,3 0 1,-1 0-285,0 1 1,2 2 642,-2 0 0,2 3 0,1 0 0</inkml:trace>
  <inkml:trace contextRef="#ctx0" brushRef="#br0" timeOffset="5352">2496 129 8300,'3'6'555,"1"3"0,-3-1 0,2 1 121,-2 0 0,2-1 0,0 2 0,0 0-348,2 0 1,-1-2 0,-1 3 0,1 0-251,-1 1 1,0 2 0,0 0 0,0 2-287,-2 0 0,0-1 0,-1 2 0,0-2-54,0-3 0,-1 0 0,-1-4 87,-2 0 1,0-4-1,1-5 1,0-5 261,2-4 1,-1-5 0,1-4 0,-1-1 142,0-1 1,1-2-1,2 1 1,1 0-126,3 1 0,-2 4 1,1-1-1,1 0-76,-2 2 1,3 4 0,-2 0 0,2 2-567,0 2 0,2 1 0,-1 1 1,2 2-168,-1 2 1,0 1-1,-1 1 1,2 1-1600,-1 1 2303,-4 2 0,2 5 0,-3 1 0</inkml:trace>
  <inkml:trace contextRef="#ctx0" brushRef="#br0" timeOffset="5497">2720 141 7925,'0'10'184,"-2"0"0,-1 2 312,0-2 1,1 4 0,0-2 0,1 1 0,-1 1-163,0 0 1,0-1 0,2 0 0,0 0-876,0 0 541,0-3 0,0-10 0,0-4 0</inkml:trace>
  <inkml:trace contextRef="#ctx0" brushRef="#br0" timeOffset="5614">2759 39 7802,'-2'-4'0,"-1"-1"626,-1 0 1,1 2-645,-2-2-2296,3 4 2314,7 4 0,0 1 0,4 5 0</inkml:trace>
  <inkml:trace contextRef="#ctx0" brushRef="#br0" timeOffset="5950">2938 71 7802,'-5'-4'0,"0"0"161,0 1 0,1 0 0,-2 2 1,-1-1 367,1 0 0,0 2 0,-1 0 1,1 2-167,-1 3 0,3-1 1,0 2-1,2 2-73,0 1 1,1 2-1,1 1 1,0 1-84,0 0 1,3 0 0,2 0-1,0-1-2,2 1 0,-1 1 1,1-1-1,-1 2 60,0-1 0,-2-3 1,-2 3-1,-1 0 12,-1 0 0,-1-3 0,-1-1 1,-2 0-671,-2 0 0,-1-3 0,-1 0 0,-1-4-688,-1 0 0,2-2 1,-1 0-1,1-3-923,0-4 1,4-2 2003,-1-2 0,1-1 0,1-2 0</inkml:trace>
  <inkml:trace contextRef="#ctx0" brushRef="#br0" timeOffset="6231">2951 225 8016,'7'0'334,"-1"0"1,1 0 0,1 0 0,1-1 18,-2-1 1,1-2-1,-1-2 1,1 0 56,0-1 1,-4-2-1,1-2 1,-1-1-250,-3-1 1,0 0-1,-1 1 1,0-1-173,0 0 1,-3 3 0,-2 1 0,-2 3 101,-1 2 0,-2 1 0,2 4 0,-1 1 101,-1 5 1,2 1 0,0 4 0,1 1 365,3 1 0,-1 2 0,2 1-395,0-1 0,1 3 0,0-3 1,2 1-1,2 1-443,3 2 0,1-4 1,2 1-1,1-3 88,1-3 0,1-5 0,2-5 0,0-3-1572,2-4 0,-4-6 0,2-5 0,-1-3 1764,1-1 0,-3 1 0,-1-2 0</inkml:trace>
  <inkml:trace contextRef="#ctx0" brushRef="#br0" timeOffset="6516">3150 0 7802,'-2'7'1227,"0"-1"1,0 1-428,2 2 1,0 1 0,0 3-1,0 2-259,0 2 1,3 2 0,1 0-1,1 0-409,2 1 1,-1-3 0,0-2 0,-1 0-136,-1-3 0,-2-4-426,0 1 0,-2-5 1,-2-2-1,-3-1-86,-3-1 0,0-1 0,-2 0 1,0-1 418,0 0 0,0 2 0,-1 2 1,3 3 337,1 0 0,1 3 0,2 0 0,2 3 83,1 1 1,1 1 0,0 1 0,1 0-190,1-2 1,3-2 0,5-1 0,-1-3-542,0-3 0,3-1 0,-2-5 1,2-4-392,-2-3 1,2-5-1,-4-2 1,0-2 795,-1-2 0,0-2 0,-1-3 0</inkml:trace>
  <inkml:trace contextRef="#ctx0" brushRef="#br0" timeOffset="7466">14 853 7210,'0'-6'-353,"0"0"1,0-1 0,0 1 762,0-1 1,0 3 0,0 0 147,0-1 0,0 1 0,-1 1 84,-1 0 1,0 1-424,-2 2 0,3 0 0,-2 3 1,3 4-1,0 3-45,0 2 0,0 3 1,0 3-1,0 1-287,3 2 0,0-2 0,4 1 1,1-3 33,1-1 1,2-1-1,-1-3 1,1-2-281,-1-3 1,2-5 0,1-5 0,1-6-172,-2-5 1,-1-4 0,-1-4 0,-1-1 338,-2-2 1,-3-1 0,0 1 0,-1 2 272,-2 1 1,0 3-1,-1 3 280,0 3 1,0 4-1,0 8-101,0 5 1,0 2 0,1 5 0,0 1-204,1 0 0,2 0 0,-1 1 0,1 0-546,1 0 0,-2-3 0,2-2 1,0 0-221,0-2 0,2 0 708,-1-2 0,3 2 0,1-3 0</inkml:trace>
  <inkml:trace contextRef="#ctx0" brushRef="#br0" timeOffset="7747">360 744 7746,'-6'-3'0,"-1"0"57,1 0 0,1 2 1,1-1-1,-1 2 389,-1 0 1,3 0 0,1 2 0,1 3-255,1 3 0,1 0 0,1 3 0,2 0-120,2 1 1,1 2 0,1 0 0,1 1-16,1-1 1,-2-2 0,0 0 0,0 0-44,-2-1 1,-2 1 0,0 0 0,-1-1-104,-2 0 1,0-1 0,-1 1 0,-1-3-55,-1-1 1,-2-1 0,-2-2-1,0-2-522,-1-1 0,1-1 1,-1-1 664,1-4 0,0-2 0,-1-6 0</inkml:trace>
  <inkml:trace contextRef="#ctx0" brushRef="#br0" timeOffset="7963">443 853 7890,'11'-6'68,"-1"0"1,-1 1 250,-1-2 1,1 1 0,0-4 0,-1 1-52,-1 1 1,-4-1 0,0 0 0,-3 0-56,0-1 1,0 2-1,0 2 1,-3 2 24,-1 2 0,-4 1 1,0 1-1,-1 1-55,0 4 0,1 2 0,-1 6 0,0 0-149,1 2 1,5 1 0,-3 3 0,3-1-152,1-1 0,1 0 0,1 2 0,1-2-473,1-2 0,3-2 1,2-1-1,3-1-869,3-2 0,-2-5 1459,4-2 0,1-4 0,1-2 0</inkml:trace>
  <inkml:trace contextRef="#ctx0" brushRef="#br0" timeOffset="8234">629 789 7890,'3'-3'865,"-2"0"0,2 6 0,-3 2 0,0 2-424,0 1 1,0 4-1,0 1 1,0 2-296,0 1 0,0-1 0,0 2-214,0 1 1,-1 0-1,0 2 1,-2-3-1,-1 0-5,-1-2 0,2-5 0,-2 1-66,0-3 0,3-4 0,-1-7 0,2-3 151,-1-4 0,1-5 0,-1-2 0,2-2 220,2-3 0,2 2 0,2-1 0,0 1-143,1 1 0,0 2 1,2 0-1,2 1-712,3 0 0,0 3 0,4 1 0,-1 2-891,2 0 1,1 0 1513,1-1 0,-1 2 0,2 2 0</inkml:trace>
  <inkml:trace contextRef="#ctx0" brushRef="#br0" timeOffset="8797">1098 693 7845,'2'-6'525,"-1"2"0,3 2-112,-2 4 0,-1 5 0,3 6 0,-1 3 0,0 4-263,0 1 1,1 2-1,-1 2 1,0-1-480,0 0 1,0-4-1,-2 1-47,1-3 0,0-1 1,-2-2-1,0-3-195,-2-3 571,1-5 0,-8-1 0,2-3 0</inkml:trace>
  <inkml:trace contextRef="#ctx0" brushRef="#br0" timeOffset="8929">1078 885 7845,'0'-4'0,"-2"0"0,0-1 216,1-1 0,3 2 1,2 0-1,2 1-404,3-1 1,-1 0 0,3-2 0,2 1-439,1-2 0,4 2 0,-1-4 626,2 0 0,0 2 0,0-6 0,0 3 0</inkml:trace>
  <inkml:trace contextRef="#ctx0" brushRef="#br0" timeOffset="9146">1296 757 7487,'0'7'2,"0"-3"1,0 1-1,0 1 1,0 3-1,0 1 725,0 1 1,0 2-1,1 1 1,1 1-334,0-1 0,3 0 0,-1-3 0,2-1-402,0-4 0,3-4 0,0 0 1,1-4-167,1-5 1,-1-3-1,-2-4 1,-2-2-79,-1-3 0,-2 3 0,-3-2 0,0 1 63,0 0 1,-3 3-1,-2 0 1,-2 2 151,-2 4 0,-2 1 0,1 3 0,-1 1 164,0 0 0,1 3 1,0-2-1,0 3-451,1 1 1,4 3 0,-1-1 323,0-1 0,0 6 0,0-2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8:02.4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70 289 7892,'4'-2'281,"1"0"1,-1 0-87,-1-1 0,4 2 0,-2-3 0,3-2-190,0-2 0,0-1 1,0-3-1,0-1-48,-3-1 1,1 1 0,-4 1 0,0 0 37,-2 1 1,-3 4 0,-4-1 0,-3 3 64,-2 3 0,-1 5 1,-2 3-1,1 4 217,-1 2 1,2 4-1,1 1 1,0 2 8,2 2 1,4 0 0,0 1 0,3 0-51,1-2 0,2-4 0,3 1 0,3-3-622,4-1 0,1-3 0,1-2 0,2-2 97,-1-2 1,4-3 0,-1 1-1,0-4-2781,-1-5 3070,-1-2 0,2-4 0,0 0 0</inkml:trace>
  <inkml:trace contextRef="#ctx0" brushRef="#br0" timeOffset="333">205 193 7892,'-5'3'595,"1"2"-224,-1 3 1,2 0 0,1 2 0,1 3-117,-1 1 0,1 0 0,-1 3 0,1 1-58,1 1 0,1-1 0,0-1 0,1-1-70,0 0 1,1-5 0,-1 1-280,2-2 0,0-4 1,1-2-1,-1-2-198,1-3 1,-2-2-1,2-6 1,0-2-10,0-3 0,0-1 1,1-5-1,1-2 93,0-2 0,0 1 1,0 0-1,-1 0 153,1 0 0,-1 3 0,0 2 0,-1 3 313,-1 4 1,-2 6 0,2 2 92,-1 3 1,-1 5-1,-2 4 1,0 3-131,0 2 0,0 3 1,0-1-1,0 0-131,0-1 1,2 0 0,0-2 0,0-1-794,1-1 1,-2-2 0,4-2-8,0-1 0,0-2 768,2-2 0,2-7 0,1-2 0</inkml:trace>
  <inkml:trace contextRef="#ctx0" brushRef="#br0" timeOffset="550">474 97 7892,'-6'0'190,"-1"0"1,1 0 0,-1 0 199,1 0 0,-1 1 1,-1 1-1,-1 3 68,-1 3 1,2 0 0,-1 5 0,2 3-20,1 2 1,2 2 0,0 0 0,1 2-284,2 1 1,3-2 0,3-1 0,2-1-536,2-2 0,2-5 0,0 0 1,1-2 125,1-5 1,-1 1-1,1-4 1,0-1-538,0-3 1,-1-2-1,-1-4 1,0-3-445,1-1 0,-5-2 1234,2-1 0,-6-1 0,2-3 0</inkml:trace>
  <inkml:trace contextRef="#ctx0" brushRef="#br0" timeOffset="819">564 142 7892,'-1'4'249,"0"1"8,-1 0 0,-1 0 1,3 2-1,-2 0-41,0 1 1,0 3-1,2 3 1,0 2-49,0 0 0,-2 1 1,0 1-1,0-2 34,2 0 0,-1-1 0,-1-1 1,0-1 208,1-1 0,-2-3-281,1 0 0,0-7-111,2-4 1,1-2 0,1-7 0,2 0-51,2-1 1,0-4 0,0 0 0,1-1-123,-1 0 0,3-1 0,-1 0 0,1 0-433,0 1 1,-2 4-1,2-1 1,-1 0-751,0 0 0,-2 5 1336,3 0 0,-4 4 0,4-5 0</inkml:trace>
  <inkml:trace contextRef="#ctx0" brushRef="#br0" timeOffset="983">673 219 7674,'3'1'-136,"0"0"0,-1 2 913,1 0 1,-1-1-1,1 1-614,1 0 1,-1-3-1,2 2 1,0-1-710,0-1 1,2 0 0,-1-1 0,1 0-59,-1-1 1,3-4 0,-1 0 603,0-1 0,2-5 0,0 2 0</inkml:trace>
  <inkml:trace contextRef="#ctx0" brushRef="#br0" timeOffset="1133">814 123 8157,'-3'7'0,"-1"1"521,-2 0 1,2 2 0,0-2 0,1 3-37,2 4 0,-2 0 0,1 3 0,1 3-304,0 1 1,1-1-1,0 2 1,0-1-533,0-1 1,2-3 0,1-3 0,0 0-408,2-3 1,0-6 0,0 0 0,0-3-1190,0-1 1947,0-4 0,5-5 0,0-3 0</inkml:trace>
  <inkml:trace contextRef="#ctx0" brushRef="#br0" timeOffset="1317">897 206 8804,'0'7'1305,"0"2"1,0 1-969,-2 3 1,1 0 0,-1 1 0,1 2-393,1 0 1,1-1 0,0 2 0,1-2-445,0 0 1,1-2-1,-1-1 1,0-1-1377,1-2 0,-3-4 1875,3-1 0,-3-6 0,0 0 0,0-5 0,0-3 0</inkml:trace>
  <inkml:trace contextRef="#ctx0" brushRef="#br0" timeOffset="1517">904 232 6993,'6'-15'-168,"-2"0"1,1 2 0,0 2 0,0 1 493,-1 0 0,2 0 1,-2 5-1,2 0 205,0 3 0,1 2 1,-1 0-196,0 0 0,-2 3 0,-2 3 0,-1 3-12,-1 3 1,-1 0 0,-1 3 0,-2-1-319,-2 1 1,0-2-1,-1 2 1,1-1-416,-1-1 0,3-3 0,0 0 0,-1 0-522,2-3 0,-2-1-208,3-4 1,0-3 1138,2-8 0,2-1 0,2-3 0</inkml:trace>
  <inkml:trace contextRef="#ctx0" brushRef="#br0" timeOffset="1682">1051 78 7889,'0'6'253,"0"1"1,0-1 0,0 1 300,0 2 1,0 1 0,0 3 0,0 0-201,0 2 1,0 1 0,0 4 0,0-1-269,0 0 1,1 1 0,0-1 0,2 0-1092,-2-3 0,0-4 0,1 1 0,0-1 1005,-1-2 0,0-5 0,-1-3 0</inkml:trace>
  <inkml:trace contextRef="#ctx0" brushRef="#br0" timeOffset="1834">1026 245 7889,'0'-7'539,"0"3"1,0 0-77,0-1 1,0 1 0,0 0-243,3-1 0,0-1 1,4 0-1,0 1-692,1 1 1,0 0-1,3-2 1,0 1-497,1 1 0,2 0 1,0-3 966,1 1 0,3-1 0,-2 1 0</inkml:trace>
  <inkml:trace contextRef="#ctx0" brushRef="#br0" timeOffset="2034">1289 59 8315,'-7'2'1170,"1"2"0,-1 3-704,1 2 0,0-1 1,-1 4-1,1 3-106,-1 3 1,3 1 0,0 6 0,-1 2-499,-1 2 1,2-1-1,0-1 1,1-1-563,-1-3 1,3-7 0,-1 1 0,1-3-1332,1-3 2031,0-5 0,0 0 0,0-3 0</inkml:trace>
  <inkml:trace contextRef="#ctx0" brushRef="#br0" timeOffset="2834">1500 71 7681,'0'-4'857,"0"0"-319,0 2 1,0 0-1,1 4-318,1 3 0,0 4 0,2 4 0,0 3 0,0 3 102,1 0 1,-2-1 0,2 0 0,-1-1-197,-1-2 1,0-2 0,-2-3-230,1-1 0,0-1 74,-5-3 0,0-3 1,-4-2-1,0 0-479,-1 0 1,1 0 0,-3 0 0,2 0 266,-1 0 1,0 3-1,1 2 1,0 0 295,0 2 0,3 0 1,1 1-1,1 0 84,2 0 1,0 0-1,2-1 1,1 0-35,2-1 0,5-2 1,1 0 6,0-2 0,2-1 0,-1-1 1,3-1-1,1-1-803,-1-2 0,0-2 0,0-2 0,0-1-1203,0 1 1894,-4 1 0,7-2 0,-3-1 0</inkml:trace>
  <inkml:trace contextRef="#ctx0" brushRef="#br0" timeOffset="3134">1674 232 6340,'2'-7'415,"1"1"1,2 0 0,-1 1-11,1 1 0,-1 0 1,0-3-1,1-1-210,1-1 0,-2-2 1,0 1-1,-1-1-123,1 0 1,-3 1-1,2 0 1,-3 1 0,0 2 1,0 1-1,-3 0 1,-1 2 59,-2 2 0,-1 1 0,-1 1 0,0 1-26,0 1 0,-1 2 0,0 4 0,1 3 55,1 1 0,1 4 0,0 0 0,1 2-161,1 1 0,2-2 0,0 3 0,2-1-461,0-1 1,0-1 0,2-1 1,3-3 0,3-1 0,1-6 0,2-2 0,1-3-61,3-1 0,0-4 0,0-1 1,0-5 518,2-2 0,0-2 0,2-5 0</inkml:trace>
  <inkml:trace contextRef="#ctx0" brushRef="#br0" timeOffset="3316">1879 59 7812,'-9'0'179,"0"0"1,-1 0 0,-1 0 553,-2 2 1,3 2-1,2 2 1,0 2-140,0 3 1,0 0 0,1 6 0,2 0-282,2 1 1,3 1 0,0 4 0,0-1-183,3-2 1,0-2 0,4-4-1,1-3-962,1-2 1,2-3-1,-1-2 1,1-1-390,2-3 1,-3-1-1,2-3 1,0-3 1219,1-2 0,-1-2 0,1-2 0</inkml:trace>
  <inkml:trace contextRef="#ctx0" brushRef="#br0" timeOffset="3600">1962 97 7550,'-3'3'614,"-1"-2"0,3 4-168,-2 0 0,-1 0 0,2 2 0,0 0-56,-1 1 1,2 2 0,-3 3-1,1 1-272,2 4 0,-3-3 0,1 6 0,-2-1-112,1-2 1,1 0 0,-2-4 0,1-1-25,1-1 0,-1-7 14,2 2 0,0-9 1,2-2-1,0-5-104,2-3 1,0-2-1,2 0 1,1-2-26,1-3 0,2 3 0,1-3 0,-1 1-132,-1 2 1,0-1 0,1 3 0,0-1 20,0 1 1,-1 3-1,0 1 1,0 0-668,1 3 0,0-1 0,0 3 911,-1 0 0,0 0 0,-1 1 0</inkml:trace>
  <inkml:trace contextRef="#ctx0" brushRef="#br0" timeOffset="3951">2058 97 7812,'0'6'209,"-2"-2"1,0 2 1683,-2-2 1,2 0-1497,0 0 0,4-3 1,3 1-710,0-1 0,2-1 0,-1 0 1,1 0-265,-1 0 0,0 0 0,1 0 0,-1 0 65,1 0 1,-1-1 0,0-1 0,1-2 74,-1-2 1,1 0 0,-1-1-1,1 1 436,-1 0 0,-2 1 0,1 1 609,0-1-301,-3 2 1,1 1 0,-5 4-1,-1 3 814,0 3 1,-2 3-1,-1 4 1,0 2-753,-1 1 1,1 3 0,-1 1 0,1 2-462,-1 1 0,3-4 1,1 0-1,0-4-350,1-2 0,2-4 0,0-3 0,3-3-30,1-3 0,1-2 0,2-2 471,-1-2 0,4-5 0,0-1 0</inkml:trace>
  <inkml:trace contextRef="#ctx0" brushRef="#br0" timeOffset="4133">2244 84 7815,'-3'1'2781,"1"1"-2269,1 2 0,1 3 0,0 1 0,0 4-295,0 2 0,0 3 1,0 4-1,1 1-373,1 1 0,-1-5 0,1 1 0,1-2-1308,-1-1 1,0-4 0,0-2 359,0-2 1,0-5 1103,-2-3 0,0-6 0,0-4 0</inkml:trace>
  <inkml:trace contextRef="#ctx0" brushRef="#br0" timeOffset="4349">2264 116 7804,'3'-10'109,"3"1"1,-2 3 103,2-1 0,0 3 0,1 0 63,-1 2 0,1-1 0,-2 4 0,0 1 136,-1 0 1,-1 3 0,0 1 0,0 2-250,-2 0 1,0 2 0,-2 0-1,-1 3-144,-2-1 1,-2 1-1,0-1 1,0-1 41,-1-2 1,1-2 0,-1-2-1642,1 0 0,0-3 1,1-4 1579,1-3 0,2-3 0,0-2 0</inkml:trace>
  <inkml:trace contextRef="#ctx0" brushRef="#br0" timeOffset="4515">2424 1 7812,'0'8'492,"0"0"1,0 1-42,0 0 0,0 0 0,0 1 1,0 0-162,0 2 0,0 0 1,0 3-1,0-1-346,0 1 0,-2-1 0,0 3 0,0-2-655,2 0 1,0-2-1,0-1 1,0-1 710,0-3 0,-3 0 0,-1-2 0</inkml:trace>
  <inkml:trace contextRef="#ctx0" brushRef="#br0" timeOffset="4633">2398 136 7702,'0'-7'696,"1"1"0,0 1 0,2 2-98,1 0 1,0-1 0,3 2 0,0-1-351,1 1 1,2 1 0,4-1-249,1 1 0,1-2 0,3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8:36.9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232 65 7720,'4'-7'58,"0"-1"1,-1 0 111,-2 0 0,0 3 1,-2 0-1,-1 1 65,-2 1 0,-5-2 1,-2 2-1,-2 0 420,-1 0 1,-1 1-1,-1 3 1,-1 1-191,1 2 0,2 5 1,0 1-1,1 4-366,3 3 1,3 1-1,0 5-31,4-1 0,3 4 0,1 1 1,3 2-1,5 2-57,2-3 1,4-3-1,0-3 1,3-1-479,0-2 1,0-4-1,0-1 1,-2-2 220,-1-1 0,-7-3 0,1 3 0,-3 0 343,-3 1 0,-2-1 0,-3 0 1,-4 0-6,-4 1 1,-1-1 0,-4-1 0,-1-1-88,-1-1 0,0-3 0,-1-1 0,-1-1-592,-1-2 0,3-1 0,0-2-395,2-2 1,2-5 0,4-2 981,1-1 0,1-3 0,1-2 0</inkml:trace>
  <inkml:trace contextRef="#ctx0" brushRef="#br0" timeOffset="565">354 225 7763,'0'-6'64,"-1"0"1,-1 2 268,-2 2 1,0 1 0,0 2 0,1 1 123,-1 2 1,3 6-1,-2 2 1,1 3-237,0 1 1,0-1 0,4 1 0,1 1-224,0-1 0,4-2 1,2 1-1,1-3-158,1-2 0,1-2 0,1-2 0,0-3-157,0-2 0,0-5 0,0-2 1,-1-5-46,1-3 0,-3-6 1,-1-2-1,-2-2 197,-1 1 0,0 0 0,-2-1 0,-1 3 221,0 1 0,-2 8 119,1 4 0,-1 8 0,1 3 0,2 6 0,1 5 264,1 4 0,-1 1 1,4 3-108,-2 1 0,-1 2 1,1 0-1,-2 1-52,0 1 1,0 1 0,-3 0 0,-1 2 0,0 1-32,-1 1 0,-3-7 0,-1 3 0,-3-5-223,-1-3 1,1-6-1,-2-4 1,0-3-376,0-2 1,0-3 0,1-4 0,-1-3-718,-1-3 0,0-2 1,-1-4-1,1-1-888,0-2 1954,5-1 0,-1-7 0,3-2 0</inkml:trace>
  <inkml:trace contextRef="#ctx0" brushRef="#br0" timeOffset="1084">687 257 7742,'0'8'194,"0"-1"1,0 3 356,0 0 1,0 1 0,0 3-1,0 3-222,0 1 1,0-1 0,0 3-1,0 2 42,0 3 0,2-4 0,1 2 0,-2-4-237,0-2 0,1-8 0,0 0 0,0-3-317,1-3 1,-2-3 0,1-5 0,-1-5-26,1-5 1,-1-7-1,2-3 1,-1-3-349,0-1 0,3 1 0,-1-1 1,2 1 353,1 3 0,-3 5 0,0 4 1,1 2 96,1 2 1,1 6 0,1 3 449,0 6 1,1 5-1,-3 6-57,1 1 1,-2 5 0,0-1 0,-1 2 0,0 1 95,-1 2 0,1-2 1,1 1-1,-2 0-293,0 0 1,0-2 0,-2 0 0,2-2 61,1-2 1,-3-6-200,1-5 0,-1-7 0,-1-3 0,0-6 0,0-5-434,0-5 0,0-2 0,0-5 0,1-2 245,1 0 1,-1 4-1,3 0 1,-1 1 83,1 2 0,0 1 0,3 1 1,-1 4 347,0 3 1,2 6 0,-1 2 0,2 2 97,-1 4 1,-3 4-1,-1 7 1,1 2 130,1 3 0,0 2 0,-2 2-461,1 0 1,-2 2 0,2-2-1,-1-1 1,-1 0-966,1-3 0,-2 0 0,2-5-73,1-1 0,-1-5 1073,0-4 0,-2-10 0,1-2 0</inkml:trace>
  <inkml:trace contextRef="#ctx0" brushRef="#br0" timeOffset="1601">1053 161 8044,'0'7'0,"0"0"601,0 1 0,0 0 0,0 2 0,0 1-32,0 1 1,0 0-1,1 4 1,0 1-298,1-1 1,1 2 0,-2 2 0,2 1-171,1-1 0,-2-3 0,2 3 0,-1 0-211,1-3 0,-2-2 1,2-1-340,1-5 1,-2-4 0,0-8 75,0-3 1,-3-7 0,3-5-1,-1-4 196,0-1 1,1 1 0,-1-2 0,1-1 32,0 1 0,1 3 0,2-1 1,-1 2 148,-1 1 1,1 5 0,3 2-1,1 2 236,1 2 1,-2 3 0,1 5-150,-2 3 0,2 4 0,-1 6 1,0 1-1,-1 1 370,-1 2 0,-1 2 0,-1 2 0,1 0-265,1 0 0,-2-1 0,0-1 0,-2 0-188,0 1 1,-1-2 0,-1-2 0,0-2-780,0-3 1,0-6 603,0-3 1,2-6 0,0-6-1,0-5 1,0-2-381,0-2 1,1 0 0,-2-3 0,2-1 323,1 0 0,0 4 0,3-2 0,0 0 537,1 2 1,0 1 0,2 2-1,0 2 220,0 4 0,-2 5 0,0 3-183,0 2 0,-3 5 0,0 5 0,-1 3 1,-1 4-285,-2 2 0,0 0 1,-1 0-1,0-1-713,0 1 1,0-4 0,0 2-329,0-2 0,1-4 0,0-2 0,2-3 972,0-2 0,-1-2 0,1-2 0</inkml:trace>
  <inkml:trace contextRef="#ctx0" brushRef="#br0" timeOffset="1848">1566 277 7729,'9'-7'43,"-2"1"1,2-1-1,-2 1 139,-1 0 1,-1-2-1,-2 1 1,1-3 241,-1-2 1,-1 0 0,0-3 0,-2 1-24,-2-1 0,-2 1 0,-3-1 0,-1 2-193,-3 0 0,1 6 1,-1 3-1,0 3 41,-1 3 0,-1 5 1,1 6-1,0 4 421,2 4 0,4 3 0,0 5 1,2 2-269,0 2 0,3-4 0,0 2 0,4-1-447,4-3 0,4-1 0,1-2 1,3-2-763,1-5 0,2-8 1,4-3-1,1-5-1779,2-6 0,-1-6 2586,2-10 0,-5-2 0,4-2 0</inkml:trace>
  <inkml:trace contextRef="#ctx0" brushRef="#br0" timeOffset="2298">1765 20 7682,'1'-4'0,"0"0"259,1-1 0,1 2 310,-1 1 1,0 4 0,2 5 0,1 4-120,0 3 0,3 6 0,-1 8 0,3 4-302,0 3 0,-2 1 1,2 2-387,-1-2 0,0 0 0,-3-4 0,0-3 1,-2-4-585,-1-4 0,-3-6 0,0-3-1972,-3-5 2794,0-2 0,-6-10 0,-1-2 0</inkml:trace>
  <inkml:trace contextRef="#ctx0" brushRef="#br0" timeOffset="2430">1771 302 7681,'0'-9'487,"0"2"-287,0-2 0,1 4 0,2-1 0,2-1 1,3 0 29,0 0 1,1 2-1,1 2 1,0 0-749,1 2 1,2-2 0,1 0 0,2-1 147,0-1 370,-4 2 0,5-2 0,-3 1 0</inkml:trace>
  <inkml:trace contextRef="#ctx0" brushRef="#br0" timeOffset="2699">2015 161 7681,'0'11'156,"0"0"0,0-1 423,0 0 1,0 2 0,0-1-1,0 1-95,0 1 0,2 1 1,0 0-1,0 2-250,-2 0 0,1 0 1,1 1-1,0-1-132,-1 0 1,0-5 0,-1 1 204,0-2-386,0-1 1,0-9 0,0-4-1,0-6 15,0-2 1,1-4 0,0-1 0,2-1-68,0-1 0,-1-1 0,3-1 0,0-1-137,0-1 0,2 2 0,0 0 1,1 0-467,0 0 0,2 3 0,-3 0 0,2 1-548,-1 3 1,-1 1 1281,-1 2 0,1 5 0,-1 3 0</inkml:trace>
  <inkml:trace contextRef="#ctx0" brushRef="#br0" timeOffset="2831">2227 161 7681,'0'16'332,"0"-2"0,0 3 1,0-1-118,0 0 0,0 1 1,0 1-1,0-1-56,0-2 0,-1-6 0,-1 2-1306,0-4 1,0-4 1146,2-3 0,0-5 0,0-5 0</inkml:trace>
  <inkml:trace contextRef="#ctx0" brushRef="#br0" timeOffset="2947">2252 78 7681,'-3'-3'-526,"0"2"0,4-2 526,1 3 0,1 3 0,4 1 0</inkml:trace>
  <inkml:trace contextRef="#ctx0" brushRef="#br0" timeOffset="3130">2413 104 7681,'-10'15'334,"0"2"1,-2 2 0,1 0 513,0 0 0,3 1 0,0-2 0,1 0-92,3-1 0,1-3 1,4 1-1,2-2-602,3-2 1,4-3 0,2-3 0,2-3-635,1-2 0,-1-2 0,3-3 0,1-3-943,1-3 0,-2-2 0,0-1 1423,1-1 0,0 0 0,1 2 0</inkml:trace>
  <inkml:trace contextRef="#ctx0" brushRef="#br0" timeOffset="3966">71 899 7643,'4'-10'-676,"-1"1"0,-1 2 676,0 1 0,0-1 0,-2 1 91,0 0 0,0 1 541,0 1 0,0 0 0,0-3 159,0 1 1,-2 2 623,0-1-1072,0 1 1,1 3 0,0 5 0,-1 5-35,0 6 0,1 4 0,-1 4 0,-1 4-213,0 1 0,1 0 0,-2 1-143,1 0 0,-2 1 1,1-2-1,-2 1 63,0 2 1,0-1 0,1-2-1,2-4 1,-1-5-153,1-5 1,1-4 0,1-3-128,2-2 1,1-2-1,4-3 80,1 0 0,2-2 0,-1-1 0,3 0-28,1-2 0,1-2 0,0-1 0,2-1-93,0-1 1,0 2 0,-2-3 0,1 0-1,-1-2-670,-1 1 0,-2 1 0,0 0 974,-1 0 0,2-1 0,-1-1 0</inkml:trace>
  <inkml:trace contextRef="#ctx0" brushRef="#br0" timeOffset="4781">59 1143 7643,'3'0'187,"0"0"198,-3 2 1,0 2-1,-1 2-125,-1 1 0,1 2 0,-3 3 0,1 2 9,-1 3 1,1 4 0,-2 3 0,0 1-78,0 0 1,2 3 0,1 0 0,-1 0-319,1 0 0,-2-2 1,1 0-1,0-2-128,0-2 0,1-4-56,2-3 0,0-7 0,0-6 310,0-5 0,0-9 0,0-1 0</inkml:trace>
  <inkml:trace contextRef="#ctx0" brushRef="#br0" timeOffset="5030">46 1329 7732,'-4'-1'0,"1"-1"795,1 0 1,0 0-235,-2 2 0,3 3 1,1 1-305,4 2 0,5 3 1,3-1-1,3 1-154,1 0 1,2-1 0,1 2 0,1 0-154,1 0 1,-3-2 0,0 0 0,0-1-914,-2 0 0,-2-4 0,0-1 0,-1-1-1143,-3-1 2106,-5 0 0,4-6 0,-6-1 0</inkml:trace>
  <inkml:trace contextRef="#ctx0" brushRef="#br0" timeOffset="5364">354 1290 9342,'3'4'230,"1"-2"0,-1-1 1,2-1-62,3 0 1,-1-3 0,3-2-1,0-3 1,0-4-25,1-2 1,-2 0-1,0-3 1,-3-1-208,-2-1 0,-1 3 0,-3 1 0,-3 2-62,-1 0 1,-5 6 0,-3 2 0,-3 5 396,-2 5 0,3 2 0,0 6 0,2 2 107,1 2 1,3 3 0,0 2-164,3 2 1,3 2 0,2-4 0,2 0 0,3 0 65,3-1 0,3-2 0,3-2-526,1-2 0,2-4 1,-1-4-1,0-2 1,2-2-840,1-3 0,-2-3 1,-1-4-1,1-3 1082,-1-2 0,-2-4 0,2 0 0</inkml:trace>
  <inkml:trace contextRef="#ctx0" brushRef="#br0" timeOffset="5513">559 1239 8320,'-6'7'305,"2"1"1,-1 0 0,3 2 0,0 0 35,2-3 0,0 1 0,0-2 0,0 0-340,3 1 1,2-2-1,5 0 1,-1-3-691,0-1 0,2-1 1,0-1-1,1-1 689,1-3 0,0 0 0,0-2 0</inkml:trace>
  <inkml:trace contextRef="#ctx0" brushRef="#br0" timeOffset="5679">713 1136 7703,'-7'0'403,"2"2"1,0 1-1,-2 1 518,0 1 0,-1 3 0,2 4 0,0 3-245,-1 7 1,1 4 0,0 8 0,2 1-480,2 3 1,1-3 0,1 3 0,0-3-398,0-1 0,3-4 0,1-3 0,2-3-1005,0-3 1,1-4-1,-1-5 1,1-5 1204,2-4 0,-2-2 0,2-1 0</inkml:trace>
  <inkml:trace contextRef="#ctx0" brushRef="#br0" timeOffset="6264">1104 1155 7073,'-3'3'-74,"-2"-1"654,2 2 1,3-2 0,4 2-238,5-1 1,3-1 0,2-2-1,2 0-88,0 0 1,2-4 0,2-2 0,0-3-264,-2-3 0,-3 0 1,0-5-1,-4-1-95,-3-1 1,-1 0-1,-4 1 1,-3 0-108,-6 1 0,-4 5 1,-5 2-1,-2 3 240,-2 2 1,2 4 0,0 5 0,0 5 50,1 5 0,0 3 0,4 4 1,1 1 213,3 3 1,3 1 0,3 5-1,2 0-449,0 0 1,5-6 0,4 0 0,2-2-526,2-2 1,2-6-1,0-4 1,0-3-1201,1-4 1879,-3-3 0,6-4 0,-3 0 0</inkml:trace>
  <inkml:trace contextRef="#ctx0" brushRef="#br0" timeOffset="6598">1335 1001 7944,'-6'7'472,"1"0"0,1 2 0,0 1 14,0 2 1,1 5 0,1 1 0,0 4-121,1 3 0,0 0 0,1 4 0,0-1-296,0-1 0,1-5 0,0 3 0,2-4 48,1-2 0,-2-9 0,2-3-512,1-2 1,1-9 0,-1-5 0,0-5 38,0-6 0,-1-2 0,2-6 0,1-3-104,-1-2 1,-1 2 0,0 0 398,0 4 1,4-1 0,-2 4 0,0 4 0,0 2 146,-1 6 1,1 6-1,-1 2 55,1 5 0,-2 3 1,0 6-1,-1 2 1,0 5 18,-1 1 1,1 4-1,1 0 1,-2 1-642,0 1 0,2-3 1,-1-1-1,2-2-61,0-2 0,4-4 0,0-3 1,1-2 540,2-3 0,1-8 0,5-4 0</inkml:trace>
  <inkml:trace contextRef="#ctx0" brushRef="#br0" timeOffset="6796">1714 963 7677,'-11'0'362,"0"0"1,0 0 0,-1 1 0,0 2 283,-1 3 1,2 3 0,-3 5-1,2 1 65,1 2 1,2 3-1,0 3 1,2 3-323,3 2 0,3 0 0,2 1 1,2-1-647,3-1 0,1-5 0,4 1 0,1-3-178,2-3 1,0-4-1,1-5 1,-1-3-809,1-3 1,-2-2-1,2-3 1,-1-4 450,-1-5 0,-1-2 0,-1-5 792,-3-1 0,-1-6 0,0 0 0</inkml:trace>
  <inkml:trace contextRef="#ctx0" brushRef="#br0" timeOffset="7030">1790 1053 8865,'0'7'732,"0"1"1,0 4-514,0 2 0,-2 6 1,-1 6-1,1 4-41,-1 3 0,-1-2 0,1 0 0,0-2-81,0-4 1,-1-3-1,2-6 1,0-3 205,1-4 0,1-5 0,0-4-207,0-4 1,0-4 0,1-4 0,1-2-79,3-3 1,0-2 0,2-3 0,0-2 37,1-3 1,2 1 0,1-1-1,0 1-2,0 0 1,-1 6 0,1-3-1,-1 3-4360,0 2 4306,0 2 0,-1 3 0,1 0 0</inkml:trace>
  <inkml:trace contextRef="#ctx0" brushRef="#br0" timeOffset="7179">1976 1117 7659,'0'12'443,"0"-3"1,0 3-1,1-2 122,1-2 1,0-3-1,2-2-362,1 0 0,1-2 0,0-5 1,1-3-941,-1-2 1,1-3 0,1-2 0,0-2-1178,0 0 1914,-1-1 0,3-2 0,0-1 0</inkml:trace>
  <inkml:trace contextRef="#ctx0" brushRef="#br0" timeOffset="7329">2105 976 7659,'-3'9'372,"1"1"0,-1 3 0,-1 0 601,1 2 1,1 0 0,0 2 0,2 1-547,0 3 0,0 5 0,0 3 0,0 1-610,2 3 0,0-5 1,2 3-1,0-4-379,0-4 1,2-8 0,-2-3-1,2-4-772,0-5 1,0-4 0,0-4 1333,-2-3 0,5-5 0,-2-3 0</inkml:trace>
  <inkml:trace contextRef="#ctx0" brushRef="#br0" timeOffset="7713">2227 1034 8839,'-3'4'815,"1"0"0,0 1 0,0 3 0,0 1 56,1 1 1,0 2 0,1 3 0,0 5-433,0 5 0,3 2 1,0 4-1,1 0-611,1 0 0,-1-3 0,2 0 1,-1-3-922,-1-4 0,-2-8 0,2-1-629,-1-2 1,-1-5 0,-2-7 1204,0-6 0,0-4 0,-1-3 0,-1 0 517,-2-2 0,0-1 0,0-3 0,1-3 0,-1-3 0,3 1 0,-1-2 0,1 0 0,1 0 0,0 2 0,1-1 72,1 3 1,4 1 0,3 3 0,1 1 0,2 1 566,2 2 1,0 2-1,3 5 1,-1 2-227,1 3 1,-6 4-1,0 2 11,-3 5 0,-3 2 1,0 5-1,-3 0-111,-2 1 1,0 3-1,0-1 1,-2 1 0,-3 0-664,-3 1 0,1-3 0,-2 3 1,2-3-689,1-2 0,-1-5 1,1-3-394,-1-3 0,2-4 1431,0-3 0,2-7 0,3-3 0</inkml:trace>
  <inkml:trace contextRef="#ctx0" brushRef="#br0" timeOffset="7878">2451 867 8182,'0'7'0,"0"1"0,0 3 1186,0 1 0,0 2 0,0 0 0,0 2-516,0 0 0,0 3 0,0 3 0,0 1-1052,0 2 1,0-2-1,1 1 1,0 0-383,1-4 0,1-1 1,-3-5-1,0-2 764,0-2 0,-3-3 0,-1-1 0</inkml:trace>
  <inkml:trace contextRef="#ctx0" brushRef="#br0" timeOffset="7995">2432 1072 8179,'0'-4'608,"0"-1"-54,0 0 0,2 0 1,1-2-447,0 1 1,2 0 0,1-1 0,1 1-741,-1-1 0,0 2 1,1 0 631,-1 0 0,3-5 0,1 3 0</inkml:trace>
  <inkml:trace contextRef="#ctx0" brushRef="#br0" timeOffset="8145">2624 950 7659,'0'13'739,"0"0"0,0 0 0,0 2 1,-2 0-347,0 2 1,-1-2 0,2 1 0,-1 0-576,0 1 1,1-5 0,1 0-503,0-2 1,1-5 0,1-6-1,0-4-2048,2-5 2732,-3-2 0,5-4 0,-2-1 0</inkml:trace>
  <inkml:trace contextRef="#ctx0" brushRef="#br0" timeOffset="8245">2637 937 7659,'-6'-2'0,"-1"0"0,3-2-1057,0 2 1057,2 0 0,0 2 0,4 0 0,3 0 0,0 0 0,2 0 0</inkml:trace>
  <inkml:trace contextRef="#ctx0" brushRef="#br0" timeOffset="8478">2721 931 7659,'3'11'477,"-1"2"0,-1-1 0,-1 5 1,0-1 380,0 0 1,0-1-1,0 3 1,1-1-350,1-1 1,-1 0 0,3-5 0,2-2-520,2-2 0,0-6 1,2-2-1,0-5-168,0-6 1,-2-4-1,-1-3 1,-1-1-45,-2-1 1,-2 1-1,0-1 1,-1 3-258,-1 0 1,-3 3 0,-1 0 0,-2 1-10,-1 1 1,0 7 0,0 0 0,-2 1-170,1 1 1,1 1 0,1 3-137,-1 0 0,1 1 793,2 1 0,4-1 0,4 4 0,2-1 0</inkml:trace>
  <inkml:trace contextRef="#ctx0" brushRef="#br0" timeOffset="8745">2810 918 7659,'2'9'0,"1"0"715,1 1 1,-1 1-1,2 1 1,-1 1 65,-1 0 0,0 1 1,-2 0-1,1 1-234,0-1 0,-1 2 1,1-2-1,0-1-487,-1-2 0,0-3 1,0 0-172,1-3 1,-2-4-1,3-5 1,-1-4-156,0-4 1,1-4 0,-1-3 0,0-2-209,-1-2 0,1 4 0,0-3 0,2 0 312,2-3 1,0 4 0,1 1 0,0 1 390,1 4 1,0 1-1,2 4 1,0 5 71,0 4 1,-1 5 0,1 7 0,-1 4 72,-1 3 1,-1 2 0,-1 0 0,1 0-598,-1 1 0,-2-5 0,-2 1 1,-1-4-4027,1-2 4249,-1-2 0,-1-5 0,-3-1 0</inkml:trace>
  <inkml:trace contextRef="#ctx0" brushRef="#br0" timeOffset="9163">2958 392 7659,'-4'7'477,"2"-1"150,1 0 1,1 1 0,1-1 0,2 0-327,3-2 1,2 2 0,2-3-7,2 1 0,2 0 0,2-3 0,0 1 0,2 0-66,0-2 0,-1 0 1,0 0-1,-2 0-1486,0-3 0,-2-1 0,-1-4 0,0-1 1257,-2-1 0,-2-1 0,2-1 0</inkml:trace>
  <inkml:trace contextRef="#ctx0" brushRef="#br0" timeOffset="9395">3125 257 9120,'-4'3'215,"2"-2"1,4 1 88,2-1 1,5-2-1,2 0 1,1-1-117,3 0 1,2 1 0,1 2 0,0 2-6,-1 3 0,-3 4 0,1 3 0,-5 4 110,-3 4 0,-4 3 0,-4 8 0,-3 2-100,-5 3 0,-5-2 1,-3 2-1,-2-3-762,0-3 0,2-11 1,1-3-1,2-7-696,2-4 0,3-4 1265,1-6 0,1-3 0,0-6 0</inkml:trace>
  <inkml:trace contextRef="#ctx0" brushRef="#br0" timeOffset="10228">3529 123 7177,'0'-7'-289,"2"3"1,0 0 0,-1-1 766,0-1 1,-1 0 0,0-1 0,0 1 85,0-1 1,0 3-262,0 0 1,1 5 0,0 3 0,1 5-72,0 6 1,1 9 0,0 3 0,-1 5-124,1 5 0,0-3 0,-1 5 0,0-2 1,-1 1 1,0-2 0,-2-1 0,0-4-202,-1-4 1,-3-8 0,1-4 0,0-6 23,-1-4 0,1-4 0,-2-5-57,2-5 1,-2-5-1,2-4 1,-1-2 0,0-5-19,1-2 1,2-1 0,0-2 0,2 1 42,0 1 1,0 1 0,2-2 0,3 0 30,3 2 0,4 1 0,4 1 0,1 3 53,0 3 1,0 7-1,-1 2 1,-1 4 73,-3 4 0,-2 7 1,-4 4-1,-2 5 9,-2 3 0,-2 4 0,-2 2 209,-2 0 1,-2 2 0,0-2 0,-1 0-1,1-2 136,0-1 0,1-3 0,2-1 0,0-2-426,1-2 1,3-1-1,3 1 1,4-2-145,3-2 1,1-1-1,5 3 1,2 0 7,1 0 1,-2-2-1,1 3 1,-3 0-58,-2 2 1,-3 0-1,-3 1 1,-3 1 123,-3 0 0,-3-1 0,-2-1 1,-4 1 779,-3-2 1,-1-3-1,-4-1 1,-1-1-174,-1-3 1,-1-1 0,2-3 0,0 0-786,1 0 0,4-3 0,-2-1 0,4-2-1193,2-1 0,3-2 0,3-2 1,5-4 19,5-2 0,3-1 1433,3-1 0,1-3 0,3-1 0</inkml:trace>
  <inkml:trace contextRef="#ctx0" brushRef="#br0" timeOffset="10494">3933 290 7659,'-1'11'0,"-1"2"447,-2 3 1,0 2 0,0 3-1,-1 2 72,-1 4 1,3 0 0,0 5 0,3 0 201,0-1 0,1-8 1,3-3-1,3-6-517,2-6 1,0-4 0,3-8 0,1-4-408,0-4 1,-3-6 0,2-1 0,-2-5 29,-2-3 0,-2 2 0,-1-2 0,-3 0-28,-1 1 1,-2 4 0,-2 4 0,-3 2 84,-4 1 1,-1 2-1,-1 1 1,-2 2-163,-2 2 1,1 4 0,-1-1 0,0 0-531,2 2 0,2 1 0,3-3 348,2-3 0,3 3 0,6-2 1,5-1-469,3 1 928,2 0 0,4-6 0,0 0 0</inkml:trace>
  <inkml:trace contextRef="#ctx0" brushRef="#br0" timeOffset="10644">4080 65 7659,'7'1'241,"1"3"0,-1 3 265,1 2 1,-4 4-1,2 3 1,0 5 16,0 6 1,0 1 0,0 7 0,-1-1-303,-1 0 1,0-5-1,1 3 1,-1-1-136,1-2 0,-2-2 1,-1-3-1,-1-2-1791,-1-2 0,0-5-941,0-2 2646,0-6 0,-6-10 0,-1-4 0</inkml:trace>
  <inkml:trace contextRef="#ctx0" brushRef="#br0" timeOffset="10778">4080 379 8007,'-3'-8'0,"0"1"310,-1-1 0,1 4 1,3-2-1,0 0 192,0 0 0,3 0 0,2 0 0,1 1-472,3 1 1,-2 0 0,4-2 0,1 1-456,0 1 0,-2 0 1,1-3-1,0 1-2032,2-1 2457,-3 1 0,4-1 0,0 1 0</inkml:trace>
  <inkml:trace contextRef="#ctx0" brushRef="#br0" timeOffset="11061">4279 136 7659,'0'12'298,"0"2"1,0 0-1,0 2 409,0 0 0,0 1 0,0 3 0,0-1-264,0 0 0,1-1 1,0 0-1,1 2-173,0 0 0,-1 0 1,1-2-1,0-1-269,-1-3 0,2-4 0,0 0-355,1-5 0,-2-3 0,1-6 0,1-5-31,-1-2 1,0-6 0,0-1 0,0-3 151,-2 0 0,2 2 0,0 2 0,0 2 337,0 2 1,1 3-1,-1 1 99,0 2 1,2 4-1,0 3 1,0 4 80,0 4 0,-2 3 1,2 4-1,-1 2-807,-1 1 0,0 0 0,-2-2 0,2 0-1359,0-2 1882,-1-3 0,6-2 0,-1-3 0</inkml:trace>
  <inkml:trace contextRef="#ctx0" brushRef="#br0" timeOffset="11593">4850 91 7659,'2'-13'0,"0"1"374,0 1 0,-2 2 0,0 2-20,-2 1 1,-2 2 0,-2 2 0,-1 2 111,1 0 1,-1 3-1,-1 3 1,-1 3-150,1 3 1,1 3 0,2 7 0,0 1-169,3 2 1,1 3 0,1 0-1,1-1-135,1-1 1,2-2 0,3-2-1,1 0-54,0-1 1,2-5 0,-3-3 0,0 0-73,-1-1 1,-2-4-1,0 1 209,-2-2 0,-4-3 0,-2 0 0,-3-2-335,-1 0 1,0-1 0,-3-1 96,0 0 1,-1 0 0,-1 0-1,1 0 1,1 0-913,3 0 0,1-3 1,3-2-1,2-2-1008,1-2 2061,4-2 0,3 1 0,4-3 0</inkml:trace>
  <inkml:trace contextRef="#ctx0" brushRef="#br0" timeOffset="11895">4965 174 7659,'-6'3'612,"-2"1"0,-2 4 1,1 1-100,0 1 0,-1 2 0,3 2 0,-2 2-79,1 0 0,4 1 1,2 1-1,1-2-286,1-1 1,3-5 0,2 2 0,3-2-366,2-2 0,3-4 1,2-1-1,2-3-138,2-3 0,0-3 1,0-5-1,-2-1-55,-2-3 1,-2-3 0,0-2 0,-1-2 171,-1-1 1,-4 2 0,-3-2-1,-2 3 575,0 4 1,-1 3 0,-2 3 127,-1 3 1,0 6 0,-2 6-117,-1 3 0,0 3 0,0 3 0,2 2 1,0 0 115,1 2 1,2-2-1,0 0-1595,0-2 0,2 1 0,1-4 0,0-2 0,3-1 1130,2-1 0,-1-4 0,2 0 0</inkml:trace>
  <inkml:trace contextRef="#ctx0" brushRef="#br0" timeOffset="12362">5184 142 7659,'0'6'1139,"0"2"-533,0 0 1,0 0 0,0 3 0,0 1-81,0 2 0,0 2 0,0 4 0,0 0-270,0 1 0,0-3 0,0 2 1,0 0-163,0-3 1,2-4-1,0-1 1,0-2-301,1-5 1,-2-1 0,3-5 0,-1-1-180,1-2 1,-2-5-1,2-2 1,1-3 101,-2-3 0,3-2 1,-3 0-1,2 0 110,-1-1 1,0 1 0,1 1-1,-1 0 125,1 1 0,-2 4 1,2 2 145,0 3 0,-2 5 1,1 7 203,-1 4 0,-1 6 0,-2 2 0,0 0-13,0 2 0,2 0 0,0 1 1,-1-2 47,0-2 0,0-1 1,0-2-323,1 1 1,3-6-409,0-2 1,-2-7-1,1-4 259,-1-2 1,2-6 0,-1 2 0,2-2 230,0 1 0,0-2 1,1 0-1,-1 0 0,1 2 193,-1 0 1,1 2 0,0 1 0,1 2 936,-3 2-1099,0 2 0,1 9 0,-2 3 0,-2 3-609,-1 3 1,-1 2 0,0 0 0,0-1 0,0 1-1075,0-2 0,0-2 1,0-2 953,0-1 1,1-3 600,1-4 0,4-4 0,4-2 0</inkml:trace>
  <inkml:trace contextRef="#ctx0" brushRef="#br0" timeOffset="12577">5517 270 7659,'13'-3'277,"-1"2"0,-1-3 1,-1-1-1,0-1 1,-2-1-1,-2-2 335,-2-1 1,-1-2 0,-3-1-1,0 0 1,-1 0-90,-1 0 1,-2 3 0,-4 2 0,-1 1-290,-1 0 0,-1 4 0,-1 1 1,1 4-137,0 2 1,0 4 0,0 4-1,2 2 73,2 3 0,5 2 0,0 1 0,1 0-2,1 2 1,1-3 0,2-3 0,3-1-178,4-1 1,4-5-1,2 1 1,0-4-474,2-4 1,1-4-1,0-2 1,0-3-2299,-2-1 1,-2 0 2778,-2 0 0,-6-2 0,-1 0 0</inkml:trace>
  <inkml:trace contextRef="#ctx0" brushRef="#br0" timeOffset="12929">4516 694 7659,'0'-7'266,"0"1"758,0-1 1,1 2-320,1 0 0,2 4 0,2 5-290,-2 5 1,1 5 0,-3 4 0,0 3-290,1 2 1,-2 3 0,1 3 0,-1 2-367,-1 2 0,0-6 0,0 2 1,0-4-1034,0-3 1,2-4-1,1-4 199,0-2 1,1-9 0,3-5 1073,-1-3 0,3-7 0,1-1 0</inkml:trace>
  <inkml:trace contextRef="#ctx0" brushRef="#br0" timeOffset="13364">4722 706 7659,'-7'0'132,"1"3"0,-1-1 0,1 1 0,0 1 0,-1-1 617,-2 2 1,2 2 0,-2 1 0,2 0-122,1 0 0,0 1 1,1 0-1,2-1-381,0 2 1,1-2-1,4 1 1,3 1-398,0 0 1,4-1 0,0 0 0,1-1-312,2-2 1,0-4 0,0 0 0,1-1-497,0-1 1,-2-3-1,0-1 1,-1-1 368,0-1 0,2 1 0,-4-4 0,0 2 588,-1 1 0,-3 0 0,1 1 0,-1 1-75,0-1 1,1 1-1,-1 0 75,2-1 0,1 0 0,-1 0 0,0 1 896,1-1 0,-1-2 0,1 0 0,-1-3-169,1 0 0,-1 0 0,0-3 1,-2 0-431,-2 0 1,-1 0 0,-2 1 0,-1 2-17,-2 1 1,-3 3 0,-1 1-1,-1 3 145,-1 1 1,0 1 0,-1 2-1,1 1-65,1 4 0,0 4 0,3 1 1,0 3-154,2 2 0,1 0 1,3 2-1,0 0-629,0 1 0,3-1 0,1 0 0,2 0-447,3-2 1,-1-2 0,2-3 0,2-4-523,0-3 1,0-5 0,-1-3-1,1-3 385,1-4 1,-2-3 1004,2-2 0,-2-1 0,2-3 0</inkml:trace>
  <inkml:trace contextRef="#ctx0" brushRef="#br0" timeOffset="13746">4985 739 8796,'0'3'2551,"0"1"1,0-3-2503,3 1 0,0 1 0,4-2 0,-1 2-83,0-2 1,4 0 0,0-1 0,2-1-856,1-1 1,0 0-1,0-4 1,0-2-44,0-1 0,-1 0 0,1-1 0,-3-1 894,-1 1 0,-4-1 0,-2 2 0,0 1-37,-1 1 1,-2 4 0,-2 0 0,-1 1 1007,0-1 0,-2 1 1183,-1 2-452,0 0-1432,2 3 1,2-1 0,4 2 20,2 1 0,2-2 0,0 2 0,1 0 2,-1 3 1,1 3 0,-1 4-1,1 3 313,-1 2 1,0 5 0,1 4-1,-1 4 50,-2 2 0,-1 1 0,-3 1 0,-1-2-493,-1-3 1,-2-6 0,-5-2 0,-2-3-529,-4-2 0,1-7 1,-2-2-1,-1-4-512,-2-4 1,0-2 0,-3-3 0,0-3-3620,-1-2 4534,4-3 0,-14 1 0,3-3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8:57.0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18 537 6685,'-7'0'2926,"1"0"-2608,2 0 1,3 0-1,5 0 1,3-1-91,2-1 1,2-2 0,1-1 0,2-1-470,1 0 1,-1 1-1,3-5 1,-1 2-790,0-1 1,-1-2 0,2 0 1029,-2-1 0,0-4 0,-2 0 0</inkml:trace>
  <inkml:trace contextRef="#ctx0" brushRef="#br0" timeOffset="214">185 383 7870,'-7'2'1166,"1"0"-1132,2 0 0,4-2 0,5-3 1,3-1 87,3-2 0,-1 0 0,3 0 0,0 0-160,1 2 1,-2 1 0,-1 3 0,1 1 263,0 1 0,-4 5 0,0 6 0,-3 4 182,-3 3 1,-4 4 0,-3 3-209,-3 1 0,-5 4 0,-4-2 1,-1 0-1,1-2-1150,0-4 1,2-3 0,1-3 0,3-6 949,5-5 0,0-8 0,2 1 0</inkml:trace>
  <inkml:trace contextRef="#ctx0" brushRef="#br0" timeOffset="1016">602 293 7659,'0'-4'1007,"0"0"0,0 3-751,0 1 1,2 6 0,1 7-1,-1 5 7,1 5 0,1 4 1,-1 7-1,-1 3-181,1 3 0,-3-3 0,2 1 0,-1-3-128,-1-1 0,0-6 0,0-3 1,-1-3-281,-1-4 0,1-5 233,-3-6 0,0-5 0,-1-7 1,2-5-1,-1-5-125,0-7 1,3-3 0,-1-5 0,0-4-201,0-4 1,2 1 0,-2 1 312,4 1 1,1-5 0,4 6 0,0 1 0,1 1 34,3 4 1,-1 11 0,1 4 0,-1 7 112,0 4 0,-1 3 0,-5 3 1,-2 5 484,-1 5 0,-1 1 0,-1 3 1,-1 4-152,-2 2 0,0-1 0,-1 4 0,-1-1-253,1-2 0,0 0 0,-1-4 0,2 0-236,2-2 1,1-5 0,2-1-1,2-2-103,3-2 1,3-3 0,4-1 0,1 1-108,1-2 0,1 2 1,3-2-1,-2 0 205,-2 0 0,-2 2 0,-1 0 0,-2 2 288,-3 1 0,-4 4 0,-3 1 0,-1 2 33,-4 1 1,1-1 0,-7 1 0,-1 0 272,-3-2 1,2-1-1,-2-2 1,1-3-493,2-1 0,-1-1 0,3-2 1,1-2-596,2-4 1,4-2-1,0-4 1,3-4-241,3-2 0,1-3 1,4-2-1,3-3 850,1-1 0,-2 1 0,5-6 0,-1 1 0</inkml:trace>
  <inkml:trace contextRef="#ctx0" brushRef="#br0" timeOffset="1246">890 479 7659,'0'15'0,"0"0"0,-2 1 0,0 4 0,0 2 726,2 1 0,0-1 0,0 3 1,0 1-102,0-2 1,3-3 0,1-5 0,2-4-621,3-4 1,-1-4-1,2-5 1,2-4-234,0-6 1,-1-4-1,-1-6 1,-1-2 92,-1-2 1,-2 3 0,-2-3-1,-2 2 10,-1 0 1,-2 4 0,-1 2 0,-3 2-11,-2 2 1,-1 5-1,-3 0 1,0 2-194,-2 2 0,1 3 0,0-1 0,0 0-626,1 0 0,6 1 0,-1-4 954,2-3 0,2 5 0,8-9 0,1 5 0</inkml:trace>
  <inkml:trace contextRef="#ctx0" brushRef="#br0" timeOffset="1413">1070 267 7659,'5'11'323,"0"-1"1,-1 1 185,-1 1 1,1 3-1,-1 6 1,0 1-32,0 3 1,1 1 0,-1 5 0,0 2-210,0 0 1,-1-5-1,-2-1 1,0-2-714,3 0 0,-3-4 0,2 0 0,-1-4-805,-1-4 0,-1-6 0,-1-6 659,-2-2 1,-2-4 0,0-3 589,-1-3 0,-2-1 0,-1-1 0</inkml:trace>
  <inkml:trace contextRef="#ctx0" brushRef="#br0" timeOffset="1546">1038 601 7426,'-5'-6'81,"1"-1"0,2 1 0,-2-1 1,2 0 331,0-1 0,2 0 0,2-2 0,1 0-211,3 0 1,-1 1 0,4-1 0,0 0-388,2-2 0,-1 2 0,1-4 0,0 0-546,1 1 1,1-2 0,-1-4 0,-1 2 730,-3-1 0,0 4 0,1-4 0,1 1 0</inkml:trace>
  <inkml:trace contextRef="#ctx0" brushRef="#br0" timeOffset="1796">1192 280 7659,'0'10'0,"0"-3"0,0 4 0,2 0 227,0 2 1,1 2 0,-1 2-1,1 3 438,1 4 1,1-3 0,-2 5-1,0-1-393,0 0 1,1-2 0,-1-2 0,0-2-160,-1-2 1,3-1 0,0-4-320,0-1 1,2-6-1,-1-7-191,1-6 1,-3-4 0,-1-4 0,1-3 1,0-1 0,-2-2 0,2 2 1,1 0 199,1 4 1,-2 3-1,0 2 1,0 2 586,0 2 0,2 4 1,-3 4-35,1 5 0,1 6 0,-3 5 0,-1 2-386,0 3 1,-1 0-1,0 0 1,0-2-1179,0-2 1,0-6 1205,0 1 0,0-7 0,0 0 0</inkml:trace>
  <inkml:trace contextRef="#ctx0" brushRef="#br0" timeOffset="2348">1692 434 8092,'0'7'0,"0"-1"662,0 0 0,0 1 0,1-1 1,1-2-908,2-2 0,4-4 0,1-2 0,0-3 379,1-1 0,1-4 1,-1-4-1,1-4-199,-1-2 1,-2-2 0,1-1 0,-2 1-161,-1 1 0,-2 5 1,-2 1-1,-2 5 376,-2 4 1,-4 4 0,-3 5 0,-1 5 208,-1 6 1,-2 4-1,1 4 1,1 2-85,0 4 0,5 0 1,-1 3-1,1 0-66,3-2 0,2-3 1,1-2-1,0-1-722,3-3 0,2-3 1,5-3-1,0-3-648,1-4 0,2-3 0,1-4 1160,1-2 0,0-8 0,-2-1 0</inkml:trace>
  <inkml:trace contextRef="#ctx0" brushRef="#br0" timeOffset="3065">1916 293 7659,'-2'12'0,"-1"0"552,0 1 1,-1-1 0,-3 5-1,1 2 128,-1 2 0,3-1 0,1 2 0,-1 0-345,0-2 0,1-1 1,-1 1-1,1-4-276,3-3 0,0-4 0,0-1 0,0-1-336,3-3 0,-1-2 1,3-4-1,3-3-113,-1-3 1,0-2-1,1-3 1,1-2 17,-1-3 1,-1 2 0,-1-1 0,1-1 176,-1 0 0,0 1 1,1 1-1,-1 1 286,1 1 0,-3 4 0,0 0 469,1 2 0,-2 7 0,-1 5-461,-1 5 0,-1 4 1,0 7-1,0-1 0,0 1 64,0 1 1,0-3-1,0 0-907,0-4 1,3-2 0,2-7 0,3 0 0,2-5-25,2-3 1,2-5 0,0-8 767,-2-3 0,4-4 0,-5-4 0,0-1 0,-1-2 0,-2 0 0,-3 3 0,-1 2 0,-2 4-45,0 5 0,-2 3 1,-2 7-1,-3 3 682,0 3 1,-4 2-1,1 5 312,0 2 1,1 1-1,0 3 1,1 0 0,2 2-313,-1 2 0,4 2 0,-2 0 0,1 1-644,0 2 1,0-5 0,2 2-1,2-2-184,0-1 1,4-4 0,-1-2-793,3-2 1,1-4 0,0-3-1,1-3 1,1-5 76,-1-5 0,0-4 0,1-4 1,-3 0 905,0-2 0,-2 0 0,0 2 0,-1 0 0,-1 2 0,-2 5 306,2 0 1,-3 7 259,-1 2 0,-1 6 1,-2 2-1,0 1 0,2 3 189,0 0 1,1 2 0,0 3 0,0 1-440,0 0 0,0 2 0,0 2 1,-1-1-221,-1 1 0,1 0 0,-1 2 0,1-2 6,1-1 1,-2 1-1,0-3 1,0-1 107,-1 0 1,2-6-324,-1-2 0,2-5 0,0-3 1,0-6-179,2-4 0,0-3 0,2-2 68,1-2 1,3-2-1,1-1 1,-2 0-1,1-1-551,1 0 0,-2 4 0,1-1 0,0 1-201,-2 4 1,1 0 0,1 1 974,0 1 0,1 5 0,-3 8 0,1 3 0</inkml:trace>
  <inkml:trace contextRef="#ctx0" brushRef="#br0" timeOffset="3680">2295 338 7659,'0'16'248,"1"-1"1,0-1 34,1-1 1,3-3 0,-1-2 0,2-1 0,1-1-1,-1-1 1,1-1 0,1-2-212,0 0 1,1-2 0,-3-2 0,1-3-698,-1-3 0,3-3 1,-1-3-1,1-2 110,0 0 1,-2-1 0,2-2 0,-2 0 514,-1 2 0,1 1 0,-1 1 100,1 0 0,-4 7 1,-1 6 520,-1 4 0,-4 5 0,-1 1 1,-2 4 290,0 2 1,-1 1 0,1 3 0,0 1-466,-1 1 1,1 0 0,-1 5-1,2 1-512,0 1 0,0-5 1,3-2-1,1-1-660,0-1 0,2-6 0,2-2-266,3-4 1,1-7-1,4-6 1,0-3 477,1-4 1,-1-4-1,-1-2 1,-1-2 512,-1-1 0,0-1 0,-1 0 0,0 2 119,-1 3 1,-1 4 360,1 0 1,-2 8 0,-3 5 0,-1 5 520,-3 5 0,-1 3 0,2 3 0,1 2-489,0 3 1,1-2 0,0 5 0,0 2-487,0-1 0,0-1 1,0 1-1,0 1-324,0 0 0,0-1 1,0 1-1,0-3-678,0-2 0,0-7 1,1-1 178,1-4 1,-1-7-1,1-5 1,-2-6 796,0-5 0,0-3 0,0 0 0,0 0 0,0-1 0,0 1 0,-2 0 0,0-1 0,1-2 0,0 4 0,2-3 0,1 0-120,2-1 1,0-2 0,2 0-1,1 2 96,0 3 1,3 3 0,1 0-1,2 2 473,2 2 1,-4 6 0,1 2 0,-1 3 65,-1 1 0,-4 5 0,-1 4 0,-1 2-4,-3 2 1,-1 3 0,-1 3 0,-3 2-165,-1 2 0,0-1 1,-4 0-1,1 0-338,0-1 0,1-4 0,-2-3-927,2-5 0,3-4 0,2-8 0,1-3-2387,1-4 3305,0-2 0,6-7 0,1-1 0</inkml:trace>
  <inkml:trace contextRef="#ctx0" brushRef="#br0" timeOffset="3829">2718 216 7659,'0'7'599,"0"-1"0,0 1 0,0 2 1,0 1 312,0 2 0,0 5 0,0 1 0,-1 4-730,-1 3 1,2 2-1,-3 5 1,1-2-235,0 0 0,-1-7 0,3-1 0,0-3-2311,-2-6 0,1-2 2363,-1-5 0,-2-2 0,1-1 0</inkml:trace>
  <inkml:trace contextRef="#ctx0" brushRef="#br0" timeOffset="3962">2686 460 7659,'3'-9'568,"-2"1"0,4 0 1,0 1 142,0 0 0,2 0 0,2-1 0,2-1-198,1-1 0,1-1 0,2-1 0,2-1-907,2 0 0,0-1 0,1 0 0,1-1 394,0-2 0,1 3 0,-3-2 0</inkml:trace>
  <inkml:trace contextRef="#ctx0" brushRef="#br0" timeOffset="4699">3148 595 7659,'-1'13'143,"0"1"117,-1-2 0,-3 1 1,0-6-1,0-2 2,-2-1 0,3-3 0,0-6 0,1-4-34,-1-4 0,3-7 1,-1-3-1,1-4-50,1-2 1,0-4-1,0-6 1,1-4-119,4-4 1,2 1 0,6-4 0,1 3-84,3 0 0,0 8 1,5 0-1,0 7-34,2 5 1,-1 8 0,-1 4 0,0 6 78,-4 4 1,-6 8 0,-7 8 0,-1 6 171,-3 3 1,0 4 0,-2 3-1,-1 1 274,-2 2 0,-2-4 0,-2 2-371,-1 2 0,-2 3 1,-1-2-1,-1 1 1,-3 1 53,0-1 0,-1-2 0,-3 0 1,1-4-338,-3-3 1,1-6 0,-1 1 0,0-4-771,1-4 1,3-3 0,2-3 0,1-2 748,3-1 1,2-4 0,6-1 0,2-2 271,1 0 0,2-1 1,2 0-1,3 0 265,4-2 1,3 0 0,1 3 0,3 0 68,1-1 1,1 3-1,4 0 1,-1 1 201,1-1 0,-1 2 0,1-2-751,1-1 0,0 0 1,-1-1-1,-4 1 1,-1-1-928,-3 1 1,-4 0 0,0-1 0,-3 0 1076,-4-1 0,-3 1 0,-1-1 0</inkml:trace>
  <inkml:trace contextRef="#ctx0" brushRef="#br0" timeOffset="6115">736 947 7623,'0'-3'715,"0"1"0,0 4 1,1 6-321,1 4 1,2 8-1,5 7 1,2 7-112,1 3 0,3 4 1,0 1-112,-1-2 0,-1-3 0,0-8 1,-3-5 122,-4-6-558,0-2 1,-6-15-1,0 0 1,-3-4-67,-3-1 0,-1 0 0,-2 0 0,-2 2 165,-3 1 1,0 1 0,-1 0 0,0 0 306,0 0 0,-1 3 1,2 2-1,-1 3 159,0 2 0,7 5 0,1 2 0,2 0-45,2 0 0,1-2 0,4 1 1,3-3-42,3-3 1,0-2 0,2-2 0,2 0-364,0-2 1,1-1-1,-1-3 1,2-1-920,1-1 0,-3-4 0,2-5 0,1-2 451,1-2 1,-2-2-1,1-3 1,-1-3 419,-1 1 1,-3 2 0,1 0 0,0-1 193,1 1 0,-3 3 0,-2 3 0,0 2 54,-2 4 1,0 1-1,1 1 273,0 2 0,1 1 1,-1 3-33,1 0 1,0-1 0,1 0 0,0-2 513,0-1 0,-1-1 0,-1-2-607,-2-2 0,1 0 1,-3 2-1,0-1 1,-2 0 130,0 0 1,-3 1-1,-1 1-51,-1 2 0,-3-1 0,0 3 1,-2 0-1,-1 2 86,0 3 1,3 1-1,-2 4 1,0 4-164,0 2 0,4 0 0,0 3 0,1 1-186,1 1 1,1 1 0,3 0 0,0 2-408,0-2 1,3-2 0,2-1 0,3-2-528,3-3 0,2-3 1,1-5-1,2-2 299,0-4 0,2-3 0,2-5 0,3-6 236,-1-4 1,0-1 0,1-4 0,-1 0 379,-2 1 0,-3 3 0,-2 0 0,-4 2 0,-2 0 0,-5 4 0,-3-2 0,-2 5 0,-5 6 0,-5 4 0,-1 2 413,-1 5 1,0 0 0,1 5 0,1-1 796,0 1 1,0 3-1,0 2 1,1 0-540,1 1 0,6-2 1,-3 3-1,2-1-439,3 0 0,1-1 0,2 2 0,3-2-232,3 0 1,2-4 0,3-2-1,0-2-833,2-3 1,-1-3 0,3-4-1,-1-4-800,1-3 1,-2-3 0,0-3 0,0-2 1632,0-2 0,-3 1 0,2-1 0,-2 1 0,-1 2 0,-6 3 0,2-1 0,-2 2 0,-2 2 0,0 2-206,-3 3 0,0 5 1,-2 4-1,-1 4 1063,0 3 1,1 1 0,-2 1 0,0 2-303,1-1 1,1 1-1,-2-1 1,1 0-353,-1-1 0,2 2 0,-2 0 1,1 1-58,-1-1 0,2 0 0,-2-1 0,1-1 29,-1-1 1,3-2-124,-1-3 1,-1-3 0,1-3 0,1-4-220,3-4 0,1-3 0,3-4 1,1-2 134,-1-1 0,1 1 1,1 0-507,-2 2 0,4-3 0,-4 3 0,2-1 1,-1 0-447,2-1 0,-3 4 0,1-1 0,1 0 984,-1 0 0,1 2 0,-2 1 0,0 2 0,1 2 0,-1 4 0,1 0 0</inkml:trace>
  <inkml:trace contextRef="#ctx0" brushRef="#br0" timeOffset="6379">1455 1121 7623,'0'7'274,"2"1"1,0 2-1,-1 1 90,0 0 1,0-4-1,0 2 1,2-2-249,1-1 0,0-1 0,2-2 0,1 0-299,-1-1 0,1-2 0,2-3 1,1-2 117,0-2 0,2-3 1,-2-3-1,1-1-677,-1-1 1,-1 1 0,1-2 0,-2 0 741,-2 2 0,0 1 0,-4 2 0,-1 3 179,0 1 1,-2 3-1,0 3 362,-1 5 1,-4 1-1,1 6 1,-2 0 91,-1 1 0,4 4 1,-2 0-1,0 2-417,1 1 1,0-1 0,2 3-1,0-1-331,2 0 0,0-3 0,1-1-402,0 0 1,3-4 0,2-4-1,2-1 1,2-3-555,1-2 1,-1-7 0,1-3 1070,2-4 0,0-6 0,1-2 0</inkml:trace>
  <inkml:trace contextRef="#ctx0" brushRef="#br0" timeOffset="6764">1698 1114 7608,'1'-6'386,"1"2"0,-1 2 0,1 5 228,-1 3 0,-1 2 1,-1 4-1,0 2-46,-2 2 0,1 0 0,2 2 0,0 3-136,0 1 1,0 0 0,0 3-1,0 2-501,0 2 1,0-2-1,0 0 1,0-2-578,0-2 1,0-7 0,0-2 0,0-3-595,0-3 0,1-5 0,0-3 807,2-6 1,-1-3 0,-2-5-1,0-1 1,0-3 359,0-2 0,-2-1 0,-1-2 0,0-2 64,0-3 1,-1 6 0,1-3 0,0 1 400,0 1 1,1 1-1,2 0 1,0 1-1,0 2 0,4 4 0,1 0 1,4 2 71,1 0 1,3 2-1,2 1-299,-1 1 0,4 1 0,-1 1 0,-1 1 1,-2 2 108,-1 2 0,-3 3 0,-3 2 1,-2 5 73,-2 4 1,-3 0 0,0 5-1,0 1-173,-3 3 1,0-1 0,-4 1 0,1-3-434,0-1 0,-1-3 0,1 1 1,-1-5-837,1-3 1,2-4 233,2-5 1,2-6 0,0-4 0,2-5 0,3-2 859,0-2 0,2 1 0,2-8 0,1 1 0</inkml:trace>
  <inkml:trace contextRef="#ctx0" brushRef="#br0" timeOffset="6920">1904 947 9831,'0'7'0,"2"2"781,0 2 1,0 4 0,-2 5 0,0 2 0,0 4-531,0 2 0,0-1 1,0 2-1,0 0-626,0-2 0,0-5 1,0-3-1,0-1-1286,0-2 0,0-6 0,0 0-641,0-2 2302,-3-4 0,0-4 0,-4-4 0</inkml:trace>
  <inkml:trace contextRef="#ctx0" brushRef="#br0" timeOffset="7045">1859 1236 7623,'-4'-6'445,"2"-1"1,1 1 279,1-1 0,1 2 0,2 0 0,3-1-42,1-1 0,5 1 0,-2-3 1,3 0-699,2 1 1,0-2 0,2 2-1,0-3-553,-1-1 0,2-1 0,-3 0 0,0 0 568,1-2 0,0 1 0,3-1 0</inkml:trace>
  <inkml:trace contextRef="#ctx0" brushRef="#br0" timeOffset="7731">2391 992 7597,'-4'-3'560,"0"1"-129,-1 1 1,2 4 0,0 2 0,1 2-136,0 4 1,-1 6 0,3 3 0,0 6-68,0 2 0,3 0 0,2 1 0,1-3-210,3-3 1,0-7 0,4-4 0,0-3-334,0-3 0,0-3 0,-1-4 27,-1-3 1,2-4 0,-1-7 0,-1-3-1,0-3-182,-1-2 0,0-4 0,-2-1 0,1-3 329,-1 1 0,-3 5 0,-2 2 0,0 7 379,-2 5 0,0 7 0,-1 5 0,0 5 121,0 4 0,0 5 0,0 4 1,0 2-177,0 2 1,0-4-1,0 1 1,1-1-324,1-1 0,1-5 0,3-1 0,0-3-658,0-3 0,-1-2 1,5-5-1,-1-1 797,2-2 0,1-8 0,0-3 0,1-3 0,3-7 0,0-1 0</inkml:trace>
  <inkml:trace contextRef="#ctx0" brushRef="#br0" timeOffset="7911">2737 896 7155,'-5'1'789,"0"2"-284,3 3 1,2 3-1,0 5 1,0 1-1,3 3 1,3 2 0,2 2-111,0 3 0,1 0 0,-1 2 0,0 0-291,-1-2 0,-2-2 0,-2-1 1,0-3-142,-2 1 1,-1-6-1,-2-2 1,-2-1-429,-2-1 1,-1-2 0,-1-1 0,0-2 307,0-2 1,0-3 0,1-3-1,0-1-171,1-2 1,3-1 327,-1-1 0,3-2 0,-2-3 0</inkml:trace>
  <inkml:trace contextRef="#ctx0" brushRef="#br0" timeOffset="8162">2859 1108 7597,'11'-7'0,"-1"1"166,-1-1 1,0 0-1,-3-1 1,1-3 187,-1-1 1,-2-2-1,-2 0 1,-2-2 25,0 0 1,0 2 0,0 0 0,-2 1-95,0 3 0,-3 4 1,0 0-1,-2 3 130,-1 1 1,-2 2 0,3 0 0,-1 3 56,0 1 0,3 4 1,-4 3-337,2 1 1,1 4 0,0 2-1,2 2 1,1 1-245,0 0 1,2 1-1,-1 1-8,1-3 1,4 2 0,0-6 0,2 0 0,3-3-1168,1-1 1,3-7 0,3-1-1,2-4-489,1-4 0,2-4 1771,2-4 0,-3-4 0,4 0 0</inkml:trace>
  <inkml:trace contextRef="#ctx0" brushRef="#br0" timeOffset="8462">3097 934 7597,'-7'0'1308,"1"1"-796,-1 1 1,1-1 0,0 1 0,-1 0-70,1 0 0,-1-2 1,1 3-1,-1 0-180,1 1 1,2 0-1,0 0 1,1 2-202,2 2 1,0 2 0,1 3 0,1 0-52,1 2 0,4-1 1,3 3-1,1-1-176,1 1 1,-1-2 0,0 0 0,0 0 52,0-1 1,-3-1 0,1 2 0,-4-2 224,-1 0 0,-1 0 0,-3 0 1,-1-1 161,-2-2 0,-3 2 0,-1-4 0,-3-1-436,-1-2 1,1 0 0,1-2 0,-2-2-914,0 0 0,-1-2 0,1-1 0,1-3-1365,0-3 2439,3 1 0,-4-8 0,2 1 0</inkml:trace>
  <inkml:trace contextRef="#ctx0" brushRef="#br0" timeOffset="9095">3481 864 7597,'4'6'141,"-2"1"60,-1-1 0,-1 3 0,1 3 0,1 3 0,1 5 373,1 5 1,2 5 0,-2 5 0,2 2-187,0 3 0,0-6 1,1-1-1,-2-9-335,0-6 0,-2-9 1,-1-6 96,0-3 0,0-5 0,-2-3 0,-1-3-90,-1-1 1,-1 1 0,-5 1-670,0-2 1,-1 3-1,-3 0 1,2 1-1,-3 1 516,-1 4 1,3 2 0,-2 1 0,2 3 396,1 3 0,0 4 1,2 5-1,2 3 35,3 0 1,1-1-1,2 0 1,1-1-347,1 0 1,4-4-1,3-2 1,1-2-681,1-4 0,2-1 0,1-3 0,2-2-413,0-2 1,0-3 0,2-7 1099,0-1 0,5-1 0,-3-3 0</inkml:trace>
  <inkml:trace contextRef="#ctx0" brushRef="#br0" timeOffset="9229">3680 1114 7597,'-2'18'326,"-1"1"0,0 0 1,0 1-3,-1-1 0,1-6 0,-1 3 0,1-3-733,0-4 1,2-1-435,-1-2 0,3-7 1,2-4 842,1-4 0,3-7 0,3-4 0</inkml:trace>
  <inkml:trace contextRef="#ctx0" brushRef="#br0" timeOffset="9344">3712 979 7597,'0'-6'738,"0"0"132,-2 2 0,1 0-1338,-1 2 363,-2 2 1,6-3-1,0 3 1,3 0-732,2 0 1,2 0-1,2 0 836,1 0 0,4 0 0,0 0 0</inkml:trace>
  <inkml:trace contextRef="#ctx0" brushRef="#br0" timeOffset="9511">3879 890 7735,'-6'6'0,"-1"1"435,1 2 1,-1-1 0,1 4 0,-1 3 295,-2 3 0,4 1 0,-1 6 1,1 3-330,1 3 0,-1-3 0,3 1 0,1-1-566,0-3 0,1-3 0,0-3 0,0-2-962,0-3 0,0-5-663,0 2 0,-1-6 1789,-1-1 0,-4-2 0,-4-2 0</inkml:trace>
  <inkml:trace contextRef="#ctx0" brushRef="#br0" timeOffset="10164">3732 1223 10030,'3'-4'202,"4"0"1,0 1-1,3-1 1,2-2-438,0-1 1,4-3 0,1-3 0,2-1-352,2-1 1,-1-3-1,2-4 1,-2-1 203,-1-1 1,-4 3 0,-2 0 0,0 1 381,-4 3 0,-4 2 0,-3 5 56,-1 1 1,-4 3-1,-2 4 1,0 1 448,-2 1 0,1 1 0,0 1 1,-1 3 302,1 0 0,1 2 0,2 2 0,-1 3-414,1 5 1,1 0 0,0 6 0,1 1-193,1 1 0,0-3 1,0 5-1,0 1-524,0-2 0,0-2 1,1-2-1,1-1-1355,0-3 0,0-3 947,-2 0 0,0-7 1,-1-6-1,0-6 730,-1-4 0,-3 0 0,1-2-5,0-2 1,-1 0 0,1-1 0,1 1 0,0 2 77,0 1 0,2 2 0,-2 0 1,1 1 532,0 0 0,0-1 0,2 1 1,0-1-111,0 1 1,3 0-1,1 0 1,2 1 39,0 1 1,1 1 0,2-1-470,2-1 1,1 0-1,1 0 1,-1 2 0,0 0-303,1 1 0,-4 2 0,4 0 0,-2 0-57,-1 0 0,0 0 1,-3-1-1,0 0-316,-1-2 0,-3 1 1,0-1-1,0-1 235,-1-2 1,-2 0 0,0 0 649,-2-1 1,-1 1-1,-2-1 1,0 1 0,-2 0 367,-1 2 0,0 1 0,2 3 0,-1 0-226,1 0 1,-3 1-1,1 1 1,2 3 134,1 3 0,1 2 0,0 3 0,1-1-248,0 1 1,3 1 0,-2 0 0,3 1-326,1-1 0,3 1 1,-1-2-1,3 1-138,1-2 1,0-4-1,2 1 1,0-3-1578,0-1 1,1-3-1,2-2 1,-1-2 1046,1-3 0,0-4 1,-1-3-1,0-3 687,-2-1 0,-2 1 0,4-6 0,-2 1 0</inkml:trace>
  <inkml:trace contextRef="#ctx0" brushRef="#br0" timeOffset="10645">4174 1056 7317,'-4'0'1041,"0"0"0,0 1 0,-1 1 0,2 2-517,0 2 1,1 1 0,2 1 0,-1 2-232,-1 2 1,1 0 0,-1 3-1,1 0-258,1 0 1,0 1 0,0-3 0,0 1 171,0-2 0,0-1 0,0 0-125,0-3 1,0-4-170,0-4 1,3-3-1,1-4 1,0-2-123,0-2 0,0-1 0,3-1 0,-1-1-739,1-1 1,-1-1-1,0 2 1,1-1 97,-1 0 1,1 2-1,-2 0 518,0 0 1,0 0-1,0 1 1,0 2-1,0 1 332,-1 2 0,-3 4 0,2 3 0,-1 4-10,0 1 1,1 5 0,-3 0 0,0 0 528,2 1 0,-1-3 0,2 2 0,0 0-125,1-2 0,0-1 0,0-2 1,0 0 392,0 0 0,2-4 1,-2 1-590,1-1 0,1-5 1,-1-1-1,-1-4-95,-1-1 1,-1-1-1,-3-1 1,-1-1 150,-2 0 0,-3 1 0,-1 1 1,-1 2 91,-1 0 1,2 4 0,-2 1-77,0 3 0,0 2 1,1 3-1,1 6-202,1 3 1,1 6 0,2 6 0,2 0 0,1 2-480,1-2 0,1-2 0,2 0 0,3-3-486,4-2 0,1-7 0,1 0 0,2-4 203,2-3 0,-1-1 0,1-4 1,1-3 693,-1-2 0,-2-5 0,2 1 0</inkml:trace>
  <inkml:trace contextRef="#ctx0" brushRef="#br0" timeOffset="10961">4412 1069 7597,'-5'2'0,"1"1"0,0 1 1035,0 1 0,-2 3 0,3 1 1,-1 1-30,-1 1 1,2 1-1,-2 2-797,3 1 0,-1-2 0,1 2 0,1-1 0,0-1-43,1 0 0,0-1 0,0-2 1,1-2-430,1-3 1,2-2 0,2-4-452,0-1 1,1-2-1,-1-5 1,1-4 282,2-4 0,-2-1 1,2-1-1,-2 2 436,-1-1 1,-1 3-1,1-2 1,1 0 6,0 1 0,0 2 1,0 5-1,-1 2 840,0 3 0,-1 3 0,-2 2 0,1 2-228,-1 3 0,-1 6 0,0 5 0,-1 2-757,-1 0 0,0-2 0,0-1 0,0 0-1477,0-2 0,0 0 1318,0-1 1,3-6 0,1-4 0,2-6 291,3-6 0,-2-8 0,2-3 0</inkml:trace>
  <inkml:trace contextRef="#ctx0" brushRef="#br0" timeOffset="11110">4655 902 7597,'0'7'0,"-2"-1"0,0 1 285,1-1 1,-2 3 0,1 2 0,-1 1 1484,1 1 1,0 3 0,-1 3 0,0 3-1512,1 3 0,2 0 0,0 3 1,0-1-643,0-2 1,0-5-1,0 0 1,-1-1-1695,-1-3 1,1-5 0,-2-3 2076,0-3 0,-3 0 0,-4-1 0</inkml:trace>
  <inkml:trace contextRef="#ctx0" brushRef="#br0" timeOffset="11244">4565 1165 8016,'3'-6'764,"-1"0"1,3 1-1,-2 1 1,2 0-130,2 0 0,-2-1 1,3 2-1,0 0-250,1 1 0,1-3 0,2 0 0,1 0-397,0-2 1,0-1 0,0-2 11,0-2 0,-1-3 0,1 3 0</inkml:trace>
  <inkml:trace contextRef="#ctx0" brushRef="#br0" timeOffset="11795">5047 864 7426,'2'-4'517,"-1"-1"1,3 2 132,-2-1 0,-1 4 0,3 5 0,-1 2 52,-2 4 1,0 4 0,-1 3-409,0 3 0,0 4 1,0 6-1,-1 2 1,-1 4-214,-2 3 0,-3-3 0,-1 0 0,0-4-1207,0-6 1,1-4-39,0-6 1,4-8-1,1-7 1,5-8-836,3-6 1999,3-1 0,4-8 0,0 1 0</inkml:trace>
  <inkml:trace contextRef="#ctx0" brushRef="#br0" timeOffset="12026">5239 877 7597,'-9'6'165,"1"1"0,-2-1 1,-1 1 452,-1 2 1,1-1 0,-4 2 0,1-1-104,1 1 0,3-1 0,0 2 0,0 0-190,3 1 1,2 1 0,1 0 0,1 0-126,2 0 0,3-3 0,3 0 1,2-1-159,2-1 1,2-1 0,-1-1 0,1-2-508,-1-1 1,0-3 0,2 0-1,-2 0-699,2-3 1,-2 0 0,0-4-1,0-1 444,0-1 0,-2 0 1,0 1 719,-1 0 0,0-4 0,-1 2 0</inkml:trace>
  <inkml:trace contextRef="#ctx0" brushRef="#br0" timeOffset="12310">5297 986 7597,'6'3'48,"1"0"0,-3-2 0,0 0 0,1 1 350,1 0 1,-2-1-1,0-2 1,1-1-30,1-2 0,-2-2 1,1-1-1,-1 0-231,-1-1 1,2-1 0,-2-2 0,-2-2-155,0-1 1,-1 2 0,0-2 0,-1 2 211,-1 1 0,-5 3 1,-3 1-1,0 1 155,-1 2 0,0 2 0,-1 0 0,-1 3-53,0 3 1,2 1 0,1 6 0,1 1 51,1 2 0,2 1 0,1 4 0,1 1-234,1 2 0,1 2 0,2 1 0,1 1-387,1 0 0,2-3 0,4-1 0,1-2-467,1-3 0,1-6 0,2-3 0,0-3-13,0-3 0,0-5 0,1-5 0,1-6-2565,0-4 3316,1 1 0,0-11 0,4 1 0</inkml:trace>
  <inkml:trace contextRef="#ctx0" brushRef="#br0" timeOffset="12626">5451 922 7597,'-5'2'-159,"1"0"1,2 3 0,-2-2-1,-1 2 1770,2-1 0,-1-2 1,3 2-1021,-1 1 0,0 1 1,2 1-874,0-1 0,2-2 0,3-2 0,1-2 43,3 0 1,-2 0 0,3 0 0,0 0-193,0-2 0,1-2 0,2-2 0,0-1 68,0 1 0,-1 0 1,1 1-1,-3 1 370,-1 2 0,-2-3 0,-1 3 0,1 2 549,-1 1 1,-2 5 0,-2 5-1,-1 3 449,-1 3 0,0 0 0,-1 7 0,-1 0-326,-3 1 1,0 1 0,-2-1-1,-2-1-123,-2 0 1,1-4 0,0 1 0,-2-3-795,-3 0 1,1-4-1,-2 0 1,-1-3-740,1-2 1,2-3-1,-1-1 1,4-3-480,2-1 0,5-4 1,2-2-1,2-3 1456,2-3 0,5-1 0,3-1 0</inkml:trace>
  <inkml:trace contextRef="#ctx0" brushRef="#br0" timeOffset="12733">5662 1153 7597,'12'-4'0,"-1"2"546,-2 1 1,-4 1 2837,-1 0 1,-3 1-3965,1 1 0,-2-1 580,-2 1 0,-4 1 0,-4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7:58:51.7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33 147 7659,'0'-4'0,"-1"0"-15,-1 2 0,1-1 1117,-1 1-398,1 1-458,1-2 1,0 8 0,0 1-81,0 2 0,0 2 0,0 3 1,0 4-24,0 1 1,0 5-1,0 2 1,0 5-13,0 4 0,-2 2 1,0 3-1,1 1 22,0 0 1,0-2 0,0 2-1,-2-2-4,-1-2 0,2-7 0,-1-3 0,0-5-543,2-7 0,0-8 162,1-8 0,0-5 1,1-8-1,1-3 215,2-5 0,-1-2 0,1-7 1,0 0 86,-1-1 0,-1-1 0,2 2 1,-1-1-86,1 1 0,-2 3 0,2-4 0,-1-2-15,1 1 1,0 2 0,3 4 0,-1 1 77,0 5 1,0 4 0,-1 4-36,-1 5 1,1 6 0,1 7 62,0 2 0,-1 3 1,-1 2-1,1 2 176,1 2 1,2 2-1,1 4 1,-1 4-27,2 4 0,-3 0 0,1 4 0,-1 2-433,0 0 0,-2-6 1,0 0-1,-2-1-128,-1-2 1,-1-2-1,1-4 1,-2-2-169,-2-3 0,1-4 0,-4-3 0,0-3-2567,-3-3 3070,1-1 0,-8-1 0,1 0 0</inkml:trace>
  <inkml:trace contextRef="#ctx0" brushRef="#br0" timeOffset="147">52 513 10893,'7'-4'881,"0"-1"0,1 0-1044,3 0 1,2-2-1,4 0 1,3-1 162,2-3 0,-1 2 0,1-1 0</inkml:trace>
  <inkml:trace contextRef="#ctx0" brushRef="#br0" timeOffset="1150">546 224 7659,'-3'-6'-17,"0"-1"0,-4 1 13,1 0 1,-1-1-1,0 1 1,-1-1-1,-1 2 829,-1 0 0,2 3 0,-2 2 0,0 0-371,2 2 1,1 3-1,2 6 1,0 5-341,3 4 1,3 4-1,3 4 1,3 1-35,2-1 0,2-2 1,2 1-1,1-3-198,1-2 1,1-7 0,-2-3 0,1-2-171,0-2 0,-4-1 0,-2-1 0,-2 1 302,-3-1 0,-3 0 0,-1 1 0,-3 0 25,-1 2 0,-4-2 1,-3 1-1,-2-1 117,-2 0 0,1-3 0,-3 0 0,1-2-488,0 0 1,1-1 0,0-1 0,2-1-515,0-1 1,5-2 0,3-4 0,1-2-1028,3-2 1873,0 0 0,1-4 0,0 4 0</inkml:trace>
  <inkml:trace contextRef="#ctx0" brushRef="#br0" timeOffset="1381">649 340 8193,'-7'6'1798,"3"-2"0,0-1-1434,2-1 1,-1 0-1,4 2 1,1 1-227,3 1 1,3-2 0,2 0-1,1-1-706,-1 1 1,1-3 0,2 1 0,0-1-423,2-1 0,-3-1 0,1-1 0,-1-3 990,0-3 0,-2 1 0,2-5 0,-2 2 0</inkml:trace>
  <inkml:trace contextRef="#ctx0" brushRef="#br0" timeOffset="1530">822 244 8058,'-6'10'0,"0"1"735,0 0 1,3 1-1,-3 2 1,0 1-61,0 2 0,0 3 0,0 3 0,1 2-284,1 2 1,0 2 0,0 0 0,2 0-584,1 1 0,1-7 0,0 5 0,1-3-575,1-2 1,1-4 0,2-5 0,-1-3-1443,1-5 2209,1-2 0,3-7 0,1 0 0</inkml:trace>
  <inkml:trace contextRef="#ctx0" brushRef="#br0" timeOffset="2299">899 308 7694,'0'-7'0,"-1"1"0,0-1 184,-2 1 0,1 0 99,2-1 0,1 4 172,1 0 0,1 6 0,2 4 0,0 6-87,2 3 1,0 3 0,1 2-175,-1 0 0,0 6 0,0-1 1,0 2-1,0 1 44,-1 0 0,-1-3 1,0 0-229,0-1 0,-2-3 0,-1-8-334,0-8 1,0-6 0,-2-12 0,0-5 78,0-5 1,1-4 0,0-1 0,1-1-33,0-2 1,1 5 0,-1-1 0,1 2 41,0 2 0,1 3 0,-1 1 0,1 4 322,1 5 0,-2 5 146,2 2 1,-2 7 0,2 3 0,-1 4 32,-1 3 1,1-1 0,-2 3 0,0-1-60,1 1 0,-2-3 0,3 1 0,-1-2-215,-2-3 1,2 0-303,-1-4 0,3-6 1,-3-5-1,-1-6 84,0-6 1,1-4-1,0-2 1,0 0 160,1-1 1,1 5 0,1 2 0,0 2 263,0 5 1,1 5-1,3 3 1,-1 3 215,1 3 0,-1 6 1,2 5-1,0 2-405,0 0 1,-1 0-1,1-1 1,0 0-108,0-2 1,-3-1-1,2-2 97,-2-3 0,2-3 0,1-3 0</inkml:trace>
  <inkml:trace contextRef="#ctx0" brushRef="#br0" timeOffset="3183">1309 167 7659,'2'-9'0,"1"0"0,-2 2 0,2 2 595,-1 0 1,0 5-112,-2 0 1,0 3 0,0 6 0,1 2-158,1 3 0,-1 4 1,2 2-1,-1 3-173,0 2 0,2-3 1,-1 4-1,0-1-111,0 0 1,2-2-1,-2-1 1,1-2-55,1-3 1,-3-6-271,2-3 0,0-6 0,0-6 1,-1-4-55,0-5 0,-3-7 0,3-1 180,0-4 1,-2-2 0,2-2 0,-1 1 0,1 1-72,0 2 1,-1 4-1,2 0 214,-1 3 0,2 3 109,-1 5 1,1 9 0,-1 7 105,-2 5 0,1 6 0,0 2 0,0 3 0,0 2-24,-2 2 1,2-4 0,-1 3-1,0-2-48,1-3 0,-2-2 0,2-3 0,-1-3-130,0-4 1,1-3-1,-2-1-245,1-4 1,1-6 0,-1-6 0,1-2 37,0-3 0,-1-4 0,2-3 1,-1-1 1,-2 0 1,2-1-1,0 1 164,0 1 0,1 4 1,1 3 266,-1 2 1,1 7 0,0 0-98,0 7 1,-3 4 0,-2 5-1,0 2-489,0 2 0,0 0 0,0 5 0,0 1-2,0 1 0,0 0 0,0-1 1,0-2 14,0-1 346,0-6 0,6 3 0,1-5 0</inkml:trace>
  <inkml:trace contextRef="#ctx0" brushRef="#br0" timeOffset="3447">1668 250 7605,'9'1'0,"0"0"48,1 1 1,-1 0 0,1-2 0,-1-3 299,-1-1 0,-1-2 0,-1-3 0,-1-1-31,-1-3 1,-3 1-1,2-1 1,-3-1-103,-3-1 0,0 2 1,-4-2-1,0 4 57,-1 3 0,-2 1 1,-3 3-1,0 2 94,0 1 0,0 2 0,1 1 1,-1 3-19,0 3 0,3 2 1,1 5-1,2 0-167,1 2 1,2 1 0,2 3 0,1 2-246,1 2 1,3-1-1,2-1 1,1-1-360,3-2 1,1 0 0,5-5 0,0-4-1045,2-6 1,-2-5 0,4-5-1,1-6 1467,0-4 0,-3-10 0,-1-1 0</inkml:trace>
  <inkml:trace contextRef="#ctx0" brushRef="#br0" timeOffset="3597">1854 38 7659,'-2'11'776,"0"0"1,-2-2 0,2 4 0,0 2-343,-1 3 0,2 3 0,-1 2 1,1 3-666,1 3 0,0 1 0,0 0 0,0-1-434,0-4 0,0-5 0,1-3 1,0-2-2066,2-3 2730,-1-6 0,-2 0 0,0-6 0</inkml:trace>
  <inkml:trace contextRef="#ctx0" brushRef="#br0" timeOffset="3982">1810 256 7659,'2'-10'0,"0"2"0,0 1 338,1 0 1,-2 0 0,3-1 0,-1 0-100,1 0 0,0-1 0,3 0 0,-1 1-488,0 1 0,2 0 0,-1-1 1,3-1 358,0-1 0,-2 4 1,2-2-1,0 0-94,0 1 1,-2 0 0,1 2 0,-2 2-841,-1 0 1,1 1-1,-1 2 799,0 0 1,0 3-1,-1 4 1,-1 3 654,-2 2 0,1 1 0,-1-1 0,1 2-110,0 1 0,-1 1 1,2 4-1,-1 0-188,-2 1 1,0 0 0,-1 2-1,0 1-134,0-2 1,0 1 0,0-3 0,-1 0 87,-1-1 1,1-7 0,-2-2-74,1-4 1,0-4-1,-1-4 1,0-3-94,1-3 1,2-5 0,0-4-1,-1-2-122,-1-3 0,1-1 1,-1-2-1,1 1-299,1 1 0,1 1 1,0-1-1,2 2-478,1 3 1,0-1 0,2 4 0,-1 1-26,-1 0 1,1 4-1,3 2 804,0 1 0,4 0 0,-2 1 0</inkml:trace>
  <inkml:trace contextRef="#ctx0" brushRef="#br0" timeOffset="4117">2194 160 7817,'3'20'0,"-1"0"0,-1 1 266,0-1 1,-1-2 0,-1 1 0,0-2 2,-1-1 1,-1-7-957,1 0 1,1-8-1,-1-8 1,1-6 686,1-6 0,3-6 0,0-4 0</inkml:trace>
  <inkml:trace contextRef="#ctx0" brushRef="#br0" timeOffset="4229">2252 6 6857,'-1'-3'245,"-1"0"0,2 3-550,-3 3 0,5-2 0,1 3 0,0-1 305,2 1 0,1 0 0,0 2 0</inkml:trace>
  <inkml:trace contextRef="#ctx0" brushRef="#br0" timeOffset="4380">2336 13 7659,'-7'9'-412,"1"2"1,1 1 1442,-2 3 0,2 2 0,-3 4 0,3 2-75,0 2 0,4 0 0,-1 4 0,2 0-305,2 0 0,2-4 0,5-2 0,2-5-777,1-3 1,1-7-1,-1-4 1,2-4-321,1-4 0,-1-4 0,3-7 1,-1-3-660,0-2 1,-3-1 1104,2-3 0,-6 1 0,3-3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29.7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62 6253,'0'-5'698,"-4"1"1,4 5 0,-1 2 0,4 2-761,2 0 0,0 2 0,1-1 0,0 2-641,1 1 0,1-1 703,0 1 0,1 0 0,0 0 0</inkml:trace>
  <inkml:trace contextRef="#ctx0" brushRef="#br0" timeOffset="166">153 62 7714,'0'6'-74,"0"-1"101,0 2 0,0-2-242,0 1 0,1-1 0,2 1-451,3 0 666,2-4 0,4 6 0,2-3 0</inkml:trace>
  <inkml:trace contextRef="#ctx0" brushRef="#br0" timeOffset="734">336 175 7714,'-9'0'317,"4"0"0,-1 0 1111,-1 0-1016,3 0 0,1-1 0,6-1 1,4-1 4,4 1 1,3-1 0,6 0-1,1 1-233,1 1 0,-2 1 1,3 0-1,-1 0-447,0 0 0,-5 0 1,-1 1-1,-2 2 17,-4 2 1,-1 3 0,-3 1 197,-3 0 0,-2-1 1,-2 1-1,-2 1 1,-3 0 72,-2 2 1,0 0 0,-1-4 0,1 2 99,2 2 1,0-3 0,3 3 0,1-1 16,1 0 1,3 3-1,3 2-181,3-1 0,4 1 0,0-1 1,2 0-1,3 2 14,0 0 1,-3-4 0,-3 4 0,-1 1 20,-1 1 0,-5-4 0,-1 3 0,-3-2 459,-3 1 1,-5 0 0,-7 0 0,-1-2-253,-2 0 1,-3-5 0,-2 1 0,-2-3-336,-2-2 1,4-4 0,0 0 0,0-4-466,0-4 1,2-2-1,5-2 1,1-1-318,3-4 1,7-1-1,2-2 914,2 1 0,5-4 0,0-2 0</inkml:trace>
  <inkml:trace contextRef="#ctx0" brushRef="#br0" timeOffset="1017">746 27 8168,'-6'0'811,"0"0"1,0 0-1,-2 0-613,-1 0 0,1 4 1,1 2-1,3 1-628,0 2 1,-2 0 0,3 0 0,0-1-433,-1 1 0,3-3 0,-1 0-306,4 0 1168,3-2 0,8 4 0,0-3 0</inkml:trace>
  <inkml:trace contextRef="#ctx0" brushRef="#br0" timeOffset="1166">911 1 7714,'0'9'177,"-3"-1"671,-3 1 1,-1 1-1,0 0 1,1 2-457,0-1 1,1 2 0,-1 2 0,-1 2-500,-1 3 0,3-1 0,-1 1 1,0 0-624,1 0 1,-2-6 0,4 0 729,-2-6 0,3-1 0,-2-2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28.6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0 114 7529,'0'9'305,"0"-3"1,0-1 0,0 3 67,0 3 0,0 2 0,1 6 0,1 1-213,1 3 0,4 3 0,-2 0 0,1 0-818,-1 0 1,-2-4-1,2-2 658,-1-5 0,3-2 0,-2-5 0</inkml:trace>
  <inkml:trace contextRef="#ctx0" brushRef="#br0" timeOffset="133">79 1 7692,'-9'0'316,"3"0"0,0 0-83,0 0 0,1 0-716,-1 0 0,5 1 0,1 1 25,5 1 458,3 3 0,4-1 0,2 4 0</inkml:trace>
  <inkml:trace contextRef="#ctx0" brushRef="#br0" timeOffset="417">279 53 7692,'-5'4'0,"-2"-3"1041,1 2 1,-2-1-728,-1 1 0,5-1 0,1 3 0,2 3-104,1 3 1,5 0 0,2 6 0,5 1 5,1 1 1,-1 3-1,2 0 1,-2 1 23,-1 1 1,-1-4 0,-3 2 0,0 1-79,-1-1 0,-4-5 0,0 2 0,-5-2 9,-6-1 0,0-5 1,-6 1-1,-1-3-500,0-4 0,-2-1 0,-2-4 1,0-1-86,1-2 0,0-1 0,2-6 0,0-2 414,3-2 0,-3-7 0,4-1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27.1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0 9332,'0'12'1044,"0"2"1,0 2 0,0 6-561,0 5 1,0 9 0,0 7-1,0 3-265,0 3 0,-3-5 1,0 0-1,1-6-506,1-5 0,-2-7 0,1-7-939,0-3 0,1-4 0,2-4 204,2-2 1,0-3 0,4-6 0,-1-3 1021,1-2 0,-3-4 0,0-2 0</inkml:trace>
  <inkml:trace contextRef="#ctx0" brushRef="#br0" timeOffset="300">210 70 8905,'-4'5'619,"2"3"1,-4-2 0,0 1-247,2 2 1,-7 1 0,2 1 0,-1 4-146,-3 1 0,2 6 0,-3 1 0,-1 2 19,2 1 1,-1-1-1,4 0 1,1-3 127,1-1 0,5-3 1,0-5-154,2 0 0,1-5 0,1-2 0,2 0 0,4-1-251,4-2 1,-1-1 0,4 0 0,-1 1-25,1-1 1,-1-4-1,3-2 1,-2-1-1190,-2-2 0,3-1 1,-3 0-1,1-1 234,-1 0 1,0-2 0,-3-1 0,-1 1-190,-3 2 1197,-1 0 0,0 0 0,1 0 0</inkml:trace>
  <inkml:trace contextRef="#ctx0" brushRef="#br0" timeOffset="566">271 271 7733,'9'3'265,"-1"-1"0,1 1 0,0-3 0,-1 0 1,1 0-1,1 0 0,1 0 0,1-1 222,2-2 1,-6-1 0,3-6-1,0-1-383,-2 0 0,-2-5 0,-2 3 0,-1-2-116,-2 1 0,-2 2 0,-3-2 1,-3 1-4,-2-1 1,-4 7 0,-3-1 0,-1 3 148,-2 3 1,1 5-1,0 4 1,2 3 132,0 5 1,5 2-1,-2 4 1,3 3-91,4 4 1,1 0-1,4 3 1,1 0-211,2 0 1,1-2-1,6 1 1,2-3-648,2-5 1,3-6 0,0-4-1,1-4-593,-1-2 0,1-3 1,-1-6-297,0-3 1569,1-5 0,-1-3 0,1-3 0</inkml:trace>
  <inkml:trace contextRef="#ctx0" brushRef="#br0" timeOffset="1066">498 183 7238,'0'5'647,"0"3"1,0-6 5,0 4 0,-1-4-151,-2 1 0,2-1-162,-2 0 0,2 3 0,1 4-167,0 0 1,0-1-1,0 1 1,1 0-257,2 0 1,1-1 0,2 0-100,0-2 1,0 1 0,4-3 0,0-1-1,2 1-145,-1-2 0,1-1 0,0-2 0,-1-2 207,2-2 1,-3-4 0,1-3-1,-2-1 32,-3-1 0,1-2 1,-4 2 164,-1 0 0,1 2 1,0 3-1,-1 0 247,-1 1 1,3 4-1,2 4-177,2 5 0,-3 7 0,1 5 0,1 4 108,1 4 0,0 0 0,1 6 161,0-1 0,0 3 0,-2-1 0,-1 2 0,-3 1 66,-2 0 1,-1-2 0,-1-1 0,-3-1-424,-4-4 1,-2-4 0,-5-2-1,-1-6-377,-4-1 1,2-9-1,-3 1-553,-1-4 1,3-6 0,-3-2-1,0-5 871,3-4 0,1-5 0,0-2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25.5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9 462 7801,'-5'-8'900,"1"2"0,4 0-387,0-1 0,4 0 1,3-2-1,4-1 1,3-1-212,3-4 0,4 1 0,1 1 0,3-1-248,1 1 1,-2 1-1,5 0 1,-2 1-786,-1 3 0,-5 5 1,-3 0-1,-1 2 731,-1 1 0,-4 4 0,0 1 0</inkml:trace>
  <inkml:trace contextRef="#ctx0" brushRef="#br0" timeOffset="450">218 44 7583,'-5'0'1259,"-1"0"1,4 1-1054,-1 2 1,2 7-1,1 8 1,0 7-1,1 9 342,2 9 0,2 4 1,2 13-1,0 2-638,-1 0 0,-3-7 0,2-5 1,0-7-356,-1-6 0,-1-7 0,3-4 139,1-7 0,2-6 0,1-13 306,2-4 0,0-10 0,-4-5 0</inkml:trace>
  <inkml:trace contextRef="#ctx0" brushRef="#br0" timeOffset="851">515 0 7775,'-4'9'360,"2"0"1,-3 0 0,0-1 130,0 1 1,4 0 0,-2 0 0,2 3-62,1 3 1,0 2 0,0 3 0,0 5-187,0 3 0,0 4 1,0 4-1,0 3-30,0 1 1,0-3-1,1 0 1,1-1-198,0-1 0,1-7 0,-3-4 1,0-4-657,0-7 1,4-8 148,2-8 0,1-3 0,0-11 0,-2-3 226,2-5 0,-1 0 0,2-7 0,1 0-68,1 1 0,0-2 0,-1 5 357,-1 3 0,1 0 1,0 6-1,-2 2 0,0 6 367,-1 4 0,-4 4 0,1 8 0,-2 6-89,-1 9 0,0 5 0,0 4 1,0 3-781,0 2 1,0-2-1,0-2-2,0-3 1,0 0 0,1-7 0,1-1-1329,1-4 1807,3-6 0,-1-1 0,4-3 0</inkml:trace>
  <inkml:trace contextRef="#ctx0" brushRef="#br0" timeOffset="1100">802 428 7775,'9'-3'-317,"1"-1"546,1-1 1,-3-1-1,3-4 1,-1-1 213,-4-4 0,3-2 0,-4-3 0,1-1-359,0-1 1,-5 1 0,2-4 0,-3 0-156,-3 1 0,-2 7 0,-7 3 0,-2 4 184,-3 4 1,0 4 0,0 4 0,2 6 189,0 6 1,4 4-1,-3 9 1,1 2 175,3 3 0,4 2 1,3 1-1,3 0-40,3 0 1,2 0-1,4-2 1,4-3-392,4-4 1,3-6 0,5-1 0,2-6-706,0-4 0,1-11 0,0-4 0,2-8 657,1-9 0,1-4 0,3-8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37.8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97 7716,'-4'-9'168,"2"0"1,-3 0 0,0 1 377,0-1 0,-2 0 0,-3 1 0,-3-1-179,0 0 0,-2 1 1,-2 3-1,-1 2 36,1 2 1,2 6 0,2 6-107,0 6 1,2 10 0,6 3 0,2 6 0,2 5-379,1 5 0,4 0 0,1 5 0,3 0-584,1-1 1,3-10 0,-1-4 0,1-7-1345,0-7 0,-2-3 2009,2-5 0,-7-9 0,-1-6 0</inkml:trace>
  <inkml:trace contextRef="#ctx0" brushRef="#br0" timeOffset="148">17 410 7716,'-8'-3'1351,"3"-2"-944,2-4 0,6 1 0,3 1 1,2 3-751,4 0 0,2 0 0,3 2 1,0-2-330,1-1 0,2-1 0,2-2 0,0-1 155,2 0 517,-7-3 0,12-2 0,-6-3 0</inkml:trace>
  <inkml:trace contextRef="#ctx0" brushRef="#br0" timeOffset="449">288 192 7716,'-9'12'324,"0"0"1,0 0-1,-1 0 1,0 3 229,2 5 0,2-2 0,-2 4 0,2-2-281,3 0 1,2 1 0,2-4 0,2-1-336,3-1 1,3-3-1,1-7 1,3-2-225,0-2 1,1-3-1,2-3 1,-2-4-23,2-4 1,-3-5 0,1-5-1,-2-3 90,-1 0 0,-4 3 0,-2 1 0,-1-1 329,1 1 0,-3 6 0,1-1 582,-2 4 1,-2 3-1,-1 8-177,-1 8 1,-1 6-1,2 9 1,-1 2-276,2 2 0,0 1 0,2 1-59,1-1 1,3-1 0,4-2 0,0-4-1191,-1-3 1,4-3-1,1-6 1,0-1-69,3-3 0,2-6 1,1-5-1,0-4 1076,0-6 0,1-5 0,-3 1 0</inkml:trace>
  <inkml:trace contextRef="#ctx0" brushRef="#br0" timeOffset="614">628 166 7716,'-10'-5'366,"-2"-1"1,3 4 0,-4-1-1,1 2 388,1 1 1,-2 4 0,3 2 0,-2 2-150,1 4 1,2 0 0,1 4-310,2 2 1,2 6-1,4-1 1,0 2 0,1 1-374,2 0 1,3 0 0,5-3 0,4-3-669,1-1 0,0-9 0,0-2 0,4-3-486,1-3 0,-3-9 1,1-5-1,0-4 1231,0-4 0,-1-7 0,0-4 0</inkml:trace>
  <inkml:trace contextRef="#ctx0" brushRef="#br0" timeOffset="781">785 27 8471,'-9'4'739,"4"1"1,2 3 0,2 3-239,1 3 0,0 3 0,0 8 0,0 3-410,0 2 0,1 3 0,1 4 0,1 2-642,-1 0 0,-1-5 0,-1-1 0,0-4-605,0-4 1,0-4 0,-1-2-353,-2-3 1508,-2-8 0,-7-4 0,-2-4 0</inkml:trace>
  <inkml:trace contextRef="#ctx0" brushRef="#br0" timeOffset="1131">680 393 7716,'0'-13'-26,"3"4"0,0-3 0,0 2 367,1 2 0,0 2 0,4 0 0,0-1-70,1 0 0,-2-2 0,7 0 1,-1-1-170,1-1 0,1 0 1,2-2-1,0-2-738,1-1 1,-1 3 0,0-4 0,-2 1-369,0 2 0,-6 2 1254,0 3 0,-5 6 1,-6 5 26,-1 6 0,-4 6 0,3 1 1,-1 2 252,2 4 0,-1-2 1,1 3-1,2 1 142,3-1 0,0-2 0,4 3-656,1-2 1,1-2-1,3-4 1,2-4 0,-1-2-208,1-3 0,1-3 1,-2-6 131,-1-3 1,-3-6 0,-2-5 0,-3-3 0,-2-3 69,-1-1 0,-1 2 0,-2 0 0,-3 0 105,-1 3 0,-3 1 0,-1 1-332,0 3 1,-1 1 0,3 4 0,0 2 0,1 1-354,-1 3 0,3 2-361,0 1 0,5 0 930,1 0 0,8-4 0,6-1 0</inkml:trace>
  <inkml:trace contextRef="#ctx0" brushRef="#br0" timeOffset="1381">1072 166 8719,'6'12'0,"-1"1"0,-1-1 0,-1 1 0,0-3 0,-1 1 1012,0 1 0,2 1 1,-1 4-1,-1-1-493,-1 2 1,0-3 0,1 5 0,1 0-356,-1 0 1,-1-1-1,-1 0 1,0-3-49,0-1 1,-3-4 0,-1-1-65,-1-3 1,3-4 0,-1-6-95,2-3 0,0-6 1,-1-6-1,0-4 62,0-3 1,1-5 0,2-2 0,1-2-71,0-1 1,4 6-1,-2 2-50,1 2 1,0-2 0,2 7 0,-2 2 0,2 2-1085,1 5 1,1 5-1,-1 3 1,1 2 1183,0 1 0,3 4 0,2 1 0</inkml:trace>
  <inkml:trace contextRef="#ctx0" brushRef="#br0" timeOffset="1480">1404 315 7716,'-8'5'-124,"1"0"0,1 0 124,-1 0 0,0 1 0,-2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33.7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17 7734,'-4'1'471,"1"2"1,2 3 8,1 1 1,0 7-1,1 3 1,2 7-97,2 4 1,3 4 0,1 5-1,0 1-181,3 2 1,-2-6 0,0 0-118,-3-3 0,1-6 0,-3-6 1,0-3-53,-2-5 1,-3-5-1,-3-3 1,-3-2-219,-2-1 0,-4 0 0,-2-1 46,0-2 0,-2 2 0,1-2 0,-1 2 0,-1 1 153,-1 0 0,1 0 1,0 1-1,3 2 195,2 3 1,3 2-1,3 2 1,4 1-118,1 4 0,2 1 0,1 1 1,5-1-107,4 2 0,2-7 0,2 4 0,0-5-671,0-1 0,2-4 0,0-2 91,0-2 1,0-1-1,-1-1 1,0-2-1,0-4-360,0-4 1,-5 1 952,1-5 0,-2 1 0,-2-4 0</inkml:trace>
  <inkml:trace contextRef="#ctx0" brushRef="#br0" timeOffset="248">288 453 7734,'4'-6'403,"2"0"1,2-1 0,0 1 145,1 0 0,0-2 0,0 2 1,-1-2-330,1-4 1,-1-2-1,-1-3 1,-2 0-114,2-1 0,-3 1 0,-1-1 1,-2 1 113,-1-1 0,-4 5 0,-2 2 0,-3 4 78,-2 4 0,0 3 0,-2 3 0,-1 5-109,1 6 0,2 2 1,-1 9-1,4 2-32,2 1 1,1 0-1,3-1 1,-1 1-284,1 0 0,5-4 0,3 2-617,2-4 0,3-2 0,2-3 0,0-4 0,4-5-95,2-5 1,1-4-1,1-6 1,-1-7 130,0-4 706,-4-6 0,5-2 0,-3-5 0</inkml:trace>
  <inkml:trace contextRef="#ctx0" brushRef="#br0" timeOffset="415">532 139 8070,'-5'-5'1806,"-1"2"-1330,-1 2 0,3 5 0,1 3 0,2 4 71,1 3 1,4 7 0,2 6 0,2 5-491,0 4 1,2 1 0,1 2 0,0-1-482,0-1 0,-1-6 0,-3 1 0,-1-3-908,-3-7 0,-2-6-1426,-1-1 2758,0-8 0,-8 0 0,-1-7 0</inkml:trace>
  <inkml:trace contextRef="#ctx0" brushRef="#br0" timeOffset="548">489 488 7734,'0'-9'166,"0"0"1,0 3 0,0 1-1,1-1 438,2 1 1,1-3-1,2 2 1,0 0-256,1 0 0,4-2 0,0 3 1,1-1-755,0 1 1,-1-1-1,4-2 1,-1 1-656,0 1 0,1 1 1060,-3-4 0,3 4 0,-1 1 0</inkml:trace>
  <inkml:trace contextRef="#ctx0" brushRef="#br0" timeOffset="816">742 409 7734,'5'0'225,"1"0"0,1-1 121,1-2 0,-2 1 0,-1-4 0,2-3-182,1-2 1,0-5 0,-2-1 0,-1-3-50,-1-2 1,-1 1-1,-3-1 1,-1 1 44,-2 1 1,-2 6 0,-3 3 0,-2 4 239,-2 5 1,0 1 0,-3 2 0,3 2-139,-1 6 1,3 5-1,-1 6 1,2 3-23,3 3 1,-1 0 0,4 0 0,2 0-573,0 0 0,2 0 0,2-2 0,5-2-469,3-5-1,4-5 1,0-1 0,1-2-295,2-3 0,-4-2 1096,1-4 0,-1-8 0,4-2 0</inkml:trace>
  <inkml:trace contextRef="#ctx0" brushRef="#br0" timeOffset="1083">925 252 6856,'-3'9'1025,"0"0"1,0 0 0,2 0 0,-1 2-429,-1 0 1,0 5 0,3-2 0,0 4-493,0 2 1,0 0-1,0 2 1,0 0-159,0 0 0,0-1 1,0 0-1,0-2-244,0-2 1,-4-3 306,-1 1 1,-2-7 0,1-9 239,3-7 0,2-5 0,1-5 0,1-2-82,2-4 0,5-1 0,4-2 1,2-1-434,1-1 0,2-1 1,0 2-1,1-1-768,-1 1 0,1 1 0,-1 1 0,1 2-1907,3 1 2940,1 0 0,4-3 0,0-1 0</inkml:trace>
  <inkml:trace contextRef="#ctx0" brushRef="#br0" timeOffset="1933">1195 217 7716,'1'6'277,"2"0"1,-2-3 0,2 3 0,-2 1 0,-1 0 17,0 2 1,0 5 0,0 2 0,0 5-12,0 5 0,0-2 0,1 6 0,1-1-158,0 0 1,1-3 0,-3-4 0,0-1 188,0-5 0,0-2-330,0-6 0,0-4 0,0-4 1,0-5-1,0-6-391,0-4 0,0-6 0,1-4 0,1-4 204,1-2 1,4-1-1,-2-2 1,1 2 129,-1 3 1,1 5-1,3 1 1,0 2 21,-1 2 1,-2 8-1,0 5 1,1 6 207,0 6 0,-1 5 0,-1 9 0,0 3 252,0 3 0,-2 1 0,2 1 0,-2 2-171,-1 1 1,-1-6-1,-1 0 1,0-2-55,0 0 0,0-4 0,0 0 0,0-3 480,0-5-1047,0-5 0,1-7 1,1-7-1,1-7 42,-1-4 1,2-4 0,0-3 0,1-1 36,1-2 1,2 1 0,1-2 0,0 2 26,-1 3 0,1 4 0,0 2 287,0 4 1,-1 6 0,0 8 0,-1 6 265,-1 6 1,-4 7-1,3 3 1,-1 4-375,-2 2 0,2-4 0,0 2 0,0-3-61,0-3 0,1 0 1,-1-4-1,1-2 158,2-4 0,1-3 0,0 3 0</inkml:trace>
  <inkml:trace contextRef="#ctx0" brushRef="#br0" timeOffset="2064">1578 270 7716,'-4'12'308,"-4"1"0,3 2 0,0 0 206,2 0 0,2-1 0,1 1 0,0 0-686,0 2 0,0-3 0,0 0 0,0-1-1517,0 1 0,4-7 1689,2-2 0,2-3 0,0-2 0</inkml:trace>
  <inkml:trace contextRef="#ctx0" brushRef="#br0" timeOffset="2197">1596 156 8384,'-9'0'323,"0"0"1,4 0 0,0 1 1224,1 2-2535,1-2 0,3 7 987,0-2 0,4-2 0,1 0 0</inkml:trace>
  <inkml:trace contextRef="#ctx0" brushRef="#br0" timeOffset="2530">1657 200 7886,'0'9'42,"0"-1"1,0 1 0,0 0-1,0 0 171,0-1 1,1 2 0,1 1 0,1 1 504,-1 2 0,2 1 0,-2 5 1,1 0-339,1-1 0,-2 0 1,3-2-1,-1 1-251,-2-1 0,-1-3 0,0-3 628,2-1-678,-2-5 1,2-6 0,-3-8 0,0-4-704,0-4 0,3-4 0,1-2 0,0-3 371,0 0 0,0 0 0,-1 1 0,2 1 162,-1 0 0,4 5 1,-3 0-1,1 3 430,0 5 0,-1 2 0,3 4 150,-2 5 0,1 8 1,-3 7-1,0 5-439,-1 3 1,1 3 0,-2 2-1,1 1-657,-1-1 1,2-4 0,-1 0-1,0-1 140,1-1 0,-2-4 467,3-7 0,1-5 0,3-2 0</inkml:trace>
  <inkml:trace contextRef="#ctx0" brushRef="#br0" timeOffset="2696">1927 200 8460,'-1'14'529,"-2"-3"1,1 0 0,-3 0 0,2 1-25,1 2 0,-2 1 0,1 5 0,1 1-495,1 1 0,1-5 0,0 0 0,0-1-253,0-3 1,4-3 0,2-5 0,0-2 242,0-4 0,6-7 0,-2-6 0</inkml:trace>
  <inkml:trace contextRef="#ctx0" brushRef="#br0" timeOffset="2830">1962 87 7716,'-6'0'183,"0"0"0,3 0-1028,-2 0-122,3 0 967,-2 0 0,4 0 0,0 0 0</inkml:trace>
  <inkml:trace contextRef="#ctx0" brushRef="#br0" timeOffset="3197">2058 95 7917,'0'9'0,"0"0"110,0 0 1,0-1 0,0 1 0,0 0 511,0-1 1,0 4 0,0 0 0,0-1 35,0 2 1,0 0 0,0 5 0,1-1-431,2 1 0,-2-4 1,2 0-1,-2-1-281,-1 1 1,1-4 0,1-1-503,0-2 1,1-7 308,-3-3 0,0-4 0,0-10 0,1-4 16,2-3 1,-2-6-1,3 1 1,-1 1-132,0 1 1,3 4-1,-2 1 1,-1 0 377,1 3 1,3 3 0,-1 3 311,2 0 1,0 7-1,0 6-146,-2 4 1,1 8 0,-3 4 0,-1 2-99,1 2 1,0 2-1,-2-3 1,1 1-318,-1 0 1,2-2 0,0-1 0,0-2-429,-1 0 0,1-5 0,-1 1 0,3-4 98,2-4 0,1-2 0,-1-3 0,1-4 562,0-6 0,-1-7 0,5-4 0,1-3 0</inkml:trace>
  <inkml:trace contextRef="#ctx0" brushRef="#br0" timeOffset="3515">2363 17 7716,'-4'-8'1261,"-2"2"-584,-1 4 1,-3 2 0,-1 2 0,0 5-246,0 4 0,1 0 1,2 2-1,-1 1-26,0-1 1,3 1 0,1 0 0,2-2-401,1-2 0,2-2 1,4 0-305,4-2 1,1-2 0,4-5 0,-1-2-200,3-3 1,-2-5-1,1-1 1,-1-2 95,1-1 1,-3-2-1,0 1 1,-1 1 125,-1 4 0,-4 1 1,1 2 238,1 2 1,-2 4-1,0 9 1,0 8 573,-1 6 1,2 8 0,3 4 0,-1 5 188,-3 5 0,3 5 0,-3 3 1,0 0-376,-2-2 1,-2-4 0,-1-2 0,-1-3 67,-2-1 0,-3-10 0,-5-1-707,0-5 1,-5-4-1,1-5 1,-4-5-1,-2-6-1174,-1-5 0,-1-4 0,-5-6 0,0-2 1461,-1-3 0,-4-4 0,2-1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32.3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47 340 7714,'-9'3'853,"-3"0"1,2 4-60,-1-2 1,7-1-204,7-1 1,4-3 0,9-3 0,4-3-174,1-1 1,-1-2 0,3-1-311,2-1 0,0 1 1,1-3-1,-1 2 0,-1-2-851,0 0 1,-5-2 0,0-1-1,-2 0-649,-3 2 0,-4 0 1,-1-1 1391,-5 0 0,-3 0 0,-1-2 0</inkml:trace>
  <inkml:trace contextRef="#ctx0" brushRef="#br0" timeOffset="166">196 87 9638,'-3'12'0,"-1"0"0,0 2 0,0 1 0,1 2 0,0 2 780,0 5 0,1-3 0,2 7 1,0 1-439,3 1 1,2 1-1,4 1 1,0-2-413,-1 0 0,1-6 0,0 0 0,0-3-568,-1-5 1,4-5-1,0-2 0,-1-5-1439,2-4 1,-3-4 2076,5-5 0,-4-8 0,1-5 0</inkml:trace>
  <inkml:trace contextRef="#ctx0" brushRef="#br0" timeOffset="517">431 0 9235,'-1'10'412,"-2"1"0,2 0 1,-2 3-1,2 0 46,1 3 0,0 0 0,0 8 1,0 4 30,0 4 0,1 0 1,1 5-1,2-1-388,1 0 1,1-4 0,2 1-1,-2-4-53,0-5 1,0-2-1,3-8-130,-1-3 0,-2-1 0,0-9 1,0-1-1,0-3-468,-1-3 0,-2-4 1,3-3-1,0-2 234,-1-3 0,0-1 0,-2-2 1,1-4 185,1-1 1,2 3 0,-3 2 90,1 1 0,-2 0 1,1 1-1,0 5 1,-1 2-56,1 2 1,-2 6-1,3 3 433,-1 4 0,-1 9 1,-2 3-518,2 4 0,-2 3 0,2-1 0,0 2 0,0 0-647,-1-3 1,2-2 0,0-2-1,0-3-263,0-2 1088,2-6 0,-1-2 0,4-4 0</inkml:trace>
  <inkml:trace contextRef="#ctx0" brushRef="#br0" timeOffset="749">736 384 7368,'8'-9'0,"-1"0"167,-2 0 1,0-3-1,2-3 1,-2-1 242,-1-2 0,-1 0 1,-3-1-1,0-2-32,0 2 0,-1 1 0,-2 1 0,-3 3-100,-2 2 1,-1 3 0,-3 3-1,-2 3-76,1 2 0,-3 8 0,5 3 0,-1 4-25,0 4 0,5 4 1,-2 6-1,2 2 57,2 1 0,2-2 0,4 1 0,1-1 25,4 0 1,2-7 0,2 2 0,1-4-489,4-3 1,2-8-1,3-2 1,1-2-1096,1-3 0,1-6 1,4-5-1,-1-8 1324,0-5 0,0-3 0,0-2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0:42.9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148 165 7716,'6'-6'-326,"0"0"0,-4 1 669,1-4 0,-2 3 0,-2 1 65,-2 1 0,-2-2 0,-4 4 1,1 0-24,-1 1 0,0 1 1,1 0-256,-1 0 0,-3 4 1,0 2-1,-1 5 0,0 4-10,3 5 0,0 3 0,1 6 0,1 4-105,-1 4 0,4 1 0,2 3-145,2 1 1,8 2-1,3-7 1,2-1-190,4-3 0,3-5 1,2-7-1,1-8 1,0-5-739,0-5 0,1-6 0,0-4 1057,-3-4 0,2-6 0,1-5 0</inkml:trace>
  <inkml:trace contextRef="#ctx0" brushRef="#br0" timeOffset="250">349 165 7722,'-3'12'491,"0"-1"0,-1-3 0,2 4 0,-1-2-135,1 2 1,1 1 0,1 6-1,0 1 32,0 3 0,0 4 1,0 2-1,1 4-255,2 3 1,-2 0 0,2 0 0,-2-4-452,-1-3 1,1-11 0,1 2-1,1-6-232,-1-3 1,0-5 0,0-4 0,2-5-534,1-6 0,-1-1 0,3-4 1083,-1-2 0,0-4 0,2-2 0</inkml:trace>
  <inkml:trace contextRef="#ctx0" brushRef="#br0" timeOffset="501">541 209 7932,'-8'3'0,"1"3"398,1 2 0,1 2 1,-5 0-1,-1 3-120,0 1 0,-5 1 1,3 4-1,-2 3-34,0 0 0,2 1 0,-2 3 1,4 1-93,1-1 1,2-3-1,2-2 1,4-2-17,1-6 0,1-2 1,1-3-1,2-3 40,2-2 1,3-2-1,2-1-285,1 0 1,0-4 0,4-1-1,-1-4 1,1-3-413,-1-2 1,1 0 0,1 0-1,0-2-200,-2 0 0,-3-2 0,0 2 0,0 0-968,1 2 1689,-6-1 0,9-2 0,-5-1 0</inkml:trace>
  <inkml:trace contextRef="#ctx0" brushRef="#br0" timeOffset="784">628 339 7722,'6'3'119,"-1"0"0,-2 0 0,3-3 219,1 0 1,-2 0-1,1-1 1,0-2-165,2-3 0,1-4 0,-1-2 0,-2 0-210,0 0 1,-4 1 0,1-2 0,-2-1 74,-1 1 1,0 2-1,-1 0 1,-2 3 164,-3 3 0,-1 3 0,-3-1 1,-1 2 45,0 1 0,-2 1 0,2 3 0,0 3-48,0 4 0,1 6 0,3-1 0,1 4-39,3 3 0,1 0 0,0 2 0,-1 0-334,1 1 0,5-2 1,3 3-1,2-4-367,0-2 1,4-3 0,1-6 319,0-2 0,1-3 1,1-7-1,-1-1 218,-2-2 0,8-6 0,-2-4 0</inkml:trace>
  <inkml:trace contextRef="#ctx0" brushRef="#br0" timeOffset="1284">828 243 5965,'-4'5'47,"4"-1"1050,-4-4 762,4 0-519,0 0 0,0 4-1148,0 2 1,0 2 0,1-1 0,2 0-313,2-1 1,3 0-1,1 1 1,0 0-243,-1-1 1,1-3 0,1 2 0,0-1 52,2-2 1,0-2 0,-1-2 0,1-3 170,-2-3 0,0 1 0,-1-4 1,-1 0 167,-3-1 0,3 3 1,-3-3-1,1 3 381,0 4 1,-3-2-205,2 4 1,1 1 0,2 6 0,-1 5 0,-2 5 112,2 5 0,-2 4 0,0 4-56,-1 2 0,-1 2 1,-3 5-1,0 1 0,0 0 93,0 0 1,-4-4 0,-2-4 0,-2-3-199,0-3 1,-2-7 0,-1 0 0,-1-6-223,-2-6 1,2-3 0,-2-2 0,-2-2-285,0-3 1,1-5 0,2-4 0,0-2-854,3-4 0,1-1 0,3-4 0,3-1-4,2-2 1,2 4 1203,2-4 0,6 0 0,4-6 0</inkml:trace>
  <inkml:trace contextRef="#ctx0" brushRef="#br0" timeOffset="1484">1212 17 7861,'12'-8'0,"0"2"343,2 3 0,-4 3 1,2 4-1,-2 6 385,-2 6 1,-2 3 0,-1 4-284,-1 1 1,2 4-1,-3 2 1,-1 1 0,-1 3 61,-1 3 1,0 1 0,0 3-1,-1 2-404,-2-1 0,-2-4 0,-5 1 0,-2-2-570,-2-3 1,0-8 0,0-2 0,-2-3-85,0-5 1,-2-4-1,-2-1 551,0-1 0,-8 3 0,1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2:32.1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254 115 7745,'4'-17'0,"0"0"103,-1 1 0,-2 2 1,-1 2 627,0-1 0,-5 5 0,-4 0-120,-2 3 1,-3 1-1,-1 4 1,-2 1-248,1 3 1,-2 5 0,0 6-1,-1 5-116,1 4 1,-3 0 0,4 9-267,2 3 0,-2 3 1,3 2-1,4-2 0,3 2-559,4-2 0,2-4 1,2-2-1,5-2-252,6-3 0,4-7 0,8-6 1,4-5 230,3-6 0,3-8 598,3-4 0,7-15 0,1-4 0</inkml:trace>
  <inkml:trace contextRef="#ctx0" brushRef="#br0" timeOffset="300">557 178 7495,'-16'0'0,"-3"0"-50,0 0 0,-2 1 1,-3 3 763,3 5 0,-3 2 1,3 2-1,-2 1 1,2 1 174,4 2 0,4 6 0,5-4 1,4 1-727,2-3 0,4-3 0,3-1 0,7-2-313,3-3 0,9 2 1,0-6-1,4-1-19,0-1 0,4-9 1,1-5-1,1-5-652,-1-2 0,-5-2 1,1-5-1,-6 0 589,-1-4 0,-7 2 0,2-4 1,-4 1 691,-5 3 1,2 2 0,-7 7-54,-5 6 1,-3 7 0,-8 12 21,0 7 0,1 6 0,0 9 0,4 3-647,4 2 0,2-5 1,2 1-1,0-2-703,0-2 1,2-5 0,2-3 0,6-3-1933,5-1 2853,-1-6 0,10-7 0,-4-7 0</inkml:trace>
  <inkml:trace contextRef="#ctx0" brushRef="#br0" timeOffset="600">950 89 10053,'-7'9'819,"2"0"1,3 4-201,-3 3 0,4 6 1,-5-1-1,2 3-278,0 1 1,-2 5-1,4-1 1,-3 1-261,2 1 0,1-9 0,-1 4-227,-1-2 1,-1-10 0,7-4-187,2-8 1,-1-10 0,5-13 126,2-3 0,1-6 0,3-1 0,2 1 0,1-3-108,-2 1 0,4 4 0,-3 0 0,1 4 334,2 3 1,-5 5 0,2 1 0,-1 5 289,-3 6 1,-1 5 0,-1 7-1,-3 9-88,-1 6 1,2 8-1,-3 3 1,-3 3-387,0 6 0,-2-8 0,0 3 0,0-3-3346,0-3 3509,0-6 0,5-3 0,2-3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2:30.8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1 140 13070,'14'4'224,"3"1"1,3 4 0,5 0 0,2 2-896,2 2 1,-1-2 0,5-1 0,-1-3-685,0-2 0,-6 0 0,2-5 1355,0 0 0,0 0 0,-3 0 0</inkml:trace>
  <inkml:trace contextRef="#ctx0" brushRef="#br0" timeOffset="166">444 1 7730,'-14'13'0,"-2"1"0,-1 1 0,2 2 903,1-2 1,1 5-1,1 1 1,-1 3-355,0 1 0,1 6 1,-1 2-1,0 2-166,1 3 0,3-2 1,2 9-1,0 0-790,0 0 1,4-8-1,-1 1 1,3-3-489,1-3 1,5-6 0,4-11-1,3-5-383,5-6 0,2-8 1278,2-4 0,3-15 0,-5-4 0</inkml:trace>
  <inkml:trace contextRef="#ctx0" brushRef="#br0" timeOffset="432">621 178 7730,'-14'23'885,"-3"2"0,3-1 1,-3 8-1,3 0-117,1 1 0,5 2 0,1 6 0,1 1-434,3-1 1,3-6-1,5-4 1,5-5-309,5-6 1,0-10 0,5-6 0,1-5-78,3-8 0,-6-6 0,8-15 0,-4-3-560,-2-4 1,-2-2 0,-5-1-1,-2 0 182,-2-1 0,-4 8 1,-5-3-1,0 2 172,0 2 0,-5 7 0,-4-2 0,-2 3 58,-2 6 0,1 6 0,-1 5 0,0 2-937,1 2 1,-1 2 1135,0 1 0,1 11 0,-1 3 0</inkml:trace>
  <inkml:trace contextRef="#ctx0" brushRef="#br0" timeOffset="751">849 127 7730,'-13'22'397,"0"-1"0,1-4 1,1 2-1,1 1 105,1 0 0,6-4 0,-1 6 0,3-1 25,1-2 0,5 4 1,4-6-1,4-2-544,3-1 1,-2-1 0,5-2 0,-2-2-230,-1-5 1,7-3 0,-3-2-1,-1-3-22,-2-5 1,-3-4-1,-1-3 1,0-6-41,-1-1 1,-5-8-1,-1-2 1,-2 0 71,0-1 0,1 6 1,-5 0-1,0 4 1061,0 3 1,0 5-56,0-1 0,0 14 1,0 8-441,0 5 1,5 12 0,4 5 0,2 4 0,1 4-263,1 1 0,0 1 0,-1-2 0,1-1-719,0 1 1,-5-4 0,1-2 0,-1-3-1306,-1-5 0,3-3 1956,-6-5 0,0-6 0,-4-2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2:28.5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13 100 7811,'-4'-12'60,"0"-1"0,1 0 0,2 1 0,1-1 0,0 0 1704,0 1-1436,0 5 1,0 2 0,1 10-1,3 5 1,3 5-2,0 6 1,5 9 0,-5 3 0,1 4-19,0 1 0,-1 1 0,2 2-269,-5 1 1,-2 0 0,-2-4 0,0 0 0,0 0-238,0 0 1,0-5 0,0-5-1,-2-6-1012,-2-5 917,3-3 1,-5-13 0,6-5 0,1-7 80,4-6 1,6 2-1,7-5 137,2 2 1,5-3 0,6 4 0,0 1 0,1 4 149,1 3 1,-4 4-1,2 5 1,-1 0-59,-2 0 1,-10 1-1,2 5 1,-8 5 439,-3 4 1,-8 8 0,-1-2 142,-7 3 1,-10 0 0,-4-2 0,-3-1-1,-2 0-459,-4-1 0,2-2 1,-3-6-1,1-3-793,2 0 0,7-6 0,-6 1-273,4-3 0,-3-1 0,11-1 0,4-3 1,5-6 923,5-6 0,1-3 0,0-7 0</inkml:trace>
  <inkml:trace contextRef="#ctx0" brushRef="#br0" timeOffset="258">545 442 7811,'19'0'490,"-2"0"1,-1-1 0,-1-2-1,2-2 56,-1 3 1,-1-5 0,0 0 0,2-3-238,-1-3 0,-6 3 1,-2-8-1,1 0-136,-2-3 0,-2-5 0,-5-2 0,0-1-40,0 1 0,-7 1 1,-4 3-1,-6 3-141,-3 4 1,3 9-1,-2 5 1,-1 6 81,0 5 1,4 10 0,-4 6 0,0 7 124,0 6 0,5-2 0,0 6 0,3-5-68,4-2 0,5 0 1,-1 4-1,4-2-308,4-2 0,5-3 1,7-7-1,7-2-774,5-1 0,0-9 1,4-1-1,2-6-1063,3-6 0,-5-6 2014,10-10 0,-5-8 0,6-8 0</inkml:trace>
  <inkml:trace contextRef="#ctx0" brushRef="#br0" timeOffset="455">1063 176 7811,'-16'0'940,"-1"0"0,1 0-139,2 0 0,0 2 0,-1 3 0,-2 6-338,1 5 0,-2 8 0,1 0 0,0 5 79,-1 4 0,4 0 0,-1 4 0,3-1-535,4 2 1,5-5 0,-1 6 0,2-2-610,2-6 1,6-3-1,2-4 1,5-3-923,4-4 0,-2-8 0,7-2 1524,0-1 0,8-7 0,2-6 0</inkml:trace>
  <inkml:trace contextRef="#ctx0" brushRef="#br0" timeOffset="756">1241 303 7811,'-21'0'178,"-1"1"0,0 2 524,-2 1 0,3 6 0,1 0 0,1 4 118,-1 3 0,4 5 1,0-2-1,2 1-487,1 0 0,6-4 0,3 3 0,2-1-247,2 1 1,10-9 0,4 2-1,4-3-308,5-3 1,1-2 0,1-6 0,2-5-513,2-6 0,-2-6 0,3-8 0,-4 1 134,0 0 0,-5-1 0,-2 1 0,0 0 639,-4-1 1,-5 7 0,-3 2 975,-1 3 1,-4 8-749,-6 6 1,-3 7-1,-4 11 1,1 6-1,2 6-61,-2 2 1,3-2 0,0 2 0,1 0-1006,3 1 0,2-7 1,2 1-1,4-6-2175,3-2 2974,-2-8 0,10 0 0,-1-4 0</inkml:trace>
  <inkml:trace contextRef="#ctx0" brushRef="#br0" timeOffset="1106">1468 328 8181,'-8'4'738,"0"0"1,0 6 0,-1-3 0,2 3-213,1 3 0,2-3 1,2 8-1,0-1-280,-3 0 1,3 5-1,4-1 1,4 3-274,1 2 1,1-5 0,6-2 0,2 1-200,1 0 1,1-11 0,-1 0 0,3-6-343,-1-3 0,4-7 1,-6-6-1,0-8 194,1-7 1,-4-2 0,1-5 0,-3-1 449,-4 0 1,-4 6-1,3-1 1,-1 2-60,-3 6 0,-2 6 833,-1 0 1,0 14 0,0 7-1,0 8-436,0 4 1,0 4 0,0 5-604,0 1 1,6 2 0,1-2-1,0-2 1,-2 0-1124,1 0 0,0-7 1,4-3-143,-2-3 0,0 2 1454,5-9 0,-6-5 0,-1-6 0</inkml:trace>
  <inkml:trace contextRef="#ctx0" brushRef="#br0" timeOffset="1424">2038 202 7807,'-13'-5'315,"0"1"0,1 0 0,-1 4 0,1 0 833,-1 0 1,4 0-697,1 0 1,1 5 0,-1 5 0,3 4 0,5 5-148,5 0 0,2 4 0,5 5 1,2 1-157,3 0 0,-1 2 0,2-2 1,-1 1 15,-2 1 1,-9-3 0,4 4-1,-5 0-47,0 1 0,-1-9 0,-6-1 1,-2-1-418,-4-3 1,-4-3 0,0-1-1,-1-5-638,0-6 0,-1-2 0,-1-2 27,-2 0 0,2-10 0,5-4 0,3-3 0,1-4 910,3-3 0,2 1 0,1-8 0</inkml:trace>
  <inkml:trace contextRef="#ctx0" brushRef="#br0" timeOffset="1655">2253 455 7842,'13'0'201,"-4"-2"1,3-2 499,2-4 0,1 0 1,-4 0-1,-1-2-199,-1-1 0,-7-6 1,3 0-1,-4 0-244,-1-1 1,-1 3 0,-4-5 0,-3 2-186,-3 2 0,-6 6 0,-1 3 0,-2 2 104,-3 2 1,5 9 0,0 5 0,1 7 53,0 6 1,0 0-1,5 10 1,0 1 167,4 1 0,2 2 0,6 0 1,2 0-289,2 0 0,4-1 1,9-4-1,6-2-1080,5 0 1,1-14 0,8-1-1,2-8-1070,1-5 1,-1-13 2038,-1-7 0,-6-11 0,-1-4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2:26.7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13 100 7845,'-5'-7'2705,"3"2"-2326,-3 5 1,5 1 0,0 5-103,0 7 1,0 2 0,0 10 0,1 6 70,3 4 0,2 9 0,4 1 0,-2 1-247,2 1 0,1-5 0,2 1 0,0-3 28,-1-8 1,2-15-1,2-9 1,1-8-192,-2-8 0,3-7 0,-1-16 1,-1-7-553,-2-7 0,0 0 0,0 0 0,1 0 256,1 0 1,-9 14 0,4 3 0,-2 7 348,-2 5 0,-3 8 0,3 6 0,0 9 194,0 10 1,-3 7 0,3 6 0,0 3-134,0 4 1,-2-3 0,3-1 0,2 3 203,1 0 1,2-4 0,-1-3-179,1-7 0,0-1 0,-1-7 0,1-4 0,0-3-76,-1-4 0,1-7 1,0-6-1,-1-7 6,1-8 0,-2-6 1,-1-7-188,-2 0 0,-3 0 0,2 0 0,0 0 0,-2 0-321,1 0 1,2 4 0,-3 3-359,-3 5 1,4-1 0,0 10 857,1 2 0,-5 1 0,4 1 0</inkml:trace>
  <inkml:trace contextRef="#ctx0" brushRef="#br0" timeOffset="347">874 316 8297,'1'8'591,"3"0"0,-1-5 0,6 0-352,1-6 0,1-5 0,1-8 1,3-2 177,1-2 0,-2-1 1,2-5-1,-5-4-440,-2-4 0,-7 3 1,3 2-1,-4 2 33,-1 2 1,-7 5 0,-4 5 0,-6 5 4,-3 6 0,3 4 1,-4 5-1,-1 8 271,-2 7 0,3 9 0,1 5 0,2 2 193,2 2 1,2 6 0,3 1 0,3 1-381,3 1 0,4-2 0,1 3 0,1-3-639,4-2 1,6-5-1,7-6-70,2-1 0,1-8 0,6-11 1,1-6 609,1-4 0,12-14 0,-2-2 0</inkml:trace>
  <inkml:trace contextRef="#ctx0" brushRef="#br0" timeOffset="669">1279 227 7834,'-17'0'0,"-1"1"180,-2 4 0,-1 2 0,-3 5 0,1 2 1051,2 3 1,2 3-1,-2 7 1,4 1-530,3 1 0,7 6 0,2-2 0,4-1-632,1-2 0,7-8 0,4-4 1,8-4-648,4-7 0,1-5 0,9-8 1,-1-6 80,0-8 1,-4-10 0,2-3 0,-3-4 22,-2-1 0,0 0 0,-1 2 1,-3 2 53,-4 4 1,-4 4-1,-5 2 1,-2 3 2536,0 4 0,-6 8-1323,0 5 1,-6 14 0,-5 7 0,1 7-1,1 5-362,0 5 0,3 3 1,2 2-1,1 2-712,-1 1 0,2 0 0,-2-5 0,3-4-586,1-3 0,4-5 1,1-5-1,2-6-1023,3-4 1,2-9 0,0-2 1887,1-10 0,0-8 0,-1-6 0</inkml:trace>
  <inkml:trace contextRef="#ctx0" brushRef="#br0" timeOffset="832">1620 126 12612,'0'14'740,"0"3"1,0-2 0,-1 6 0,-2 3-300,-1 4 1,0 5 0,4 5 0,0 1-928,0 3 1,0-5 0,0 3 0,0 1-727,0-1 0,0-11 1,1-6-1,3-7-528,5-4 1,-2-8 1739,1 0 0,1-8 0,3-3 0</inkml:trace>
  <inkml:trace contextRef="#ctx0" brushRef="#br0" timeOffset="1063">1949 202 8015,'-17'4'262,"1"0"0,-7 6 0,2-2 0,-3 2 101,-1-1 1,0 2 0,-1-3-1,2 4 1,2 2 327,1 3 1,5-2 0,-1 6 0,5 2-290,3 1 0,4-3 1,6 0-1,3 0-31,5-2 0,8 0 1,4-7-1,4 1-304,5 0 0,2-6 1,4-3-670,-2-3 1,3-1 0,-4-1 0,3-3 601,-3-5 0,4-8 0,-5-2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2:38.9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293 121 7799,'-12'-19'10,"-1"-1"1,-2 1 186,-1 1 0,-2 6 1,-1-1-1,1 4 176,-1 3 0,4 1 1,0 7-1,1 2 39,-1 5 1,4 9 0,-1 5 0,4 3-164,2 2 0,1 1 1,-1 5-1,2-2-260,3 0 0,1-5 1,1 2-1,1-1-320,2-2 0,3-3 1,-1-1-1,2 0-333,2-1 0,-1-9 0,-1 2-2474,-2-6 3138,-1-6 0,-5-6 0,0-6 0</inkml:trace>
  <inkml:trace contextRef="#ctx0" brushRef="#br0" timeOffset="350">23 345 7799,'-9'0'611,"0"0"0,5 0 0,4 0-533,5 0 0,4 0 1,4 0-1,2 0-228,3 0 1,4-1 0,3-2 0,2-3 1,1-3 0,3-3 0,0-2 0,0 0-422,1-3 1,-6 3 0,1-1-1,-4 3 363,-6 4 0,-2-1 453,-6 6 0,-5 4 1,-4 7-1,-5 2 449,-3 2 0,-2 5 0,1-2 0,1 2-309,2-2 0,2 3 0,4-3 0,0 0-74,0 1 0,2-5 0,3 0 0,4-2-367,1-3 1,5-4-1,-1 0 1,2-5-174,-1-6 0,0-2 1,-1-4-1,-3-2 2,-4 0 1,-5-3-1,1-1 1,-2 0 113,-1 0 1,-4 4 0,-3 3 0,-5-1-84,-3 1 1,0 2 0,1 1-1,-1 4-186,1 4 1,3 2-1,-2 1 1,3 0-1136,1 0 1516,3 0 0,2 8 0,4 2 0</inkml:trace>
  <inkml:trace contextRef="#ctx0" brushRef="#br0" timeOffset="666">610 196 7799,'6'7'319,"0"1"109,1 3 0,-2 0 0,-1-2 1,-1 2-20,0 1 1,0-1 0,-3 2 0,0 0-185,0 3 0,0-2 1,0 2-1,0 1-88,0 0 1,0-1-1,0-1 1,0 2-56,0 0 1,0 1 0,0-3 0,0-2 84,0-3 0,-1-2-56,-2-1 1,2-5 0,-2-9 0,2-6-37,1-7 0,0-4 0,0-6 0,0-3-73,0 0 0,0 2 1,1-2-1,1 1-308,1 2 1,4 4 0,-1 3-1,3 0 61,0 2 1,0 6 0,1 2-1,0 4-396,2 3 0,-1 2 0,2 4 0,0 1-133,-1 2 1,5 2 0,-2 3 0,3-1 773,0 0 0,5 3 0,1 4 0</inkml:trace>
  <inkml:trace contextRef="#ctx0" brushRef="#br0" timeOffset="940">1001 121 7799,'-13'0'386,"1"0"0,-4 0 1,3 2-1,0 0 0,-2 2 605,1 1 0,2 1 1,0 4-1,1 3-471,2 2 0,3 1 1,1 2-1,1 5-249,2 3 1,1-1-1,1-2 1,0-2-447,0 0 1,4-4 0,2 2-1,3-3-724,4-3 1,-3-1-1,3-5 1,1-2-529,1-1 0,3-5 1,1-5 1426,-1-2 0,1-6 0,-1 0 0</inkml:trace>
  <inkml:trace contextRef="#ctx0" brushRef="#br0" timeOffset="1244">1103 289 7799,'6'5'1509,"1"-2"0,-1-2-1140,3-1 1,0 0 0,1-1-1,-1-2 1,0-4-99,1-4 0,-4 0 0,-1-2 0,0 0-172,0 1 1,-3-1 0,1 1 0,-3 0 0,-3 1 0,-3 3 0,-3 3 0,-3 1 149,0 2 0,-3 6 0,1 5 0,1 6-16,-1 2 1,2 6 0,3 1 0,0 1 52,3-1 0,-1 1 0,4 2 0,2-1-614,3-1 0,4-5 1,6 1-1,4-4-738,1-5 1,3-6-1,2-3 1,3-2-419,2-1 0,-3-4 1484,1-2 0,0-6 0,3-3 0</inkml:trace>
  <inkml:trace contextRef="#ctx0" brushRef="#br0" timeOffset="1333">1466 345 7775,'-1'5'538,"-1"-1"1163,-1 0 0,-1-3-1370,1 2 0,1 2-331,-5-2 0,5 0 0,-2-3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2:37.0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37 7799,'-1'-8'177,"-2"1"0,1 0 0,-3 3 1251,1-1-751,0 3 0,1-1-444,0 6 1,0 6 0,3 8-1,0 4-98,0 7 0,0 1 0,0 6 0,-1 3-51,-2 1 1,1 2 0,-4 0 0,0 1-152,0 0 1,-2 0-1,3-7 1,-1-3-72,0-4 0,3-10 0,0-3 32,2-4 1,1-6-1,0-5 1,0-7-318,0-4 0,4-3 0,3-5 0,2-2 160,3-4 1,3 5 0,3-5 0,1 3 129,0 0 1,0 7 0,2-1-1,1 6-35,-2 4 0,1 2 0,0 5 1,1 3 360,-2 5 0,-4 9 0,-5 7 1,-3 2 283,-1 0 1,-6 2 0,-1 2 0,-7 3 7,-4-1 0,0-1 0,-5-6 0,-1-4-159,-4-3 1,4-7 0,-1 0 0,0-5-222,1-4 1,-1-3 0,1-4-1,3-5-981,0-6 1,2-2 0,4-3 0,2-2-1885,2-3 2760,3-2 0,1 0 0,0-1 0</inkml:trace>
  <inkml:trace contextRef="#ctx0" brushRef="#br0" timeOffset="316">438 260 8297,'0'10'471,"0"-1"1,0-2 0,0 2-132,0 5 0,0-1 0,1 3 1,1 0-127,1 2 0,3 1 0,-3-1 0,0 2-57,2 2 0,-4 1 1,2 3-1,-2-2-306,-1-2 0,0-5 0,0 4 0,0-3 49,0-3 0,-3-7-2,-1 2 1,-2-12 0,3-5 0,1-7 92,1-7 1,1-4 0,0-5 0,1-2-2,2-1 0,2 5 0,5-1 1,0 1-261,2 3 1,-1 2 0,1 0-1,0 2-145,0 4 0,-1 4 1,5 2-1,-1 3-459,0 2 874,-2 4 0,1-3 0,0 5 0</inkml:trace>
  <inkml:trace contextRef="#ctx0" brushRef="#br0" timeOffset="716">726 298 7921,'-6'0'550,"1"1"0,0 1-284,0 1 1,3 4-1,-3 0 1,2 4-107,0 1 0,0 6 1,3-1-1,1 4 19,2 0 0,2-1 0,5 0 0,-1 0-225,0-3 0,2-5 0,0 0 0,2-5-571,2-4 0,-3-7 1,3-5-1,-1-7 315,1-4 1,-4-5-1,1-6 1,-4-3 89,-2-3 1,-1 0 0,1 2 0,-3 3 287,-1 4 0,-2 7 742,0 3 1,0 9 0,1 13 0,1 8-351,1 8 1,3 4 0,-2 6 0,1 2-503,2 2 0,1-4 0,-1 1 0,0-1-492,4 1 0,-4-7 0,4 1 0,1-5-755,-2-5 1281,0-1 0,4-9 0,0-1 0</inkml:trace>
  <inkml:trace contextRef="#ctx0" brushRef="#br0" timeOffset="915">1136 139 8187,'-1'10'490,"-1"-1"0,-1 1 40,1 3 1,1 1-1,1 6 1,0 2-177,0 2 1,0 4 0,0 2 0,1 2-273,2 1 0,1-2 1,3 2-1,-1-2-621,1-1 1,-1-8-1,-1 3 1,0-3-667,0 0 1205,-3-11 0,2 10 0,-4-11 0</inkml:trace>
  <inkml:trace contextRef="#ctx0" brushRef="#br0" timeOffset="1142">1117 437 11133,'4'-9'661,"2"3"1,3 0-1,0 1-871,0 0 0,2 2 0,0-3 1,3 0-680,0 0 889,-3-2 0,11 3 0,-2-4 0</inkml:trace>
  <inkml:trace contextRef="#ctx0" brushRef="#br0" timeOffset="1374">1378 363 7895,'6'5'618,"0"-2"-309,1-2 0,2-1 0,-1-1 0,-1-1-253,-1-1 0,1-4 0,2 0 0,0-1-24,1-1 0,-4 2 1,-1-2-52,-1-1 0,-1-1 0,-3 1 1,0 1 93,0 0 1,-7-1 0,-2 2 0,-3 1 148,-1 1 1,-1 4 0,-2-2-1,0 3-39,0 1 1,1 6-1,2 2 1,1 4 141,4 3 1,2 0 0,-1 5 0,2 1-146,0 0 0,3 4 0,5-2 0,4 0-286,1-1 0,5 1 0,3-3 0,3-2-705,2-3 1,0-5 0,4-4-1,1-4 809,0-4 0,2-7 0,0-5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5:09.1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51 7777,'0'-5'649,"0"2"1,0 7-280,0 5 0,1 6 0,2 10 0,3 6-143,3 7 0,-3 6 0,0 6 0,0 4-83,-1 2 1,2-4 0,-4 3 0,-1-3-202,-1-2 0,-2-9 0,-1-1 0,-2-8-258,-1-3 1,2-14 0,-3-6-89,-1-6 0,0-12 0,-1-6 0,3-9 43,1-9 0,0-5 1,2-8-1,-1 0 98,1-3 1,2 7 0,2-2 0,2 0 212,1 2 0,2 1 0,5 0 155,0 4 1,4-5 0,-1 6 0,3 3 0,0 3 131,0 5 0,-3 11 0,-3 3 0,-3 6 21,-3 6 0,1 7 0,-4 7 0,-2 5 103,-3 4 0,0 1 0,-4 6 1,-1 1-151,-1 1 1,-2-3 0,-2-1 0,0 1-416,1-1 0,1-4 1,1-3-1,1-1-1022,1-4 0,0-5 0,4 0 1225,1-1 0,1-6 0,1-1 0</inkml:trace>
  <inkml:trace contextRef="#ctx0" brushRef="#br0" timeOffset="264">256 363 7777,'9'0'320,"-2"1"1,2 1-61,4 1 0,0-1 1,-1-5-1,-2-5-62,-1-3 0,0 0 0,0-4 0,0-3-150,-3-2 0,-2 0 0,-4-4 0,0 2-35,0 2 0,-4 1 0,-2 4 0,-4 4 90,-2 4 0,-2 4 0,-3 7 0,0 5 165,2 5 1,3 9-1,-2 3 1,0 6-72,3 3 0,1-3 0,2 3 1,2-1-397,3-1 1,2-3 0,2 2 0,2-4-738,3-4 0,3-7 0,3-3 0,3-2 216,3-3 1,0-8 0,0-10 719,1-5 0,-1-5 0,0-9 0</inkml:trace>
  <inkml:trace contextRef="#ctx0" brushRef="#br0" timeOffset="967">421 280 9195,'-6'5'566,"3"4"0,2 6 1,1 4-222,0 5 1,0 2 0,0 6-223,0 0 1,0 3 0,0-2 0,0 2 0,0-2 5,0-2 0,0-7 1,-1-4-1,-1-6-224,-1-5 0,0-8 0,3-4 15,0-8 0,0-7 1,0-6-1,0-3-281,0-2 0,4-3 0,1-1 0,1-1-218,1 1 0,0 3 0,3 0 0,1 1 8,0 2 1,-3 5 0,5 3 0,-2 1 570,1 1 0,-5 9 0,2 2 0,0 4 0,-5 3 0,-1 2 0,-1 2 0,1 0 0,-2 3 0,2-1 0,-2 1-25,-1 1 0,0 0 0,0 0 206,0 0 1,3 2-1,0 0 1,-1 2-1,-1 1 227,-1 3 1,1-3-1,1 1 1,1 2 329,-1 4 0,-1 0 1,-1 5-1,0 1-507,0 2 0,0-3 0,0 5 1,0-3-105,0 0 0,-1-9-116,-2-4 1,2-10-1,-2-8 1,2-10-517,1-9 0,0-4 0,1-7 0,1-3 63,1-3 1,3 5 0,-2-2 0,1 3 275,3 4 1,-3 1-1,0 5 1,0 4 210,0 2 1,-2 10-1,3 1 40,1 4 0,-2 7 0,0 3 216,-1 3 0,0 9 1,-1-1-1,0 3 0,-1 1 85,-1 0 1,-1 2 0,0 2 0,0 1-288,0-1 1,0-2 0,0-2 0,0-1-211,0-5 1,0-3-13,0-5 1,3-6 0,0-7 0,0-10-1,1-9-444,2-7 1,-1-1-1,1-3 1,1-2 358,1 2 0,2 2 0,0 0 0,1 3 250,1 3 0,3 1 0,-1 2 0,0 4 59,2 6 0,-3 7 0,0 5 0,-4 6 290,-3 7 0,1 9 0,-4 3 0,-1 4-60,-1 2 0,-1-1 0,0 2 0,0 0-424,0-1 1,0-1 0,0-4-1,0 1-707,0-4 1,0-5 0,1-3 155,2-4 644,-2-7 0,7-12 0,-2-6 0</inkml:trace>
  <inkml:trace contextRef="#ctx0" brushRef="#br0" timeOffset="1298">915 289 8933,'-8'1'0,"1"2"530,1 3 0,4 4 0,-2 2 0,1 3-177,0 2 1,0 3-1,4 0-253,2 1 1,-1 4-1,4-4 1,1 0 0,1-2-224,1-1 0,1-2 1,0-3-1,1-3-277,1-5 0,1-5 0,-1-6 0,0-8-92,-1-9 1,-1-2-1,-1-10 1,0-1 144,1-3 0,-4 2 1,-1 6-1,0 1 1206,0 4 0,-3 5-428,1 3 0,-2 13 0,-1 11 0,0 8-23,0 7 0,0 0 0,0 4 0,0 3-312,0 0 0,0-1 1,1 1-1,1-3-518,1-4 1,4-8 0,-1 3 0,3-6-725,0-4 0,-3-3 1,0-7-1,1-6 1146,1-7 0,1-6 0,1-4 0</inkml:trace>
  <inkml:trace contextRef="#ctx0" brushRef="#br0" timeOffset="1849">1190 207 7777,'3'-21'0,"0"2"315,-1 2 0,-1 8 543,-1-1 0,0 11 0,0 3-446,0 7 0,0 3 1,0 6-1,1 4 0,1 4 83,2 4 0,0 1 0,-2 3-500,1-2 1,1 3 0,-2-2 0,1 0 0,0 1-961,1 3 1,-3-8-1,2 1 1,-2-4-327,-1-2 0,0-8 829,0-6 0,-5-12 0,-3-16 1,-3-4 461,-1-5 0,2-1 0,1-1 0,0 2 118,0 1 0,3 3 1,1 0-1,-1 1 357,1 2 1,3 3 0,-1 1 0,2 0 25,1 3 1,4 2 0,2 2 0,4 2-282,2 1 0,-1 0 1,4 2-1,2-1-477,0 1 0,-2-1 1,0 1-1,2-2-680,0-1 0,-2 2 1,0-3-1,-1-1 937,0-1 0,-3 2 0,0 0 0,-3-1 0,-4 1 0,-4 0 0,-4 4 0,-4-1 0,-2 3 0,-2 3 1142,1 3 1,0 6 0,1 1-440,0 1 1,-1-2-1,5 4 1,-1 0-528,1 1 0,2 0 0,4 0 0,0-3 0,0-1-108,0-2 1,4 0 0,3-3-1,4-2-476,4-3 0,1-4 0,1-5 0,2-7-246,1-7 1,-1-4-1,-1-6 1,0-1 500,-3-2 0,1 4 0,-4-1 1,-1 6 681,-4 5 1,-3 10-267,-4 9 1,0 6 0,0 9 0,-1 4-89,-2 3 0,2 0 1,-2 1-1,1 0-477,-1 1 1,2-7 0,-2 1 0,3-5-588,3-5 1,2-3 0,4-6-1,0-3-495,0-5 1384,0-9 0,0-5 0,1-4 0</inkml:trace>
  <inkml:trace contextRef="#ctx0" brushRef="#br0" timeOffset="2147">1621 51 7777,'5'-9'348,"-1"0"104,-4-1 1,0 7 0,-1 6 0,-1 9 0,-2 5 0,0 4 0,0 5 450,2 3 0,1 4 0,1 4 1,0 0-759,0 3 1,0 0 0,0 3 0,0 1-497,0-3 0,3 1 1,0-4-1,-1-1-1347,-1-2 1,0-11 1035,2-3 1,-2-14 0,1-14-1,-3-7 142,-2-6 0,-4-4 1,2-2-1,0 1 520,2 0 0,-1 2 0,1-2 0,0 4 54,2 1 0,1 4 0,0 0 0,0-1 435,0 0 0,0 5 0,1 0 0,3 2-76,2 1 0,2-1 0,1 2-513,0 2 0,0-1 0,1 3 0,2 0 0,0 0-1114,-1 2 0,0 0 1214,1-1 0,3-2 0,3-5 0</inkml:trace>
  <inkml:trace contextRef="#ctx0" brushRef="#br0" timeOffset="2322">1749 262 7777,'-1'12'0,"-1"1"235,-1 1 1,-3-1 0,2 3 0,0 2 320,0 3 1,1 1-1,3-2-516,0 2 1,-3 2 0,0-2 0,1-3 0,2-3-1130,3-4 1,-1-5 0,4-4-98,1-2 1186,1-10 0,1-1 0,0-8 0</inkml:trace>
  <inkml:trace contextRef="#ctx0" brushRef="#br0" timeOffset="2463">1850 188 7777,'-9'-6'0,"0"1"88,0 1-1,2 1 696,1 3-2155,4 0 1372,2 4 0,5-3 0,5 3 0</inkml:trace>
  <inkml:trace contextRef="#ctx0" brushRef="#br0" timeOffset="2848">1896 216 7777,'-6'18'166,"0"1"0,-2 0 419,0 2 1,0 3-1,1 3 1,2 1-143,1-1 0,1-2 1,3-3-1,0-2 131,0-2 0,4-6 0,2-1 0,3-4-803,3-4 0,0-10 1,3-5-1,1-4-273,1-3 1,-4-4-1,-3-3 1,-1-2-79,-2-2 1,-4 4 0,0-3-1,-2 5 367,-1 3 0,-3 6 0,-1-2 1,-1 2 27,-2 1 1,-1 5-1,-1 1 1,-1 3-488,1 3 0,0 0 672,0-1 0,5 2 0,3-3 0,3 0 0,6 3 0,0-2 0,4 1 0,3-1 0,-3 2 0,2-2 0,0 3 176,1 3 0,-7 3 1,1 6-1,-2 4 274,-2 5 1,2-1 0,-4 3 0,-1 2 342,-1 1 0,-2 0 0,-1 4 0,-2 0-391,-1 0 0,-1-4 0,-2 0 0,2-2-239,3-4 0,-1-5-318,1-2 1,0-9 0,4-7-1,1-10 45,1-6 0,4-5 0,-1-6 0,2-1-455,1-2 0,0 2 0,1-1 1,-1 0 385,0 3 1,0 4 0,0 5-1,0 4 439,1 3 1,-1 7 0,0 5 0,0 6 106,0 8 0,0 7 0,1 4 0,-1 4-180,0 2 1,0 2 0,-1 2-1,-1-3-1101,-1 1 0,-2-7 0,1 2 914,-1-4 0,-1-6 0,-3-3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5:07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157 251 7777,'-4'-8'286,"-2"1"0,-4 0 0,-1 4 0,-1 1 107,1 1 1,-2 5 0,-1 3-1,1 5-105,0 3 1,0 3-1,2 4 1,1 2-76,2 2 0,5 5 0,0 0 1,2-2-145,1 0 1,5-7 0,3-3 0,3-4-489,1-5 0,2-3 1,0-8-1,1-4-134,1-7 1,-1-5 0,1-9 223,-4-3 0,4-3 0,-7 0 1,1 0-1,-1-3 229,-3-1 1,1 6 0,-4 1-1,0 3 504,-2 3 0,-1 7 1,-4 12-1,1 10 1,1 7-301,1 5 0,1 0 1,0 0-1,1 1-426,2-1 0,-1 0 1,5 1-1,0-2-144,1-2 0,1-2 0,0-4 0,0-3-93,1-3 559,-5-2 0,7-1 0,-2 0 0</inkml:trace>
  <inkml:trace contextRef="#ctx0" brushRef="#br0" timeOffset="313">331 205 7987,'0'9'0,"0"1"0,0 2 515,0 4 0,0 2 0,0 3 0,0 4-391,0 1 0,0-1 0,0-2 0,0 0-10,0-3 0,0-5 0,1-4-260,2-3 0,1-5 0,3-8 0,-1-8-280,1-7 0,1-7 0,2-4 0,0-6-19,2-5 1,-1 1 0,3-2 0,1 0 428,-1 1 0,-2 3 0,2 6 1,1 7 166,-1 6 1,-4 12-1,-1 13 1,-4 14 120,-1 12 1,-2 10 0,0 7-1,-3 1 204,-3-1 0,0-5 1,2-2-1,-1-3-347,1-6 0,1-6 0,1-6-937,0-4 0,1-7 1,2-10-1,3-9 808,3-7 0,4-5 0,1-6 0</inkml:trace>
  <inkml:trace contextRef="#ctx0" brushRef="#br0" timeOffset="613">670 3 7777,'0'25'121,"1"1"1,1 1-1,2 2 1,1 1 0,2 3-1,1 0 1,2 1 538,-1-2 0,-3-5 0,0 0 1,1-2-552,1-1 0,-3-6 0,-2-6-681,-2-1 385,-1-6 0,-4-1 1,-3-5-1,-3-1 1,-3-1-195,-2 1 0,0 1 0,-2 1 0,1 0 368,0 0 0,4 5 0,-1 3 1,2 4 269,3 2 1,4 2 0,1 1 0,2-1-167,1-1 1,4-2 0,3 0-1,2-2 175,3-3 1,-1-5 0,3 0 0,1-4-179,-1-5 0,1-5 1,3-9-1,-2-4-549,-1-2 1,-4 2 0,0-5 460,-3-1 0,4 1 0,-2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5:03.2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184 65 7722,'-10'-9'0,"-1"0"187,-1-1 0,-4 4 0,3 1 0,0 1 0,-1 2 174,-1 1 0,3 6 0,-2 4 0,0 6-87,-1 2 0,8 5 1,1 2-1,4 1 12,2 3 1,1-3 0,3 5-270,5-5 0,0 1 0,5-4 0,-2 0-139,0 1 1,3-3 0,-2-4-1,-3-1 1,-2-1-90,-2 0 1,-4 1 0,1 3-1,-3-3 46,-3-3 1,-2-2 0,-4 0 0,-1-2-153,-3-2 0,3-2 1,-2-4-1,1 0-163,-1 0 1,1-4-1,0-2 1,4-3 479,4-4 0,-2 3 0,4-11 0,-3 1 0</inkml:trace>
  <inkml:trace contextRef="#ctx0" brushRef="#br0" timeOffset="349">248 184 7681,'-13'0'288,"3"0"0,-2 1 0,1 1 178,2 1 0,3 4 1,1 0-1,1 4-265,2 1 1,1 5-1,2 0 1,2 4-46,3-1 0,5-1 0,3 0 0,0-1-369,2 0 1,2-2 0,3-3 0,0-3-235,0-5 0,-2-3 0,-2-4 0,0-4 149,-2-6 1,-1-5-1,0-5 1,-4-2 257,-2-3 1,-6 0-1,1 0 1,-2 3 181,-1 3 0,0 2 0,-1 5 0,-1 4 271,-1 3 1,-5 6 0,3 1-201,0 5 1,1 4-1,4 3 1,0 2-680,0 1 1,0 2 0,1-3-1,1 0-92,1-1 0,4-4 0,0-3 0,1-3 558,1-2 0,-4-1 0,3-4 0,-3-1 0</inkml:trace>
  <inkml:trace contextRef="#ctx0" brushRef="#br0" timeOffset="715">505 37 6870,'0'-9'356,"0"3"1443,0 0-1445,0 4 1,1 9 0,1 8 0,2 4-47,1 0 0,-2 0 0,3 3 0,0 2-255,-1 3 1,3-3-1,-5 1 1,0 1-39,1 4 0,-3-5 1,2 3-1,-2-3 64,-1-2 0,0-1 0,0-7-516,0-3 0,0-7 0,0-5 60,0-5 1,0-7 0,1-4 0,2-4 73,3-1 1,3-3 0,2 2 0,3 2 122,0 0 0,-2 6 0,3 2 0,2 3 127,0 3 0,1 3 1,0 7-1,-2 5 420,-1 5 1,-7 5 0,1 2 0,-1 3 50,-3 3 0,-1 0 0,-4 1 0,-1-1-55,-2 1 1,-5-4 0,-6-1-1,0-4-286,-2-5 0,-2-4 0,1-4 0,1-2-493,1-3 1,-1-2 0,-1-4 0,2-4-562,3-5 1,4-3 0,3-3 976,1-1 0,1-2 0,3-5 0</inkml:trace>
  <inkml:trace contextRef="#ctx0" brushRef="#br0" timeOffset="981">917 28 7998,'-13'0'278,"3"1"0,-2 1 1,1 2 199,2 1 0,0 3 1,0 3-1,1 2-44,2 1 1,2 2-1,4 3 1,1 1-217,2 2 0,6 3 0,6-1-249,2-1 1,2 2-1,-1-3 1,0-2 0,1 0-62,-1 2 1,-4-3 0,-2 3-26,-1-3 0,-6 2 0,-2 2 0,-2-2 42,-1-2 0,-4 1 1,-2-8-1,-4-1-166,-2-1 1,-1-5 0,-3-2-1,1-6-340,2-3 1,-3-6-1,2-4 1,-1-3 0,4-4-404,4 0 0,0-3 984,4-4 0,0-3 0,3-4 0</inkml:trace>
  <inkml:trace contextRef="#ctx0" brushRef="#br0" timeOffset="1160">1073 1 7777,'5'4'652,"-1"2"0,-1 3-374,0 3 0,1 1 0,-2 4 0,2 3 363,2 3 0,-4 2 0,1 6 0,-1 2-442,1 3 0,-2 2 0,2-1 1,-1 1-795,1-3 0,-2-6 0,2 0 1,-2-4-800,-1-6 0,0-3 1394,0-7 0,-4-4 0,-1-1 0</inkml:trace>
  <inkml:trace contextRef="#ctx0" brushRef="#br0" timeOffset="1306">1055 239 7777,'0'-6'0,"1"0"316,2-1 1,-1 2 0,3-2 0,0 1-114,0 1 0,1-2 0,3 4 0,0 1-830,1 1 0,0-2 0,1 0 627,1 1 0,5 1 0,-3 1 0</inkml:trace>
  <inkml:trace contextRef="#ctx0" brushRef="#br0" timeOffset="1460">1284 193 7777,'0'17'399,"0"-1"0,0 5 1,-1 0 4,-2 0 1,2-4-1,-2 4 1,2-1-193,1-1 0,0 1 0,0-3-1021,0-2 0,1-5 0,1-10 809,1-9 0,4-10 0,-2-5 0</inkml:trace>
  <inkml:trace contextRef="#ctx0" brushRef="#br0" timeOffset="1614">1330 74 7777,'0'-6'356,"-1"1"-526,-3 1-99,3 1 0,-3 4 269,4 2 0,4 2 0,2 4 0</inkml:trace>
  <inkml:trace contextRef="#ctx0" brushRef="#br0" timeOffset="1764">1449 19 7777,'0'13'272,"-3"-1"0,0 3 0,0 1 259,-2 1 1,4-1-1,-2 0 1,2 2-74,1 3 0,1 2 1,1-1-1,2 5-308,2 1 1,-3-3 0,2 4 0,0 2 13,0 1 0,-3-2 0,1 2 0,-2-3-2927,-1-2 0,0-7 2763,0-2 0,-4-3 0,-1-6 0</inkml:trace>
  <inkml:trace contextRef="#ctx0" brushRef="#br0" timeOffset="1911">1403 340 7777,'0'-9'164,"1"0"0,1 2 422,1 1 0,1 0 0,-1-3-212,3 0 0,-1 0 0,1 1 0,2 0-391,0 2 1,2 4 0,1-1 0,1 2 55,-1 1 0,3-3 0,-2 0-39,-1 1 0,3 1 0,1 1 0</inkml:trace>
  <inkml:trace contextRef="#ctx0" brushRef="#br0" timeOffset="2060">1632 212 7904,'-6'-2'1660,"0"-1"1,4 3-1474,-1 0 0,2 5 1,1 5-1,1 2 1,2 3-1,2 4 1,1 1-1,0 2-117,1 2 1,-2-3 0,0 4 0,0 0-370,0 1 0,-2-5 1,1-4 298,0-3 0,-3-5 0,3-5 0</inkml:trace>
  <inkml:trace contextRef="#ctx0" brushRef="#br0" timeOffset="2882">1632 221 7777,'0'-5'392,"0"-4"1,-1 8-137,-2-2 0,1 6 1,-3 4-1,1 2 54,2 3 1,0 3-1,0 7 1,-1 2-91,0 2 0,2 2 1,2-1-1,3 1-56,2-1 1,2 0-1,1-3 1,1-2-474,2-3 0,0-6 0,3-4 1,1-6-321,1-9 1,-1-8 0,-2-11-1,0-5 411,0-3 0,-2-1 1,0-2-1,-2-1 172,-1-1 1,-4 4 0,-2 5 123,-2 3 1,2 4 321,0 4 0,1 9 0,-4 5 0,0 10-12,0 5 0,3 3 0,1 4 0,1 2-381,2 1 1,-2-2-1,1 3 1,1-3-273,1-1 0,2-2 0,-1-2-189,0-1 1,-3-2 0,0-4 0,1-5 0,1-4 453,1-5 0,1-5 0,-1-2 0</inkml:trace>
  <inkml:trace contextRef="#ctx0" brushRef="#br0" timeOffset="3047">1989 28 7777,'-6'0'667,"0"0"1,4 2 0,-1 3 0,2 6-245,1 2 0,0 6 0,0 6 0,0 2-344,0 4 1,4-2 0,2 5-1,1 0-205,-1 2 1,3-2 0,-3-2-391,2 0 1,0-2 0,-1-3-1,-2-4 1,-1-5-2112,-2-4 2627,-1-8 0,-1-2 0,0-4 0</inkml:trace>
  <inkml:trace contextRef="#ctx0" brushRef="#br0" timeOffset="3190">1989 285 8101,'4'-9'210,"2"-1"1,0 4-1,0 1 1,1 0-611,1 0 1,2 0 0,1-2-1,2 1-705,-2-1 1105,3 3 0,0-9 0,5 3 0</inkml:trace>
  <inkml:trace contextRef="#ctx0" brushRef="#br0" timeOffset="3336">2182 175 7777,'0'13'0,"0"-2"0,0 5 0,0 1 203,0 3 0,0-2 0,0 2 0,-1 1 339,-2 2 0,2-3 0,-2 1 0,2-2-1697,1-4 1,1-3-1137,2-6 2291,2-10 0,4-10 0,0-9 0</inkml:trace>
  <inkml:trace contextRef="#ctx0" brushRef="#br0" timeOffset="3454">2218 147 8641,'-9'0'197,"3"1"0,1 2 0,1 4 0,3 0-499,3-1 0,3 1 302,4-4 0,0 4 0,1-2 0</inkml:trace>
  <inkml:trace contextRef="#ctx0" brushRef="#br0" timeOffset="3662">2310 166 7777,'0'9'0,"0"0"327,0 0 0,-1 1 0,-1 3 1,-1 2 209,1 2 0,1 1 1,1 1-1,0-1-253,0 0 1,4 1 0,2-1 0,2-1-374,1-1 0,2-7 0,0-6 1,1-2-6,-1-1 0,2-5 0,0-4 0,-2-7-35,-1-4 1,-5 0 0,-2-4-1,-2 1-179,-1-1 0,-3 4 1,-2-1-1,-2 2 104,-3 4 0,-2 1 0,3 4 0,0 1-318,0 3 0,-3 1 0,0 2-189,0 1 0,6 5 711,3 3 0,10 3 0,4 0 0</inkml:trace>
  <inkml:trace contextRef="#ctx0" brushRef="#br0" timeOffset="3962">2475 166 7757,'3'9'153,"0"0"1,1 0 116,-1 0 1,-2 1 0,3-1-1,-1 1 1,0 1 0,-1 2 403,-1 2 0,-1-3 0,0 3 0,0 0-538,0 0 1,0-2 0,0-4 0,0 0-787,0 0 299,0-4 1,0-2-1,0-6 156,0-3 1,0-3-1,1-3 1,2-3-136,0-3 1,0-1-1,-2-1 1,1-2 6,1 2 1,4-1 0,-1 2 0,1 0 309,-1 2 1,2 4-1,-2 1 1,3 3 140,0 3 1,0 3-1,0 7 1,0 5 81,0 5 1,-2 5 0,-2 1 0,0 2-43,0 2 1,-3-3-1,1 3-385,-2-2 0,-1-1 0,0-2 0,0-2 0,0-2 217,0-3 0,4-1 0,1-2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5:01.7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74 7692,'-4'-6'207,"3"1"1,-3 3 0,0-1 92,-3 1 1,3 5-1,0 4 1,1 6 78,0 5 0,0 4 0,3 6-251,0-1 0,3 3 1,2-1-1,2 1 0,5 1-38,1 1 1,-1-3 0,2-7 0,1-2-313,-1-2 1,0-10 0,2-2 0,0-6-80,0-6 0,-3-9 1,-1-13-1,-2-5 100,-4-2 0,2-6 1,-3-1-1,1 0 219,0-1 1,-4 11-1,1 3 1,-2 5 197,-1 7 1,0 8-1,1 10 1,1 7 251,1 6 1,3 9 0,-1 3 0,0 5-183,2 1 0,0-1 1,0 1-1,-1 1-502,1 0 1,1-6-1,1 2 1,-2-2-252,-1-2 1,0-3 0,3-3 0,0-5-366,0-4 1,-3-8 0,1-2-1,-1-6 832,-1-6 0,3-6 0,-3-5 0</inkml:trace>
  <inkml:trace contextRef="#ctx0" brushRef="#br0" timeOffset="349">614 55 7681,'-9'-9'114,"0"0"0,-1 0 0,-2 0 0,-1 0 444,-1 3 1,-1 2 0,-4 4 0,2 0-181,2 0 1,0 5-1,4 5 1,0 4-226,3 3 1,3 2 0,5 2-1,1 1-41,2 2 1,3 0-1,6 2 1,3 0-241,3-2 1,4-2-1,2 1 1,0 0-94,0-3 0,-2-4 0,0 0 1,-1 0 88,-4 1 0,-2-2 0,-1 0 0,-4-2 50,-6-2 1,-7-1 0,-3-1-1,-4 0 156,-2-3 1,-2 1-1,-4-4 1,-1-1-386,1-1 1,-1-1 0,-1-1 0,1-2-330,2-3 1,3-2 0,1-3 0,2-1-619,3-3 1258,5 2 0,-5-5 0,2 4 0</inkml:trace>
  <inkml:trace contextRef="#ctx0" brushRef="#br0" timeOffset="615">761 293 7681,'9'0'0,"1"4"0,1 0 249,1 1 1,4-3 0,-3 1 0,0-2 0,0-2 264,-1-2 0,1-2 0,-1-5 0,-1 0-419,-1-2 1,-3-2-1,-2-5 1,-1 0-130,-2-2 1,-1 1 0,-2-1 0,-2 2 60,-3 0 1,-4 5 0,-2 3 0,-3 4 165,-2 4 1,-2 3-1,1 3 1,1 4 181,1 4 0,-1 3 0,3 6 0,0 1-126,1 4 1,3-2 0,2 1 0,2 2-431,3 0 0,2 2 1,2-2-1,2 0-673,3-2 1,6-4 0,4-3 0,2-6-132,3-4 1,2-6-1,2-2 985,0-7 0,-1-9 0,3-7 0</inkml:trace>
  <inkml:trace contextRef="#ctx0" brushRef="#br0" timeOffset="831">1081 74 7681,'-4'12'0,"-2"1"384,-2 1 1,0 2 0,2 2 0,3 0 388,2 1 1,1-3 0,1 1 0,3 2-495,5 1 0,0-1 1,3-2-1,0 0-204,0-2 0,-2-1 1,1 3-1,-3-2 32,-2 1 0,-4-2 1,2 2-1,-4 0-372,-4 1 1,-1 2 0,-4-2 0,-1-2-474,-2-3 1,-2-1-1,-5-3 1,1-2-766,0-3 0,1-3 1503,-1-3 0,2-6 0,-7-6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5:14.4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 74 7132,'0'-5'1176,"0"8"1,0 7-893,0 3 0,-3 6 0,0 6 0,0 2-93,-1 4 1,3-1 0,-3 5 0,1 2-25,0 0 0,-4-5 1,4 0-1,1-4-404,1-4 1,-2-4 10,0-2 0,0-12 0,3-10 1,0-7-106,0-7 0,1-6 0,2-6 1,3-6 127,2-6 1,2 1 0,-1-5 0,1 1 107,2 4 0,-1 5 0,4 4 0,-1 1 97,0 5 1,-3 11 0,2 9 0,-3 4 175,-1 6 0,-1 5 1,-2 6-1,-2 4 75,0 6 0,-3-2 0,2 9 1,-1 2-56,2 3 1,-3-4-1,2 2 1,-2-1-79,-1-2 1,0-2 0,0-2 0,0-4-202,0-6-124,0-6 0,0-3 0,1-10 0,1-8-141,1-5 0,4-7 1,-2-4-1,1-2 170,0-4 1,3 2 0,4-5-1,-2 1 111,-1 0 1,2 1 0,0 7 0,0 3 153,-2 3 1,-1 11 64,0 2 0,-1 6 1,-2 7-1,-3 7 1,-1 7 33,1 2 1,-2 5 0,3 2 0,-3 1-355,-1 0 0,0-3 0,1 0 0,1-3-303,1-3 1,1-4 0,-1-4 87,3-4 1,2-3-1,1-8 1,0-2 380,1-3 0,-2-6 0,-1-3 0,-1-1 0,1-2 0,1 4 0,1-4 0,-1 2 0,-1 2 0,1 0 0,-2 5 251,2 0 0,1 3 0,0 0 0,-1-1 180,-1-1 1,1 0-1,-2 0 1,1-2-185,-1 0 0,1-4 0,-4-2 0,-1-2-271,-1-3 1,-1 0 0,-1-2-1,-2 1 57,-3 1 1,-2 6 0,-2 4 0,-1 4 136,-2 3 0,-2 4 0,3 5 0,1 4 139,0 5 0,2 7 0,0 5 0,1 3-103,2 5 0,2 2 0,4 0 0,0 1-352,0 0 1,1-5 0,2-2-1,4-4-122,4-1 0,0-10 0,5-3 1,1-7-489,3-4 0,1-7 0,3-5 0,1-8 147,-2-7 1,0-3-1,-3-8 609,-2 0 0,2-8 0,-5-1 0</inkml:trace>
  <inkml:trace contextRef="#ctx0" brushRef="#br0" timeOffset="224">733 0 7777,'-6'6'415,"1"1"1,0 1-39,0 3 1,2 0 0,-2 4-1,1 3-153,2 2 0,1 4 0,1 7 0,0 3-60,0 1 1,0-1 0,1-2 0,1 1-680,1 0 1,1-10 0,-2-1 0,2-3-818,1-6 0,-3-2 415,1-2 917,-2-4 0,-5-5 0,-1-5 0</inkml:trace>
  <inkml:trace contextRef="#ctx0" brushRef="#br0" timeOffset="372">651 358 7777,'0'-15'104,"0"3"0,-3 2 1,0 1-1,1 0 70,1 0 1,2-1 0,1 1 0,2 0-86,1 0 1,1 0 0,3 0-1,1-1 11,2 1 1,-1 0 0,2 0-1,-1 0-609,0 0 1,2 1 0,-3 1 508,1 0 0,0-7 0,-3 4 0</inkml:trace>
  <inkml:trace contextRef="#ctx0" brushRef="#br0" timeOffset="835">825 55 7039,'0'10'188,"0"3"0,-1-5 1,-1 3-1,-1 1 418,1 1 0,1 4 1,1 3-1,1 4-335,2 2 0,-1-1 0,3 7 0,0-1-184,0-1 1,-2-2 0,2-5-1,0-1 77,0-1 0,1-6 0,1-3-515,-1-2 1,-1-5-1,2-5 1,-1-7 52,1-4 1,-2-1 0,0-5 0,0-4 38,1-1 0,-1 1 0,2-3 1,-1 1 137,1-1 0,-2 7 0,0 0 0,0 2 377,0 4 0,-3 6 195,1 5 1,2 11 0,-2 9 0,-1 2-189,-1 4 1,-1 0-1,0 1 1,0-2-681,0-1 0,3-3 1,1-1-1,1-3-220,2-1 1,2-9-1,2-1 1,3-5 400,0-4 0,-2-3 1,2-7-1,1-5 236,-1-2 0,-6-5 0,1 3 0,-2 0 0,-2-1 0,2 2 0,-3 4 238,-2 1 0,-5 7 1,-4 6 38,-1 2 1,-1 6-1,0 3 1,1 5 372,2 1 0,-1 2 0,3 3 0,2 1-286,1-3 0,1-2 0,1 2 0,3-4-457,2-3 1,2 0-1,2-7 1,1-1-87,1-1 0,4-9 0,-4-4 1,-1-5-105,-1-5 0,-2-1 0,-2-5 142,-2 1 0,-3 0 1,-1 2-1,-1 3 0,-3 1-4,-2 4 1,-2 5-1,-1 0 1,0 4-126,0 2 1,0 4 0,-1-1-1180,1 2 1449,4 1 0,2 0 0,6 0 0,3 0 0,2-4 0,2-1 0</inkml:trace>
  <inkml:trace contextRef="#ctx0" brushRef="#br0" timeOffset="1117">1301 46 8047,'5'10'0,"-1"2"0,-2 1 235,1 1 0,-2 1 0,2 5 0,-1 1 0,0 3 0,2 4 0,0 1 0,1 2 0,-1-1 0,1-3 0,-1-3 408,0-2 0,2-6 0,-2-3-795,2-2 146,-4-4 0,1-10 1,-6-1-1,-4-1-227,-1 1 1,-5-2 0,-1 3 0,-1 1 113,-1 1 0,4 1 1,-2 0-1,1 0 347,1 0 0,3 4 0,2 2-112,1 3 1,4-3-1,-1 0 1,2 1-1,3 1-180,4 1 0,0-1 0,7-2 0,0-2-700,-1 1 1,4-4 0,-1 2 0,3-3-1027,0-3 1790,-4-3 0,8-7 0,-3-1 0</inkml:trace>
  <inkml:trace contextRef="#ctx0" brushRef="#br0" timeOffset="1282">1512 321 8009,'0'6'516,"0"0"1,-1 0 0,-1 0-517,-1 1 0,-4-1 0,2 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6:22.6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29 105 7853,'-9'-5'1271,"0"1"22,3 0-1069,2 3 1,4-3 0,0 8 0,1 2-1,1 4 257,1 2 0,5 3 0,-3 5 0,1 3-315,0 6 0,-2 1 0,1 7 0,-1 4-247,-2 1 1,-1 2-1,-1 3 1,0-3 4,0-3 1,0-6 0,0-5 0,0-7-1036,0-7 1,1-9-1,2-5-2038,0-4 3149,0-3 0,-3-5 0,0 1 0</inkml:trace>
  <inkml:trace contextRef="#ctx0" brushRef="#br0" timeOffset="264">86 10 7853,'10'0'0</inkml:trace>
  <inkml:trace contextRef="#ctx0" brushRef="#br0" timeOffset="417">105 10 7940,'10'0'157,"-4"0"1,1 1 0,1 3 394,4 2 0,-4 3 0,3 4 0,-2 4-176,-1 4 1,-1 3-1,1 5 1,-1 1-83,-4 1 1,-3-3 0,-3 2-1,-4 1-135,-1-1 1,-3-5 0,0-4-1,-3-4-222,-1-4 1,3-4 0,-3-2 0,1-4-696,2-2 0,1-2 1,0-2-1,1-5-159,1-4 1,3 0 0,0-5 0,2-2 916,3-1 0,-3-2 0,-1-7 0</inkml:trace>
  <inkml:trace contextRef="#ctx0" brushRef="#br0" timeOffset="791">334 1 7853,'-7'6'387,"1"1"34,-1 0 1,1-2-1,1 2 1,1 0-140,2 1 0,0 3 0,-1 2 1,0 4 135,1 4 1,1 3 0,1 5 0,0 0-356,0 3 0,3-2 1,0 4-1,0-1-559,-2-2 0,2-5 0,0-2 1,0-1 109,1-6 0,1-2 0,2-6 0,-1-3-284,2-3 0,0-4 0,2-5 670,-1-7 0,1-4 0,-1-2 0</inkml:trace>
  <inkml:trace contextRef="#ctx0" brushRef="#br0" timeOffset="1082">448 153 7714,'-10'0'850,"4"0"-231,0 0 1,2 1-1,-1 2-333,1 4 0,1-2 1,3 2-1,0 3-166,0 1 0,0 6 0,1-1 0,1 2-179,1 1 0,4 0 0,0-1 0,2-1-243,4-1 0,-2-5 0,1 1 1,0-3-115,0-3 1,-1-5 0,2-2 0,-3-8 146,0-5 1,2-5 0,0-3 0,-2-1 143,-3-1 0,-2 0 0,3-1 0,-3 5 775,-1 3-459,-1 6 0,-3 2 0,0 10 0,0 8-181,0 6 0,-1 6 0,-1 1 1,-1-1-25,1-1 1,1-2 0,2-2 0,2-3-537,3-3 0,0-1 0,0-3 0,1-3 550,2-2 0,0-5 0,5-6 0,1-4 0</inkml:trace>
  <inkml:trace contextRef="#ctx0" brushRef="#br0" timeOffset="1363">733 115 7762,'-10'0'313,"1"0"0,-1 0 0,1 1 1,-1 2 258,1 4 1,3 2-1,-1 4 1,1 3-319,1 2 1,0 2 0,5 0-1,0 0-82,0-2 1,5-6 0,1 0 0,3-4-586,4-1 1,-1-5 0,4 0 0,1-4-548,1-4 0,-2-7 960,3-3 0,-10 7 0,4 0 0</inkml:trace>
  <inkml:trace contextRef="#ctx0" brushRef="#br0" timeOffset="1644">895 248 7853,'0'15'0,"0"6"0,0 0 721,0 6 0,-5-3 1,-1 5-1,-2 1 105,-2 0 0,1-3 0,-2 4 1,-2-5 34,-2-4-1066,1-6 0,-4-2 0,2-6 0,-1-1 1,0-4-1,2-3 0,1-4-343,-1-6 1,3-5-1,1-6 1,3-3-3539,5-4 4086,2 2 0,1-15 0,0 2 0</inkml:trace>
  <inkml:trace contextRef="#ctx0" brushRef="#br0" timeOffset="1933">971 39 7853,'0'9'466,"-3"1"1,-1-1 0,2 1-52,1-1 1,1 1 0,0-1 0,0 1-160,0-1 1,0 2 0,0 2-1,0 3-25,0 2 1,0 2 0,0 1 0,0 1-111,0-1 1,0 3-1,-1 0 1,-1-1 1,-1-1 0,0-7 0,3 4 1,-1-2-1079,-3-2 714,3-6 0,-3-7 0,5-7 0,2-7 11,4-5 1,1-1-1,2-6 1,0 1-70,3 2 1,-1 4 0,2 2 0,0 1 297,-2 3 1,1 1 0,0 4 0,-1 3 381,-2 2 0,-4 2 1,-2 3-1,-1 5-9,0 6 1,-1 4-1,-5 3 1,-3 4 165,-3 1 1,-4 1-1,-2-3 1,-1-3-417,0-2 1,3-5-1,-2-3 1,-1-5-922,1-4 1,1-2-1,6-2 1,1-2 21,4-3 0,2-5 0,2-4 777,2-4 0,7-6 0,5 1 0</inkml:trace>
  <inkml:trace contextRef="#ctx0" brushRef="#br0" timeOffset="2224">1285 201 7810,'-15'4'0,"1"2"456,0 3 1,3-2 0,-4 0 0,0 3 733,0 0 0,4 0 0,-1 6 0,4 2-816,1 3 1,5 2 0,-1 2 0,3-1-307,3-1 0,2-6 0,6 0 0,1-6 60,0-5 0,5-4 0,-1-3 0,1-3-907,-1-6 1,1-7 0,-4-6 0,1-3 322,0-3 1,-5 2-1,-3-2 1,-2 0 371,-2 3 1,-1 4-1,-1 1 1,-1 3 156,-2 2 0,-2 5 0,-5 1 0,1 3-305,-1 3 1,1 1-1,-1 3 1,2 1-668,1 2 1,3 2-1,4 6 1,1 1 898,2 0 0,3 1 0,3 1 0,1 1 0</inkml:trace>
  <inkml:trace contextRef="#ctx0" brushRef="#br0" timeOffset="2508">1408 210 7810,'-6'0'203,"-1"0"1,0 0 574,-1 0 1,1 0 0,1 1 0,-1 2-86,-2 4 1,1 1 0,0 2 0,3 0 59,1 3-695,1 2 0,3 4 1,1 0-1,2 0 0,4 0 1,4-1-1,3-3-380,0-2 0,2-6 0,3-4 0,0-3-261,0-3 0,-3-7 1,0-6-1,0-3 246,-1-3 0,-1-1 0,-3-3 0,-1 3 882,-1 0 1,-3 7 0,1 0 33,-4 5 0,-2 6 1,-1 5-1,0 8-337,0 7 0,-1 1 0,-1 9 1,-2-1-488,2 0 1,1-3 0,1 2 0,0-3-554,0-1 0,0-4 0,1-3 24,3-1 0,1-6 0,3-4 0,0-5-1662,-2-6 2436,-4-5 0,7-5 0,-4-4 0</inkml:trace>
  <inkml:trace contextRef="#ctx0" brushRef="#br0" timeOffset="2804">1693 115 7807,'4'6'901,"-1"1"0,0-4 737,-3 3-1110,0-4 1,0 4-172,0-3 0,0-1 0,0 4 0,0 2-70,0 0 0,0 6 0,0 2 0,0 2-72,0 1 1,0 4-1,0 1 1,0 1-34,0 1 0,0-1 0,0 2 1,0-4-517,0-4 1,0-6 0,1-1-23,2-1 0,-1-7 0,4-5 0,-2-7 205,-2-7 0,3-7 0,0-4 1,2-1 19,-1-2 0,1 1 0,2-1 0,1 1 8,-1-1 1,-3 5-1,1 2 1,0 2-178,2 0 0,0 6 0,1 2-448,-1 5 1,1 2 263,-1 5 0,-3 0 1,0 2-1756,-2 1 2239,3 2 0,-1 4 0,3 1 0</inkml:trace>
  <inkml:trace contextRef="#ctx0" brushRef="#br0" timeOffset="3052">2007 20 7805,'0'9'429,"0"1"0,0 0 1,0 2-1,-1 2 516,-2 1 0,2-3 1,-2 4-1,2 1-346,1 1 1,3-2-1,0 0 1,0 1-296,1 1 1,-1-3 0,3 0 292,1-1-1308,-2-1 0,-2-8 317,-6-2 0,-4-5 1,-4-1-1,-3 1 130,-1 1 0,3 1 0,-1 0 1,0 2 358,0 4 0,1 3 0,2 8 0,2 4 139,1-1 1,3 1-1,4 0 1,0 1 117,0-1 0,4-2 0,3-3 1,2-4-174,4-5 1,-1-3 0,2-4 0,1-2-543,0-4 1,-2-2-1,1-7 1,0-2-1295,-2-1 1,-2-1 1294,0 0 0,-4 0 0,-1 0 362,0 0 0,-2-5 0,-3 0 0</inkml:trace>
  <inkml:trace contextRef="#ctx0" brushRef="#br0" timeOffset="3444">2445 86 7762,'0'-18'0,"0"3"190,0 2 1,0 2 131,0 2 1,0 5 0,1 4 117,2 5 1,-1 4 0,3 4 0,1 4-128,-1 4 1,-3 1-1,2 6 1,-1 1-231,1 1 0,0 3 0,-2-2 0,1 1-550,-1 1 0,-1-2 0,-1 2 0,0 0 235,0-2 0,0-6 0,-1-5 0,-1-5-2578,-1-6 2810,-5-5 0,3 0 0,-4-4 0</inkml:trace>
  <inkml:trace contextRef="#ctx0" brushRef="#br0" timeOffset="3697">2340 315 7737,'0'4'1296,"1"-3"-679,2-3 1,0-6-1,6 2 1,3-2-391,1-2 0,3 1 0,4-1 1,2 1-37,4-1 1,1 0 0,2-2 0,0-1-192,3 2 0,-2-4 0,2 0 0</inkml:trace>
  <inkml:trace contextRef="#ctx0" brushRef="#br0" timeOffset="4111">2892 58 8200,'0'-4'503,"0"4"0,0 5 1,0 8-1,0 4-116,0 4 0,0 4 0,1 7 1,1 5-429,1 6 1,0 1-1,-3 7 1,1-2-313,2-2 0,-2-10 1,3-5-1,-3-6-790,-1-6 1,0-11 607,0-6 1,-1-17 0,-2-9 534,0-2 0,-8-2 0,0-1 0</inkml:trace>
  <inkml:trace contextRef="#ctx0" brushRef="#br0" timeOffset="4394">2854 153 7737,'9'-21'43,"1"2"1,-1 5 0,2-1 0,1 2 399,4 1 0,0 1 1,2 3-1,2 2 2,0 2 0,0 3 0,-1 1 1,-1 1-124,-2 3 1,1 1 0,-5 5 0,-3 3-138,-1 3 1,-6 0 0,1 2 0,-3 2-155,-3 0 1,-4 1 0,-4 0-1,-3 1-323,-1 0 0,-2-2 0,-3-4 0,-1-1 192,0-2 1,6-8 0,-4 5 0,2-2 365,2 1 0,5-4 0,3-2-165,0-2 0,4-1 1,3 0-110,5 0 0,5 0 0,2 0 0,4 0-238,2 0 1,-1 0 0,1 0 0,3 0-360,2 0 1,0 0-1,1-1 1,0-2 109,1-3 1,0-3 0,2-1 494,-1-3 0,5-6 0,-1-5 0</inkml:trace>
  <inkml:trace contextRef="#ctx0" brushRef="#br0" timeOffset="4666">3339 163 7737,'-10'9'0,"1"-2"0,-1 2 0,-1 2 602,-1 3 0,1 0 1,-1 4-1,1 3 165,1 2 0,5 4 0,2 3 0,2 2-398,1-1 0,1-6 0,3-5 1,5-5-440,2-6 1,6-5 0,-1-2 0,2-5-18,1-7 1,-2-5 0,0-6 0,1-3-101,-1-4 1,-5 2-1,0-6 1,-4 2-119,-1-2 1,-5 2-1,1 0 1,-3 3 135,-3 5 0,-3 2 0,-6 2 0,-2 2-260,-1 3 0,3 7 0,-3 3-241,1 2 0,3 2-401,4 2 1,5 1 1070,9 3 0,-1 1 0,8-3 0</inkml:trace>
  <inkml:trace contextRef="#ctx0" brushRef="#br0" timeOffset="4938">3624 48 7737,'5'0'284,"-1"5"1,-3 1 0,2 3-1,0 4 1,-1 3 0,-1 4 908,-1 5 1,0 2-1,-1 8 1,-1 1-914,-1 1 0,-1 2 0,3 0 0,-1 0-1030,-1-2 1,0-9 0,3 0 0,0-5-267,0-5 0,-1-5 0,-1-10-492,-1-6 0,-5-9 1508,2-4 0,-3-6 0,0-2 0</inkml:trace>
  <inkml:trace contextRef="#ctx0" brushRef="#br0" timeOffset="5245">3557 305 8478,'0'-9'377,"0"2"1,1 2 0,1 0-229,2-1 1,4 4 0,1-1 0,2 2 25,1 1 0,3 0 0,0 0 0,3 0-1090,1 0 1,1-1 0,3-1-1,1-2 608,0-2 1,0 3 0,-7-3 0,0 0 265,-1 0-102,-4-2 329,-7 11 0,-6-2 1,-8 10-1,-2 1 0,-1 5 1,1 3-1,1 4 1470,3 0 1,2 0-1,-2 3 1,4-3-1283,2-1 1,5-2 0,4-5 0,3-4-307,5-5 0,2-3 0,1-5 0,0-4 43,0-8 1,-1-3-1,-1-9 1,-2-1-422,-1-2 1,-6 3 0,-5 1 0,-2 0-36,-1 3 1,-1 2-1,-2 3 1,-4 4 50,-5 1 1,1 6 0,-1 2 0,1 1-1696,2-2 1,-1 3-20,1-2 2008,3 2 0,6 1 0,6 0 0</inkml:trace>
  <inkml:trace contextRef="#ctx0" brushRef="#br0" timeOffset="5594">4014 201 7737,'5'1'0,"-1"1"0,-1 2 155,1 1 1,2-2 0,-2 4-1,0 0 890,1 2 0,1 0 0,-3 1 0,0 0-665,1 3 1,-2 2-1,1 5 1,-2 1-281,-1 1 1,0 4-1,-1-1 1,-1 0-145,-2 0 0,-3-3 1,1-1-1,-3-3-68,0-2 0,2-9 1,1-1 26,-1-4 0,2-10 1,2-6-1,2-6 87,1-5 0,0-4 0,1 0 1,2-2-348,4 0 0,2 4 1,3-5-1,2 3-398,0 0 0,-1 5 1,3 2-1,2 2 95,3 1 1,0-1-1,3 3 1,0 1 647,-3 3 0,-1 6 0,-2 1 0,-2 2 0,-4 2 0,-5 2 30,-4 3 0,-3 3 0,-3 6 0,-3 2 645,1 1 0,-2 0 0,3 6 0,-1 0 179,1 1 0,1 1 0,3-3 0,0 1-315,0 0 1,4 2 0,3 4 0,1 1-240,1 0 0,1 0 0,-2 5 0,-1 0-167,-4-2 0,-2-4 0,-1-1 0,-1-2-365,-2-4 1,-4-3 0,-4-1 0,-3-5-649,-1-3 0,3-4 0,-4-4 0,-1-2 880,-1-4 0,3-5 0,1-8 0</inkml:trace>
  <inkml:trace contextRef="#ctx0" brushRef="#br0" timeOffset="6312">4518 324 6867,'-10'0'-87,"1"0"1383,-1 0 1,4 0-558,0 0 1,4 0-511,2 0 1,6 0 0,5 0 0,3 0-290,1 0 1,1 0 0,3 0-1,0-1-512,0-2 1,1-1 0,0-4-1,0 2-2090,-2-1 2662,-1 2 0,2-3 0,0 3 0</inkml:trace>
  <inkml:trace contextRef="#ctx0" brushRef="#br0" timeOffset="6612">4660 239 7877,'-4'5'408,"3"-1"0,-2-8 0,6-1 0,3-2-339,3 1 0,0 1 1,2-3-1,1 3 78,0 1 0,2 1 1,-2 3-1,0 0-122,0 0 0,-2 0 0,-1 2 0,-3 4 171,-3 7 1,-2 5-1,-2 4 1,-2 4-228,-3 5 0,-4 0 0,-2 2 0,-4 1-429,-2 0 0,2-8 0,1-1 1,2-6 459,1-3 0,1-5 0,2 3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6:31.2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57 104 10038,'0'11'0,"0"1"268,0 4 1,0 11-1,0 4 1,0 6-67,0 4 0,0 3 1,0 2-1,0 0-344,0-2 1,0-7 0,0-1 0,0-5-369,0-7 1,-1-7 297,-2-5 0,1-6 1,-4-6-1,-1-7 1,1-4-158,0-5 0,0-6 1,-1-4-1,2-2 151,0-4 1,2-3-1,3-4 198,0 1 1,0-1 0,1 6 0,2 1 0,4-2 106,1 0 0,6 6 1,2 1-1,2 4 37,1 5 1,1 2 0,0 5 0,0 2 226,-2 4 1,-2 5 0,-1 5-112,-6 4 1,0 10 0,-6 1-1,-1 3 1,-2 2-8,-3 2 1,-4 0 0,-4 5 0,-2-3-128,1 0 1,-1-1-1,0 0 1,0-3-615,0-3 0,5-5 0,-1-3 1,1-3-2102,3-2 2609,1-6 0,0-3 0,-2-5 0</inkml:trace>
  <inkml:trace contextRef="#ctx0" brushRef="#br0" timeOffset="378">276 266 7676,'10'0'177,"-1"0"0,1 0 0,-1-1 1,1-2-1,-1-1 0,1 0 1,-1-1 356,1-1 1,-1 0 0,1-3 0,-1-1-387,1 1 0,-4-4 1,-1 0-1,-1 1-164,-1-2 1,-3 3-1,-4-1 1,-2 2 82,-2 4 0,-3 2 1,-1 4-1,-1 2-84,-2 4 0,2 5 1,-2 8-1,2 1 64,1 2 0,2 2 1,0 4-1,2-2-74,1-1 1,0 1 0,4 1 0,2-1-45,3-4 0,3-3 0,6-3 1,1-5-1419,4-3 1,3-4 0,1-5 1488,-1-2 0,7-7 0,-6-5 0</inkml:trace>
  <inkml:trace contextRef="#ctx0" brushRef="#br0" timeOffset="735">504 171 8152,'-1'9'204,"-2"1"0,1-1 0,-3 1 0,0 0-61,3 3 1,1 2 0,0 5 0,-1 2 196,-1 3 0,0 5 0,3 3 1,0 3-186,0-1 1,0-3 0,-1-1 0,-1-5 161,-2-4 0,1-6-206,3-3 0,-3-11 1,0-5-1,1-7-162,1-6 71,1 1 1,0-13-1,1 2 1,1-4-1,2-4 1,1-2-1,3-3-333,0 0 0,2 6 0,-1 3 0,1-1-251,-1 2 1,4 0-1,1 4 1,0 3-24,3 1 1,-3 11 0,-1 4-1,-3 3 587,0 3 0,-1 5 0,1 0 0</inkml:trace>
  <inkml:trace contextRef="#ctx0" brushRef="#br0" timeOffset="1076">685 152 7676,'0'9'180,"0"1"509,0-1 1,-1 2-1,-1 1 1,-2 5-255,-2 4 0,3 5 0,-3 4 0,-1 4-309,2 3 0,-2-4 0,4 4 1,-1-4 255,0-6 0,3-7-641,-2-7 1,3-8 0,3-6 0,2-8 0,1-9 1,2-10 0,-2-6 0,3-1-21,0 1 0,1-1 0,-1-1 0,1 2 60,-1 2 0,0 9 0,-2-2 0,0 5 74,0 4 1,-2 6 0,2 7 313,0 2 0,-3 9 0,-1 5 1,0 5 66,0 4 0,-2 4 0,2 4 0,-2 3 0,-1-1 0,0-1 0,0-1 0,0 1 202,0-2 0,0 0 1,0-5-1,0-5-448,0-5 0,3-6 0,1-5-491,2-6 1,-3-13 0,3-7-1,3-6 80,2-6 1,0-2-1,2-1 1,-2 0 93,2 0 0,2 4 0,3 3 0,-2 5 310,0 4 1,-4 7 0,1 5 0,-3 6 426,0 3 0,-5 6 1,-2 5-1,-2 5-169,-1 3 0,0 4 1,0 1-1,0 1-148,0 3 1,0-3 0,0 0 0,-1 0-69,-2-3 0,2 0 1,-2-1-1,2-1-2102,1-4 0,1-5 2076,2-3 0,2-3 0,5-4 0</inkml:trace>
  <inkml:trace contextRef="#ctx0" brushRef="#br0" timeOffset="1416">1075 171 7676,'-7'0'581,"1"0"1,3 0 0,-2 1 0,0 2 537,3 3-933,1 3 0,1 1 1,0 3-1,0 3 1,0 3-1,1 3 0,1 3-20,2 3 0,3 0 0,-1 1 0,3-2-187,0-1 0,1-6 0,0-6 0,2-1-239,1-4 0,0-6 0,-1-11 0,2-9-470,1-9 0,-3-11 1,3-6-1,0-3 407,0-1 1,-1 4 0,2-2 0,-3 5 174,-3 6 1,-1 12-1,-3 8 431,-3 9 0,-1 7 0,-2 11 0,0 4 502,0 4 1,-4 0-1,1 4 1,1 2-559,1 0 1,1-2 0,0 0 0,0-1-688,0 0 1,1 1 0,1-1-1,2-4-66,2-3 1,0-10 0,4 0 0,-1-7 525,1-7 0,-1-12 0,1-10 0</inkml:trace>
  <inkml:trace contextRef="#ctx0" brushRef="#br0" timeOffset="1908">1493 18 7676,'0'-9'0,"-1"4"1114,-2 1 0,2 4 0,-3 4 0,1 3-346,-1 5 0,1 3 0,3 8 0,0 2-604,0 3 0,0 4 0,0 3 0,0 3-23,0 3 1,0 0-1,0 3 1,0 0-721,0 0 0,0-6 1,0-8-1,0-4-2817,0-7 0,0-7 3396,0-9 0,-4-8 0,-2-12 0,-4-4 0,-3-4 0,6 1 0,-2-2 0,0 0 0,1-2 0,2 5 0,2 3 0,1 4 240,0 2 1,0 2 0,3 2-1,0 1 766,0-1 0,1 4 0,2-1-834,3 0 0,4 3 0,1 1 0,3 1-392,1-2 0,-4 3 1,3-2-1,-1 2-137,0 1 1,3 0 0,-1 0-1,0-1 357,-2-2 0,1 2 0,1-3 0</inkml:trace>
  <inkml:trace contextRef="#ctx0" brushRef="#br0" timeOffset="2090">1636 190 7676,'-10'0'0,"1"0"628,-1 0 0,1 1 0,-1 1 1,1 2-33,-1 1 1,4 5 0,0 3 0,-1 2-354,2 2 0,-2 2 0,3 2 1,2 2-176,1-2 0,5-4 0,3-4 0,1-2-133,2-6 0,3-3 1,3-4-1,2-5-588,1-9 1,-1-3 0,-1-6 0,-1-2 567,1 0 1,-2-2-1,0 2 1,-2 2 589,-1 6 0,-2 1-329,0 6 0,-5 4 1,-2 9-1,-2 8 167,-1 6 1,-1 6-1,-1 2 1,-1 1-539,1 3 0,1-4 0,1-1 0,0-3-1061,0-3 0,0-2 0,1-6-1419,2-1 2675,2-12 0,5-5 0,-1-9 0</inkml:trace>
  <inkml:trace contextRef="#ctx0" brushRef="#br0" timeOffset="2988">1893 56 9300,'-5'-5'1780,"4"2"0,-2 6-1295,2 4 1,1 2 0,0 5 0,0 5-379,0 5 0,0 4 0,0 1 0,0 4-455,0 5 0,0-3 0,0 3 0,1-1-724,2 0 0,-2-8 0,3-4 0,-2-7 8,1-6 0,-2-6 0,1-6 1064,-4-6 0,0-7 0,-5-6 0,0-6 0,-1-2 0,-1 0 0,2 1 0,1 0 161,2 2 0,0 3 0,2 3 1,-1 2 533,1 4 0,1 1 0,2 3 0,1 0-249,1 2 1,4 4 0,0-1 0,1 2-297,2 1 1,2 0 0,1 0-1,-1 0-604,-2 0 1,3 0-1,-1 0 1,1 0-667,1 0 0,-2-1 0,2-2 1120,0 0 0,3-8 0,-2 0 0</inkml:trace>
  <inkml:trace contextRef="#ctx0" brushRef="#br0" timeOffset="3423">2073 171 7676,'0'9'349,"-1"-3"1,-1 1 0,-1 1 151,1 4 1,0-1-1,0 4 1,-2 0-189,2 0 1,0 1-1,0 3 1,-1-1-1232,1-3 1,1 0-215,1-2 1,3-8 0,1-3 1131,1-9 0,2-11 0,2-6 0</inkml:trace>
  <inkml:trace contextRef="#ctx0" brushRef="#br0" timeOffset="3424">2130 104 7870,'0'-5'-1789,"0"0"1789,0 5 0,5 0 0,0 0 0</inkml:trace>
  <inkml:trace contextRef="#ctx0" brushRef="#br0" timeOffset="3425">2235 94 7821,'-1'10'481,"-2"0"0,1-3 0,-4 1 0,1 4 268,0 2 0,-2 3 0,-2 4 1,0 2-144,3 1 0,-1-2 0,4 3 0,0-1-571,2 0 0,2-7 0,4-2 0,3-6-28,4-6 0,5-3 1,-3-5-1,2-4-448,0-6 1,-3-4 0,2-3 0,-2-2-123,-1-1 0,-6-1 0,-3 4 1,-1 1 287,-2 1 1,-2 1 0,0 1 0,-2 2-17,-1 3 0,-5 6 0,-2 1 1,0 2-613,1 2 1,2 1 355,-1 1 1,5 1 546,2 2 0,3-2 0,3 2 0,2 3 0,5-1 0</inkml:trace>
  <inkml:trace contextRef="#ctx0" brushRef="#br0" timeOffset="3426">2311 104 7676,'10'0'411,"-1"0"1,-3 1-1,1 3-25,0 6 0,-3 0 0,-1 6 0,0 2-18,0 3 0,-2 4 1,2 2-1,-2 1-243,-1 0 1,0-5 0,0 5-1,0-5 90,0-5 0,0-3 0,-1-7-127,-2-1 1,2-4-1,-2-7 1,2-7-287,1-7 0,1-6 0,1-7 0,2-1 61,1 2 0,1 0 0,1 3 0,-1 0 103,2 2 0,0 4 1,2 0-1,-1 3 30,1 2 0,0 8 0,3 2 0,3 4 512,2 2 1,1 9-1,-1 7 1,-2 9-321,-4 5 1,-1 4-1,-3 4 1,0 1-705,-2 2 1,-4-4 0,1 2 0,-2-3-760,-1-6 0,-4-5 0,-1-7 1275,-1-2 0,-6-2 0,1-5 0</inkml:trace>
  <inkml:trace contextRef="#ctx0" brushRef="#br0" timeOffset="3916">970 741 7676,'0'-6'2314,"0"-1"-1822,0 5 0,0-1 0,0 7 0,1 6-193,2 5 1,0 7-1,2 3 1,0 4-253,0 2 1,-3 3 0,3 4-1,-2 0-443,0 0 1,0-7 0,-3-4 0,0-2-3818,0-4 4213,0-5 0,-4-7 0,-1-4 0</inkml:trace>
  <inkml:trace contextRef="#ctx0" brushRef="#br0" timeOffset="4395">828 960 11302,'4'-9'395,"2"3"1,8-2-1,4 1 1,5-1-1,5-2 1,4 1-636,4-1 1,2 0 0,0-2 0,0-1-1123,0 2 0,-5 1 0,-5 3 1362,-8 1 0,-1-1 0,-5-2 0</inkml:trace>
  <inkml:trace contextRef="#ctx0" brushRef="#br0" timeOffset="4396">713 1255 7676,'0'-7'526,"-1"1"-228,-2-1 0,1 1 0,-4 1 350,-2 1 0,0 1 1,-2 3-420,1 0 1,-1 5-1,1 4 1,0 6 0,2 4 11,1 3 1,3 1 0,-3 3 0,2 3-189,2 0 0,1-1 1,1 3-1,1-1-246,2-2 1,2-3 0,5-4 0,0-4-775,3-5 1,-1-2 0,4-4 0,0-3-197,2-2 1,0-6 1162,-2-4 0,2-5 0,-3-5 0</inkml:trace>
  <inkml:trace contextRef="#ctx0" brushRef="#br0" timeOffset="4643">856 1302 7676,'-1'11'153,"-2"0"1,-3 2 393,-3-1 1,3 1-1,0 0 1,2 0-337,2 0 0,1 2 1,1 3-1,0-1-476,0-1 1,4-4-1,3-1-240,1-3 0,2-1 0,-1-4 0,0-2 0,-2-3-1306,-1-4 1811,1-3 0,2-9 0,1-2 0</inkml:trace>
  <inkml:trace contextRef="#ctx0" brushRef="#br0" timeOffset="4644">894 1217 7672,'-6'-1'12,"-1"-3"-647,5 3 0,-1 1 635,6 7 0,3 1 0,3 2 0</inkml:trace>
  <inkml:trace contextRef="#ctx0" brushRef="#br0" timeOffset="4645">1018 1274 7676,'0'15'253,"0"1"0,0-6 1,0 1-1,0 2 100,0 1 1,0 2-1,0 3 1,1 1-58,2 2 1,-1-1-1,3 5 1,1 0-453,-1 1 1,-2-1 0,2-2-1,0 0-408,-3 1 0,2-4 0,-1 0-163,-1-4 1,-1-7 0,-1-5 726,0-4 0,-1-3 0,-2-8 0,-2-8 0,-5-2 0</inkml:trace>
  <inkml:trace contextRef="#ctx0" brushRef="#br0" timeOffset="5425">1008 1416 7676,'0'-19'0,"0"3"104,0 1 0,3 2 1,2-3-1,-1-1 1,1 1-1,0 1 0,3 4 1,1-1-1,3 3 1,1 0 250,-2 3 0,3 4 1,-1 0-1,-1 4-237,2 4 1,-7 4 0,3 1 0,-3 3 58,-1 1 0,-2 2 0,-4 4 0,0 2-135,0 1 1,-4-5 0,-2 3-1,-1-1-400,-3-1 0,5-3 0,-6-3 1,-1 0-362,1-2 1,1-6 0,0-3 221,1-2 0,2-6 0,2-4 497,1-6 0,-3-3 0,1-1 0</inkml:trace>
  <inkml:trace contextRef="#ctx0" brushRef="#br0" timeOffset="5746">1179 1217 7676,'6'4'457,"1"-2"1,-3 4 1140,2 2-1444,-4 0 1,2 5 0,-3 1 0,1 0-1,1 4 1,-1 2 0,-1 4 0,0-1 0,2 1-1,0-1 1,-1 2 104,-1-1 1,-1-3 0,1 0-1,1-4-615,1-4 1,1-6 15,0 0 1,0-11-1,2-2 1,-2-9 182,1-6 1,-1 0 0,3-3 0,-1-1 219,-2 1 1,2 6-1,-2 0 1,1 3 271,-1 4 0,3 4-79,0 4 0,-2 11 0,0 4 0,-1 5-242,-2 2 0,1 1 1,-1 1-1,1 2-626,-1-2 0,2-4 1,0-3-1,2 0-180,1-2 0,-2-3 0,2-2 0,0-4 579,2-2 0,0-2 0,0-2 0,-2-4 213,-1-1 0,1-2 0,1 1 0,-1-1 32,0 1 0,-1 0 0,3 2 234,-3 1 0,2 0 1,-1-1-1,0 1 419,-1-2 1,3 0-1,-4-2 1,2 1-172,-1-1 1,-3-2 0,2-2 0,1-1-126,-1-2 0,-3 2 0,1 1 0,-2 0-130,-1 2 1,0 2 0,0 0 0,-1 1-155,-2-1 1,-2 4 0,-5 1 0,1 0-114,-1 3 1,1 1-1,-1 1-25,1 0 0,0 4 0,2 3 0,2 2 0,-1 4-91,1 3 1,3 3 0,-2 2-25,-1 1 0,4 7 1,-2-3-1,2 0 1,2 2-572,2-1 0,-1-2 0,5-4 1,0-4 166,2-5 0,1-5 0,2-4 0,2-3 552,0-3 0,2-7 0,3-5 0</inkml:trace>
  <inkml:trace contextRef="#ctx0" brushRef="#br0" timeOffset="5747">1655 1312 12023,'0'13'1078,"0"0"0,0 5-906,0 2 0,3 5 0,0 1 0,-1 1 1,0 2-175,2-1 0,-3 0 1,2-3-1,-2-3 185,-1-2 0,0-8-503,0-2 1,0-8-1,0-3 1,0-8 183,0-6 1,1-4 0,2-2 0,3-2 171,3-1 1,0-1-1,1 0 1,0 2-151,3 0 1,-2 2 0,1 0-1,-1 3-299,-2 3 1,2 2-1,2-2 1,2 0-2102,-1 0 2514,4 8 0,-3-10 0,4 7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7:46.3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7 7781,'-4'1'493,"0"1"1,1 3-267,2 1 1,0 4 0,1 3 0,0 5 30,0 4 1,0 2 0,0 5 0,0 2-169,0 2 0,0 0 1,0-3-1,0-3 8,0-4 1,0-8-120,0-1 1,0-9-1,0-4-201,0-6 1,0-3 0,0-5-1,0-4 115,0-4 0,3-1 1,1-5-1,0-2 19,1-1 1,-1 0 0,3 3 0,0 1 24,-1 2 1,1 7 0,0 0 0,-1 5 159,1 3 0,-3 4 0,1 5 0,0 3 60,1 6 1,-2 3 0,-2 2 0,-1 2 79,2 2 1,-3 1 0,3 2-1,-3 0-36,0 1 1,0 1-1,0-3-116,0 0 0,0-3 0,-2-2 1,0-1-1,0-3-113,2-2 1,0-6-109,0-3 0,2-6 0,1-8 0,1-6-26,1-3 0,-2-4 0,2-1 0,0 0 78,1 0 0,1 5 0,-1-1 1,1 5 140,0 3 1,-1 8 0,0 5 102,-1 3 0,-2 6 1,-1 4-1,0 5-155,0 3 1,-2 2 0,1 3 0,1 1-456,0 0 0,1-2 0,-1 3 0,3-2-17,0-1 0,3-2 0,1-7 0,2-1 117,1-4 0,2-6 1,-1-2-1,1-6 350,-1-5 0,-2-4 0,-1-3 0,0-1 0,-2-1 0,-3-1 0,-1 0 0,-1 0 0,-1 2 0,-2 3 0,-2 1 0,-1 2 65,-1 1 0,0 5 0,-3 3 0,0 1 400,-2 2 0,3 0 0,-1 2 0,0 1 123,2 3 1,0 0-1,-1 2 1,0 1-57,2 0 0,2 1 0,-2 1 0,1 0-408,2 1 1,0 0 0,1 2 0,1-2 10,1 1 1,1-4 0,2 1 0,0-2-131,3 0 0,-2-3 0,4 0 0,-1-2-682,0-3 1,2-5-1,-2-5 1,0-2 421,0-3 1,-3-1-1,2-4 1,-2 0 440,0 2 1,-2 3 0,0 1-130,-1 3 0,-3 6 0,0 6 192,0 4 1,0 6-1,0 2 1,0 4-309,0 1 1,0-1 0,1 1 0,1 1-612,0-1 0,1 0 0,-2-3 195,2 0 0,2-3 0,-1-7 0,2-1 0,0-4 132,-2-4 0,2-3 1,-1-7-1,1-4 343,0-2 0,-1 0 0,-1-1 0,2 4 0,-1 2 0,0 5 0,-1 2 568,-1 2 0,-1 2 0,-2 2 491,0 6 1,0 5 0,0 3-691,0 1 1,0 5 0,0 1 0,0 3 0,0 3 232,0 2 0,0-2 0,0 3-625,0-1 1,2 1-1,0-2 1,0-1-558,-1-1 1,-1 0 0,0-4-1,2-1 1,0-2-52,-1-3 1,0-7 0,-1-6-171,0-6 0,0-5 1,0-4-1,0-5 603,0-3 0,-1 0 0,0-5 1,-1 1 199,0-1 0,2 5 0,0-3 0,0 0 47,0 0 0,3 3 0,1-4 0,3 2 180,2 2 1,-1 3-1,3-1 1,1 4 439,0 4 0,-1 7 0,0 1 1,-2 4-163,0 1 1,-5 3 0,-2 4 0,-1 3-98,-1 3 0,-1 3 0,0 2 0,-3 1-53,-2 2 0,1-1 1,-4 1-412,2-1 1,0 3 0,0-4 0,-2-2-978,1-2 1,-1-1 0,4-6-4,1-2 0,2-4 1,0-6-1,2-6 1034,2-4 0,2-1 0,3-3 0,-1 0 0,1-2 0,0 0 0</inkml:trace>
  <inkml:trace contextRef="#ctx0" brushRef="#br0" timeOffset="444">601 87 7676,'7'-4'323,"-1"0"1,1 1 183,0 2 1,-3 4 0,0 3 0,0 3-156,-1 4 0,-1 0 1,0 4-1,0 3 127,0 1 0,-1 3 0,1 3 0,-2-1-391,0 1 1,0-5 0,0-1 0,0-2 130,0-2 1,0-3 0,0-3-2105,0-2 0,0-6 0,0-5 1256,0-7 1,-2-3 0,0-3-1,0-2 629,-1-2 0,2-1 0,-1-3 0,0-2 0,0-1 0,1 3 0,-1-3 0,1 2 0,1 0 0,3 5 0,2-1 0,0 3 0,0 2 0,3 4 0,-2 3 0,3 2 724,0 2 1,-1 2-1,0 0 1,0 2-261,-1 2 0,-1 2 0,0 3 0,-1 0-65,0 2 0,-4 1 1,2 4-1,-3-1-98,0 0 0,0 3 0,0 0 0,-3 1-425,-1-1 1,-2 0-1,-1-3 1,1 0-276,-1-2 0,0-2 0,1-3 0,-1-1-479,0-3 1,1-2-1,1-2 1,1-3 877,1-1 0,1-3 0,2-2 0</inkml:trace>
  <inkml:trace contextRef="#ctx0" brushRef="#br0" timeOffset="618">808 61 8277,'2'4'0,"1"1"433,-2 0 1,0 1-1,-1 1 1,0 2-106,0 2 1,0 0 0,0 2 0,0 3-218,0 2 1,0-2-1,0 4 1,0-2-660,0-1 0,0-5 0,0 1-150,0-3 698,0-4 0,0-9 0,0-4 0</inkml:trace>
  <inkml:trace contextRef="#ctx0" brushRef="#br0" timeOffset="1330">841 14 7731,'-3'-3'138,"-1"2"0,3-2-320,-2 0 1,0 3-758,1-3 939,1 3 0,-2 3 0,3 0 0</inkml:trace>
  <inkml:trace contextRef="#ctx0" brushRef="#br0" timeOffset="1716">908 21 8151,'0'6'799,"0"1"0,0 0 0,0-1-472,0 1 0,0 0 1,0 2-1,0 3 71,0 0 0,0 1 0,0 2 0,0 0 213,0 3 1,0 1 0,0 1 0,1 0-550,1 0 0,-1-3 0,1-2 0,-1-3-300,-1-3 1,2-5 119,0-4 1,3-7-1,-2-6 1,0-5-619,0-4 0,2 0 0,-1-3 0,0-1 354,1 1 1,-2 5-1,2 0 1,0 3 98,0 2 0,-1 4 765,0-1 0,-2 10 1,2 3-1,-1 6 51,-1 4 0,-2 3 0,0 2 0,0 4-682,0 0 0,0 0 1,0 4-1,0-1-616,0-1 1,3-5 0,2-1 0,1-3-149,0-2 1,1-4 0,0-6 0,2-5 912,3-5 0,-2-6 0,0-3 0,1-4 0,-1-2 0,-2-2 0,1 0 0,-1 1-2,-2 3 0,-2 4 0,-2 4 0,-1 2 324,-1 3 1,-4 4 0,-2 3 0,-2 1 621,0 1 1,1 3-1,0 3 1,0 1-437,0 2 1,3 2 0,0-1-1,1 0 73,2 2 1,0 0-1,1 1 1,0-1-758,0-1 1,3-3-1,2 1 1,0-1-401,2-2 1,2-2 0,1-3-1,0-2 68,2-3 1,-2-5-1,1-2 1,1 0 225,1 0 0,-3 1 0,-1-1 1,-1 5 442,-2 3 1,-1 3 0,-1 3 0,-2 4-36,0 6 0,-1 6 0,-1 6 0,0 3 1311,0 3 1,-1 1 0,-1-1-1,-3 1-945,-4-2 0,1-2 0,-2-3 1,-1-2-102,1-2 1,-1-6-1,-2 0 1,-2-2-1578,0-2 1,0-5-1,-2 0 1,0-3-3209,0-1 4394,-1-2 0,-5-5 0,-1-3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7:39.7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 57 7676,'0'-4'-1376,"-3"-2"1889,1 1 1,-2 2 1145,2-2-1022,-1 4 1,3 1 0,0 4-1,0 3-149,0 2 0,0 4 0,0 5 0,0 2-284,0 2 1,0 3 0,0 4-1,0 3-62,0 2 0,-2 4 0,-1 0 0,-1-1-897,-1-1 1,2-11-1,-1 0 1,1-5-1412,1-6 0,2-6 2166,0-8 0,0-6 0,0-4 0</inkml:trace>
  <inkml:trace contextRef="#ctx0" brushRef="#br0" timeOffset="454">80 43 7676,'2'-9'0,"0"0"151,3 0 0,-2 5 1,3 0 100,1 1 0,-1 1 0,5 2 0,1 0 116,0 0 0,2 1 0,-1 1 1,1 3-122,-1 3 1,-2 1 0,-1 2 0,-1 1-61,-3 0 1,0-1 0,-4 0-1,0 1-201,-1 1 0,-5 0 1,-3 1-1,-4 0-149,-4 1 0,-2-2 0,-3 1 0,-1-1 45,-1-4 1,1-1-1,0-1 1,2 0 104,1 0 0,3-4 0,0-1 0,4 0 541,4 0 0,4 0-38,6 2 0,1 1 1,5 2-1,2 1-340,2 1 0,0 3 1,1-2-1,1 1-533,0 1 0,2-4 0,-2 3 1,0-2-577,0 0 0,0-3 0,0-1 0,1-3 285,1-1 0,-1-7 1,1-3-1,-1-4 674,-1-2 0,2-5 0,0-4 0</inkml:trace>
  <inkml:trace contextRef="#ctx0" brushRef="#br0" timeOffset="885">373 157 7676,'-6'6'0,"-2"0"559,-1 0 1,2-1-1,-2 5 1,2 0 261,0 1 0,3 4 0,0 4 0,1 3-204,1 2 1,2 3 0,3 0 0,2 0-334,3-3 1,2-7-1,2-3 1,-1-5-272,4-4 1,-4-3 0,4-4 0,-1-3-305,-2-3 1,2-4 0,-5-3-1,0-4-79,-2-2 1,-5-3-1,0-3 1,-1 1-89,-1-1 1,-1 5 0,-1 1 0,-3 1 283,-3 1 1,-1 4 0,-1 2 0,0 3-215,-1 3 0,3 3 0,-1 2-104,2 1 1,3 2-572,2 1 0,4 1 0,3 2 1063,1-3 0,3 2 0,2-1 0</inkml:trace>
  <inkml:trace contextRef="#ctx0" brushRef="#br0" timeOffset="1326">547 63 7676,'6'-6'133,"-4"1"594,5 1 1,-5 4 0,0 1 49,-1 5 0,-1 7 0,0 2 0,1 2-330,1 3 1,-1 1 0,1 4 0,-1 1-157,-1 2 0,0 0 0,0 2 1,0 1-1140,0-1 1,0-5 0,0-1 0,0-5-874,0-3 0,-1-8 0,0-4 1201,-2-5 0,-2-5 0,1-6 520,-2-3 0,-1-2 0,0-3 0</inkml:trace>
  <inkml:trace contextRef="#ctx0" brushRef="#br0" timeOffset="1695">534 277 7676,'3'-7'135,"-2"1"246,4-1 0,-3 2 0,2 2-402,2 0 0,-1 1 1,2 2-1,1 0 75,0 0 0,1-1 1,1-1-1,0-1-391,1 0 1,0-2 0,2-2-1,1 1 1,-2-1 0,-1 0-1,-2 2 1,-1-1 340,-2 2 0,-3 3 1,-3 2-1,-3 4 1,-1 5 613,-1 2 0,2 0 0,-2 5 0,3-1 297,1 2 1,1-4 0,0 1 0,1-2-719,1-1 0,3-4 0,3-1 0,2-4-135,0-3 0,-1-1 0,1-4 0,0-3-269,-2-4 1,-1-2 0,-3 1 0,-2-1-152,-1-2 1,-1 4 0,-1 0 0,-2 1 367,-3 0 0,-2 5 0,-3 0 0,-1 2-106,0 0 1,1 3-1,0-1 1,2 1-1486,0 1 1052,2 3 0,5 0 1,3 1-101,5-2 1,5 1-1,0 0 629,-1-2 0,6 0 0,-2-1 0</inkml:trace>
  <inkml:trace contextRef="#ctx0" brushRef="#br0" timeOffset="2105">821 203 7676,'7'0'-15,"2"0"0,-3 1 1,2 1-1,-2 3 403,-1 1 0,-2 0 0,1 1 1,0 0 338,0 0 1,-3 0 0,1 1 0,-1 2-339,-1 0 0,0 1 0,0 2 0,0-1-276,0 2 1,-2-5-1,-1 5 1,-1-2-23,-1-2 0,-1 0 0,-1-2 1,1-1-657,-1-1 1,0-4-1,1 1 159,-1-3 0,2-3 0,2-2 0,0-3 539,1-3 0,2-5 0,2-1 0,4 0-61,2-1 0,0 0 0,3-2 0,1 0 236,1 0-407,0 3 0,0-2 0,1 4 0,1 0 1,2 1-1,0 0 0,1 1-1293,1 0 1,2-1 1391,2 1 0,-3 3 0,3 0 0</inkml:trace>
  <inkml:trace contextRef="#ctx0" brushRef="#br0" timeOffset="2569">1442 23 7676,'-1'-6'0,"0"1"457,-2 1 1,0 1 193,1-1 1,1 3-1,-1 2-270,1 5 0,4 6 0,2 7 0,1 3-149,1 5 0,-1 0 1,1 4-1,0-1 132,-1 1 0,1-3 0,-1 0 1,-1-2-310,-1-1 0,-2-9 1,0-1-1,-1-4-181,-1-3 0,-3-4 0,-1-1 0,-3-3 16,-2-3 0,-1-1 0,-3-4 0,0-2-333,0 0 1,3 1 0,-5-2 0,2 2 117,1 1 1,3 2 0,-2 3 622,2 0 1,2 1 0,3 2-116,1 3 1,2 1 0,3 4 0,3 2-27,3 0 1,0-1 0,3 1 0,-1 0-914,1-2 0,0 0 0,2-2 0,0 0-195,1-1 0,-3-2 1,0-3-1,1 0 951,1 0 0,0 0 0,0 0 0</inkml:trace>
  <inkml:trace contextRef="#ctx0" brushRef="#br0" timeOffset="3031">1575 344 7676,'7'-4'259,"0"-1"0,-1 2 1,2 0 142,1 0 0,-3-2 0,2 0 1,0-1-14,-1-3 1,2 0 0,-1-2 0,1-1-108,-1-3 0,-1 0 0,-1-2 0,-1 0-167,-3 0 1,-1 4-1,-1-2 1,-2 3-124,-2 2 0,-2 2 1,-5 2-1,-1 2 25,0 1 1,-2 3 0,1 3 0,0 2 59,-1 3 0,4 3 0,1 5 0,2 1-24,0 3 0,3 1 1,0 0-1,1 2-87,1 1 0,2-2 0,3 1 0,1-1-478,2-3 1,1-4-1,2 0 1,2-4-571,2-4 1,0-3 0,1-5 0,-1-2 368,1-4 0,-1-6 713,0-7 0,-2-3 0,-2-4 0</inkml:trace>
  <inkml:trace contextRef="#ctx0" brushRef="#br0" timeOffset="3032">1749 97 7853,'4'-11'1082,"-2"2"-645,-1 5 1,-1 4-1,0 6 1,0 3 319,0 5 1,0 4 0,0 0-1,2 4-523,0 2 1,3 0-1,-1 1 1,0 2-376,1 1 0,-1 2 1,2-4-1,0 0-738,-2-2 1,-3-5-1,2 1 1,-3-6 114,0-5 0,0-4 764,-3-3 0,-3-4 0,-5-2 0</inkml:trace>
  <inkml:trace contextRef="#ctx0" brushRef="#br0" timeOffset="3506">1749 317 8896,'2'-7'0,"1"1"0,1-1 0,1 0 0,1 1 604,1-1 0,-1 3 1,1 2-1410,0 1 1,-3 0-1,1 0 1,0-1 111,1 0 0,-2 2 693,1 0 0,-1 0 0,3 0 0</inkml:trace>
  <inkml:trace contextRef="#ctx0" brushRef="#br0" timeOffset="3507">1883 264 7676,'10'2'86,"-1"0"1,-2-1 153,0 0 1,0-1 0,2-1 0,-1-1 47,1-2 0,-2-2 0,0-2 0,-1 0-89,1-4 1,-3 0 0,0-2 0,-1 1-26,-1 0 0,-2-1 1,0 0-1,-3 0 99,-1 4 0,-5 2 1,-2 2-1,-2 1 42,0 3 1,0 4 0,0 3-1,1 4-3,1 2 1,2 1-1,-1 2 1,1 2-81,3 2 0,0 2 0,4 1 0,0 2-317,1 1 1,2-2 0,2 1 0,3-1-783,2-3 0,4-3 0,-1-1 0,2-4-712,0-2 1,-2-4 0,1-3 1578,-1-1 0,2-7 0,0-2 0</inkml:trace>
  <inkml:trace contextRef="#ctx0" brushRef="#br0" timeOffset="3977">2003 217 7676,'0'4'385,"0"1"1566,0 0-1520,0-2 1,0 5 0,0-1 0,0 3 0,0 3 0,2 1 0,1 2 172,1 1 1,-1 2 0,2 2-597,-3 2 1,-1 0 0,-1-2 0,0-2 0,0-2 176,0 0 0,0-5-88,0-1 0,-2-6 1,-1-6-1,1-5-98,-1-4 0,2-4 0,-1-1 0,1-3-97,1-1 0,3-2 0,0 0 0,0-2-283,3-1 0,-3 2 1,2-2-1,0 1-258,1 1 0,-2 4 0,1 1 0,0 3-403,1 1 1,-2 4 0,1 1 440,0 3 0,-1 2 0,0 3 601,1 0 0,-1 0 0,0 0 0,-1 3 0,2-2 0,-1 4 0,2-4 0,0 2 495,-1 0 0,0-1 370,-3 2 0,3 0 0,-3 3 0,-1 1-234,0 0 0,-1 1 0,1 4 0,0 2-321,1 1 0,1 3 0,-3 2 0,0 2-16,0 1 1,2 0 0,0 0 0,0-1-84,-2 0 0,1-7 0,1 1-567,0-4 0,1-5 1,-2-7-117,1-5 1,1-3 0,-3-7 0,2-3 128,0-3 0,1-1 0,-1-4 0,1-1 59,0 1 0,1 0 0,1 1 0,-1 4 332,-1 1 0,1 7 0,-1 1 0,-1 4 231,1 2 0,-3 3 0,3 4 0,0 3-82,-1 3 1,1 4-1,-2 2 1,2 3 277,-2 0 1,1 0 0,-1 1-1,1-1-287,0 0 0,-2-1 1,0-1-1,0 0 1,0-3-334,0-2 0,0-3 1,0-1-1,0-5 1,0-6-216,0-7 0,1-5 0,1-4 0,0-2 35,-1-1 1,1-1-1,-1 0 1,2 2 342,1 3 1,0 4-1,2 1 1,0 1 1054,-2 0 0,1 7-380,1 3 1,0 5-1,-1 4 1,-1 3-382,-1 4 0,1 1 0,-1 2 0,0 3-436,0 2 1,2 0 0,-2 0 0,0 0-635,0 0 0,1-3 1,-1-2-1,0-3-1084,0-1 0,2-5 0,0-3 323,1-4 0,-2-3 1519,1-5 0,-4-4 0,2-4 0</inkml:trace>
  <inkml:trace contextRef="#ctx0" brushRef="#br0" timeOffset="4150">2423 210 7676,'0'7'325,"0"-3"1,0 1-1,0 0 292,0 1 0,0 3 1,0 0-1,0 3-264,0 2 1,0 0-1,0 3 1,-2 0-569,0 0 0,0-2 0,2 0-1037,0-4 0,0-5 0,0-7-879,0-7 2131,0-6 0,3-12 0,0-1 0</inkml:trace>
  <inkml:trace contextRef="#ctx0" brushRef="#br0" timeOffset="4151">2443 163 7740,'0'-6'144,"-3"-1"0,3 3 0,-3 0 0,1 0 722,-1 0 1,0 3-1117,1-1 0,1 1-1109,-4 1 1,4 1 1358,-2 1 0,6 2 0,0 2 0</inkml:trace>
  <inkml:trace contextRef="#ctx0" brushRef="#br0" timeOffset="4889">2510 130 7676,'0'4'366,"0"1"326,0 0 0,0 1 0,0 1 0,0-1 154,0 1 0,0 0 1,0 2-1,0 3-251,0 0 1,0 4 0,0 2 0,0-1-462,0 1 0,0 0 1,1 1-1,0 0 22,2-1 0,-1-6 0,-2 1-472,0-3 1,1-4 0,0-4 0,1-5-474,0-3 1,-1-7 0,1-5 0,1-2 249,0-2 0,1 0 0,1-1 0,-1 2 422,-1 2 0,2 2 1,-1 0-1,0 1 249,1 1 1,-3 5 0,3 3 557,0 1 0,-2 2 0,0 7-195,0 4 1,-2 0 0,3 5 0,-1 0-598,-2 3 1,0 0 0,-1 3 0,0 0-31,0 2 1,0 0 0,1-1 0,0-1-1293,1-3 1,1-3-1,0-2 1424,1-3 0,2-2 0,1-5 0</inkml:trace>
  <inkml:trace contextRef="#ctx0" brushRef="#br0" timeOffset="5250">2711 217 8151,'0'4'1448,"2"-2"1,0-1-1,2 1-1013,2 0 0,0-1 1,1-3-387,2-2 1,-2-3 0,2-1 0,-1-2-256,-2 0 1,1-1 0,-1-3 0,-1 1 110,0 0 0,-4-1 1,1 2-1,-2 1 268,-2 2 1,-2 2-1,-2 3 1,-2 1 219,-1 3 0,1 3 0,-2 2 0,0 3-21,2 3 0,-1 2 0,2 1 0,1 1-142,0 3 1,3 2 0,0 2 0,1 0-342,-1-1 0,2 0 1,3-1-1,3-3-1004,3-1 0,1-5 0,1-3 0,1-3 292,2-2 0,-3-4 1,5-4-1,1-4 124,0-5 1,-1-4-1,3-4 1,-2-1 698,-1 0 0,-1-2 0,-1-2 0</inkml:trace>
  <inkml:trace contextRef="#ctx0" brushRef="#br0" timeOffset="5251">2924 110 7597,'-3'-4'211,"2"-1"1,-4 3 1061,0 0 1,1 2 0,1 0-618,0 3 0,-2 1 0,3 5 0,1 1-164,0 1 0,4 4 0,1-2 0,2 2-285,1 1 1,0 1 0,-2 3 0,1 1-182,-2 1 0,-2 0 0,2 1 0,-1 0 87,-2-1 0,-1-1 0,-2-2 0,-2-1-154,-2-3 0,-3-3 1,-1-4-1,0-1-1434,-2-2 1,2-2-1,-1-4 1,1-2-2927,0-4 4401,1-2 0,-3-5 0,1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8:10.1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28 179 7622,'-1'-8'0,"-1"0"-19,0 2 1,-3 2 319,1-1 1,0 2-1,0 4-69,1 1 1,1 2-1,2 4 1,0 0-83,0 1 1,0 2-1,1 1 1,0 0-163,1 2 1,4-3-1,-2-1 1,2 0-156,1-2 0,-1-1 0,1-1 0,0-1 17,-1-3 0,3-1 0,0-2 0,0-2-49,1-4 1,-2-3-1,2-5 1,1-1 132,-1-1 1,-2 1-1,1 0 1,-1 1 103,-2 2 0,1 5 1,0 1-1,-1 5 205,1 4 0,0 6 1,-1 7-1,-1 5 40,-1 3 0,-2 2 0,2 2 1,-1 2-42,-1 2 0,-2-4 1,0 5-1,0-3 5,-3-3 0,0-3 0,-4 0 0,0-1-176,-2-3 0,0-7 0,-1-1 0,0-5-478,-1-4 1,2-1-1,-2-2 1,0-2-4,1-4 0,-1-5 0,3-4 0,0-1-205,2-1 0,2 0 0,4 1 0,0 0 615,0 0 0,3-1 0,1-2 0</inkml:trace>
  <inkml:trace contextRef="#ctx0" brushRef="#br0" timeOffset="522">342 199 7676,'-1'7'323,"-1"0"1,-1 2-3,0 2 1,-2 2-1,-2 1 1,1 2-75,-1 4 0,3-2 0,0 2 0,1-2 177,2-1 0,0-2 0,2-6 0,1-1-422,2-5 1,2-1 0,1-3 0,0-1-198,2-3 1,-1-4 0,0-4 0,0-2-96,-1-2 1,-2 0-1,1-1 1,-3-2 29,0 2 0,0 2 0,-3 1 0,0 1 29,0 0 1,0 4 0,-1 1 0,-1 1-859,0 2 820,-3 2 0,2 2 0,-1 4 1,1 3 268,3 0 0,3 2 0,0 0 0</inkml:trace>
  <inkml:trace contextRef="#ctx0" brushRef="#br0" timeOffset="1055">428 179 7987,'0'9'631,"0"-1"1,0 2 0,0 0-310,0 3 0,0 1 0,0 4 0,0 0-190,0-1 0,3 0 1,1-3-1,1 0-294,2-4 1,-2-2 0,4-2-1,-1-2 174,1-1 1,-1-8-1,3-4 1,-2-4-434,-1-3 1,-1-1-1,-2-5 1,-1-2 262,-1-2 0,1 4 0,-1-2 0,-2 4 440,0 3 1,-1 6 22,0 0 0,1 10 0,0 3 0,2 7-22,1 6 1,-2 5-1,2 1 1,2 2-101,0 1 1,0-2 0,1 2 0,0-2-512,-1-3 1,2 1 0,-1-6 0,1 0-863,0-2 1190,-5-4 0,6-1 0,-5-4 0</inkml:trace>
  <inkml:trace contextRef="#ctx0" brushRef="#br0" timeOffset="1636">1003 5 7617,'-5'-4'-60,"1"3"435,-2 2 1,4 1 0,-1 3 0,3 3 199,0 5 0,0 2 1,0 6-1,0 4-424,0 4 0,0 5 0,2 0 0,0 1-164,-1 0 1,0-7 0,-1 2 0,0-1 54,0-4 1,0-7-1,0-5 1,-1-3-2058,-1-5 0,-1-1 2015,-4-4 0,0-9 0,1-2 0</inkml:trace>
  <inkml:trace contextRef="#ctx0" brushRef="#br0" timeOffset="1637">909 266 7676,'4'-7'184,"-2"0"0,0 1 124,0-1 1,-1 0-1,3 1 1,0-1-36,2 0 0,0 1 0,2 0 0,1 0-245,-1 2 0,3 2 1,2 0-1,1 1 60,-1 1 1,-1 0-1,0 0 1,0 0-1313,0-2 0,-1 1 0,0-2 1224,-2 0 0,2-1 0,-1-3 0</inkml:trace>
  <inkml:trace contextRef="#ctx0" brushRef="#br0" timeOffset="2164">1116 159 7069,'4'0'2412,"2"1"-2441,-2 1 1,2-1-1,1 3 1,-1-1 147,1-2 1,1 0 0,0-1 0,1 0 114,2 0 1,-2 0 0,2-1-235,1-1 0,0-5 0,2-3 0</inkml:trace>
  <inkml:trace contextRef="#ctx0" brushRef="#br0" timeOffset="2165">1296 65 7676,'0'7'246,"0"0"1,-2-1 165,0 1 0,-3 0 0,2-1 1,1 2-143,-1 1 1,-2 2 0,2 4 0,0 1-212,0 1 0,0 2 0,2 1 1,-1 1 10,0-2 1,1-1 0,2-1-1,1-3-1229,3-2 1,-2-6-1,2 0 1159,0-2 0,4-5 0,1-3 0</inkml:trace>
  <inkml:trace contextRef="#ctx0" brushRef="#br0" timeOffset="2166">1403 112 7671,'-1'6'0,"0"0"328,-1 1 0,-3 1 1,3 5-1,1 1 216,0 2 0,-1 2 0,-1 4 0,2 2-247,0 2 0,-1-1 1,0-1-1,0-1-446,1 1 1,1-5-1,0-2 1,0-2-1035,0-1 1,1-6-1,1-3 466,0-4 0,0-3 0,-2-7 717,0-2 0,-3-7 0,-1-3 0</inkml:trace>
  <inkml:trace contextRef="#ctx0" brushRef="#br0" timeOffset="2167">1390 185 7676,'7'-21'-67,"-1"1"0,-1 4 0,-1 2 0,1 2 339,1 3 1,1 2-13,0 3 1,-3 4 0,0 5 0,-1 3 371,-2 3 1,0 2 0,-2 2 0,0 2-385,-2 3 1,-2-3 0,1 3 0,-2 1-489,-1-3 0,1-2 0,0 1 0,0-2-685,2-3 1,2-3 0,-2 0 924,1-2 0,1-3 0,2-1 0</inkml:trace>
  <inkml:trace contextRef="#ctx0" brushRef="#br0" timeOffset="2585">1523 212 7676,'7'0'525,"-2"0"0,2 0-267,3 0 1,-3-3 0,0-1 0,0-3 108,-2-2 0,0 0 0,1-3 0,-1 0-213,-3-2 1,-1 3 0,-2-3 0,-1 2-1,-3-1 0,-1 5 1,-1 2-1,-2 2-116,-2 3 0,1 4 1,-1 4-1,2 6 90,0 4 1,3 3 0,1 2 0,1 2 14,1 0 0,1-1 0,2-2 0,0 0-102,3-2 1,1-3-1,4-1 1,3-4-1433,1-2 0,0-4 0,4-3 1,-1-1 1390,0-1 0,-1-3 0,3-1 0</inkml:trace>
  <inkml:trace contextRef="#ctx0" brushRef="#br0" timeOffset="2586">1737 239 7676,'-10'5'0,"1"1"0,1 2 916,2 2 1,-1 2 0,0 6 0,1 3-291,-1 4 1,0 1 0,1 5 0,-1 0-860,0 1 0,1-3 0,2 2 1,1-5-778,0-4 1,2-6 0,0-4-2022,2-1 3031,0-5 0,2 2 0,-3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8:08.1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14 7531,'-8'-1'0,"-1"0"-97,0-1 1,0-1 0,0 4 0,1 1 522,0 3 1,2 4 0,-1 3-1,0 2 62,1 4 0,2 3 1,2 3-318,1 2 1,2 3 0,1-3 0,3 0 0,3-3 52,3-3 0,0-6 0,0-1 1,1-6-419,0-4 1,2-3 0,-1-5 0,0-4-155,1-3 0,-3-5 0,-1-2 0,0-3 150,-2-2 0,-3 0 0,-3-1 0,-1 1 115,-1 1 1,-4 3 0,-3 3 0,-3 1 169,-3 1 1,0 4-1,-1 3 1,1 3-122,0 2 0,-1 3 1,2 0-1,1 0-411,2 3 1,4 1 0,1 4 0,1 2 53,1 0 1,5-2-1,1 2 391,2 0 0,4-3 0,0 3 0</inkml:trace>
  <inkml:trace contextRef="#ctx0" brushRef="#br0" timeOffset="526">248 1 7676,'0'6'81,"-1"1"0,0 0 89,-1 2 0,-3 0 0,3 2 0,0 0 172,2-1 0,-3 4 1,1-2-1,1 3-72,0 0 0,1 2 0,0 0 1,0 1-108,0 3 0,0-5 0,1 3 1,0-3-203,1-3 0,1 0 0,-3-5-352,3-2 1,0-4 0,3-6 111,-1-2 0,1-8 1,-2-2-1,2-3 34,1-4 1,-1 2-1,1-3 1,1 1 139,0 2 0,0 2 0,1 2 0,-2 1 394,0 4 0,-3 4 1,1 8-11,0 3 1,-2 6 0,-1 6 0,-1 4-183,-1 2 1,0 1 0,0 1-1,0 0-41,0-1 1,1-4 0,0-1 0,2-2-799,1-3 1,0-4-1,3-1 1,0-4-8,-1-2 1,2-6 748,1-2 0,1-7 0,3 0 0</inkml:trace>
  <inkml:trace contextRef="#ctx0" brushRef="#br0" timeOffset="695">502 21 7676,'-7'0'178,"0"0"0,1 0 1,0 0-1,0 2 337,-1 0 1,3 3 0,-3 1 0,0 2 77,2 3 1,1-1 0,-1 1 0,2 2-376,0 2 0,3 0 0,-3 2 0,3-1-210,0-1 0,3-3 1,1 0-1,2 1-568,1-1 1,-1-5 0,1-1 0,0-1-601,2-1 1,-1-1-1,1-3 1,-1 0 1159,1 0 0,-5-3 0,8-1 0,-5-2 0</inkml:trace>
  <inkml:trace contextRef="#ctx0" brushRef="#br0" timeOffset="1404">575 161 7676,'5'-2'-417,"-1"-1"0,0 1 1,1 0 451,-1 0 1,1-3 0,2 2 0,-1 0 0,1-3 163,0 1 0,-1-1 1,1 0-1,0-1-59,-1 0 1,1-1 0,-1 1 0,-2 0-168,-1-2 0,-3 2 0,0-2 0,0 2 81,-3 3 0,-3 1 1,-5 3-1,-1 0-4,-1 0 1,3 3 0,-4 3 0,0 3 124,2 2 0,1 0 0,0 3 0,2 1 72,2 0 1,3 2 0,1-3 0,1 3-255,0 0 0,0-2 1,5 2-1,3-2-469,2-3 1,4-1 0,-1 0 0,3-2-175,1-4 1,-1-2 0,3-4 649,-1-1 0,1-5 0,3-3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8:26.2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166 81 7676,'-3'-9'0,"-2"0"6,-1 1 0,0 1 1,-2 2-1,0 1 74,-1 1 1,-3 2 0,1 3-1,-1 3 129,-2 3 0,3 3 0,0 5 0,0 2-107,0 1 1,2 2-1,3 0 1,1 1-83,0 0 0,4-3 1,-1-2-1,4-1-127,2-1 0,3-2 1,2-3-1,2-3-275,2-4 1,1-2 0,0-2 0,3-2-607,0-4 988,-2-2 0,4-7 0,-2-2 0</inkml:trace>
  <inkml:trace contextRef="#ctx0" brushRef="#br0" timeOffset="673">239 0 7676,'-6'0'40,"-1"3"0,0 0 0,0 1 213,1 3 1,0 3 0,1 4 0,0 2-129,0 2 1,1 1-1,1 1 1,0 0-98,1 0 1,1 0-1,1-1 1,0 0 29,0-1 1,0-6-1,1 1-113,1-3 0,0-2 1,2-3-1,2-4-109,-1-2 0,2-4 0,0-6 1,-1-3-2,1-2 1,0 0 0,0-3-1,0 0 77,2 0 0,-2 1 0,2 1 1,-1 3 138,-2 2 1,0 6-1,-1 0 124,0 3 1,-4 7 0,2 7-1,-3 4-123,-3 4 1,3 0 0,-3 3 0,0-1-107,1-1 1,0 0-1,2-1 1,0 0-269,0-1 0,4-6 0,2-2 0,2-4-97,3-4 0,0-3 1,2-3 418,1-5 0,-1-6 0,0-2 0</inkml:trace>
  <inkml:trace contextRef="#ctx0" brushRef="#br0" timeOffset="674">413 181 7676,'-3'-11'86,"-2"2"0,-1 2 252,0 0 1,1 1-1,1 2 1,-1 1-158,-1 0 1,-1 2 0,1 0 0,1 2-39,0 4 1,3 3 0,-1 1 0,0 0-79,1 0 0,1 2 1,2 1-1,1 0-172,0-1 0,3-4 0,-1 0 0,2 0-261,1-2 1,0-3 0,-1 1 0,1-3 57,0 0 1,0-3 0,1-1 0,1-3 296,-1-2 0,-1 1 1,-2-2-1,-1 0 228,-1 2 1,1 1 0,-1 0-37,-2 0 158,0 1 1,-1 6-1,0 3-418,0 5 1,0 1 0,0-3 0,1 1-513,1 0 0,-1-1 1,2 1-1,0-1 593,1-2 0,-1-1 0,6 0 0,-2 1 0</inkml:trace>
  <inkml:trace contextRef="#ctx0" brushRef="#br0" timeOffset="1244">526 161 7718,'0'-5'452,"0"1"0,0 3 0,0 1-241,0 4 0,0 2 0,0 3 0,0 0-80,0 2 1,0 0-1,0 2 1,0 0-82,0 1 0,0-1 0,0 0 0,0-2-230,0-2 1,0-2 15,0 0 0,1-5 0,1-3 103,3-5 0,0-6 0,0-1 1,0-2-1,0-2-138,1 1 1,0 0-1,1 3 1,0 0 269,-1 2 0,-1-1 0,-1 4 70,-1-1 1,1 6 0,-2 3-64,0 3 0,-2 4 1,0 2-1,0 2-56,0 2 0,0-2 0,0 0 0,0 1-482,0 0 0,1-1 0,1-2 0,1-3 78,0-1 0,0 0 0,1-3 0,1 0 382,1-2 0,2-3 0,0-4 0,1-3 0,-1-3 0,0 0 0,0-1 0,1-1-73,-1-1 0,2-2 0,-2 1 1,-1 1 463,-2 0 1,-4 5-1,2-3 1,-3 5 348,0 1 1,0 4 0,-3 2-354,-1 1 0,-2 7 0,-1 1 0,1 3-222,2 2 0,-1-2 0,2 1 0,1 1-201,-1 1 0,3-2 0,-3-1 0,3 0-144,0-2 1,0-1 0,2 0 0,1-1-137,0-2 0,2-1 0,2-3 0,0 0 76,2 0 0,-2 0 1,2 0-1,-1 0 380,-2 0 0,-1 0 1,-1 1-1,-2 2 304,0 4 1,-1 2-1,-1 5 1,0-1-15,0 0 0,-3 2 0,-2-1 0,-1 3-188,0 0 0,-1-2 1,0-1-1,1-2-349,-1-3 1,1-1 0,1-2-1227,0-2 0,4-2 0,-1-5 587,1-3 0,1-1 0,1-3 0,1 1 746,2 1 0,2-4 0,1 3 0,-1 1 0,-2 1 0,2 2 0,-1 0 0,1-1-112,0 0 1,1 1 0,0-1 0,0-1 601,2 0 1,-1 0 0,3-1 0,-1-2-28,0 0 0,-1-2 0,2-1 0,1 0-190,-2-1 1,0 1 0,-2 0 0,-2 2-59,-2 2 0,-2 2 0,-3 1-154,-1 2 1,-3 1-1,-3 6 1,-2 4 81,0 3 0,0 4 0,-2 1 1,3 1 64,-1 1 0,3-1 0,-1 1 0,2 1 9,1-1 0,4 0 0,-2-3 0,3 0-914,3-1 0,0-4 1,5-1-1,1-3 22,2-2 0,1-3 0,2-3 0,-1-4 49,1-3 1,-3-6 0,-1-1 0,0-2 625,1-1 0,-3 2 0,5-5 0,-3 3 0</inkml:trace>
  <inkml:trace contextRef="#ctx0" brushRef="#br0" timeOffset="1776">974 87 7676,'2'-9'0,"0"0"276,0 1 0,1 4 143,2 2 1,0 4 0,0 2 0,0 3-58,0 2 1,-2 2-1,0 5 1,-1 2 340,0 4 1,0 2-1,-2 4 1,0 2-220,0 0 1,-3 3 0,-4 3 0,-3 3-309,-3 0 0,-1-5 0,0-1 1,-1-2-410,0-3 1,3-8 0,-3-2 0,3-4 398,3-3 0,1-8-166,-1 2 0,1-4 0,-1-1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08:15.9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27 167 7676,'-2'-4'-1032,"-1"0"1011,-1-2 0,3 3 0,-2-2 1,2 0 281,-1-1 0,1 2 0,-1-1 1,1 0 101,1-1 1,0 2 124,0-1 1,1 4-1,1-1 33,2 4 1,0 2-1,0 5-344,-1 2 0,1 4 1,-2 2-1,1 2 1,-1 2-53,0 2 0,0-1 0,-2 2 1,0-1-10,-3-1 0,0-2 0,-2-3 1,1-2-508,-1-3 0,1-4 128,-1-4 0,4-8 1,-2-3-1,1-5 0,-1-4-49,2-4 1,3-1 0,3-4 0,1-1 155,0-2 0,3 2 0,1-1 0,0 1-117,2 3 0,1 4 0,-1 2-24,-1 3 0,2 3 0,-2 7 0,1 1-108,-1 3 1,1 0 0,-3 0 404,-1 0 0,0 6 0,-2 1 0</inkml:trace>
  <inkml:trace contextRef="#ctx0" brushRef="#br0" timeOffset="601">201 134 7676,'-1'12'-88,"-1"0"1,0 1 456,1 1 0,-2 0 0,0 2 1,2-1 162,0 0 1,1-4 0,0 4 0,1-2 0,1-2 0,3-1 0,1-4-547,3-3 0,-1-4 1,1-4-1,0-4 1,0-3-1,0-4 1,0-4-1,-1-2-418,-2-2 1,0 2 0,-4-1-1,0 1 145,-2 0 0,0 5 0,-2-1 1,-2 3 80,-2 4 0,1 3 0,-4 2 0,0 2-121,0 2 0,0 1 1,3 2-1,1 1-115,0 2 0,4 2 0,-1 1 442,4 0 0,2-4 0,2 3 0,1-2 0</inkml:trace>
  <inkml:trace contextRef="#ctx0" brushRef="#br0" timeOffset="1127">354 41 7676,'4'9'226,"0"-3"0,-3 2 1,1 2 250,0 2 0,-2 0 1,0 5-1,0 1-231,0 2 1,0 0 0,0 5 0,0 2-286,-2 0 1,1-5 0,-1 1 0,0-3-48,0-4 1,1-4-1,-2-4-706,0-3 0,2-3 0,-2-5 0,1-3 338,0-5 1,-2-1-1,1-2 1,2 0 494,0-1 1,1 1 0,0-1 0,0 2 198,0 2 1,0 3-1,0-1 1,0 1 163,0 2 1,0 1 0,1 2 0,0-1-33,2 0 0,2 2 0,-1-2 0,2 1-460,1 2 1,0 0 0,1 0 0,2 0-673,0-1 1,2-3 0,0 2-1,0 0 760,-1-3 0,0 0 0,0 0 0,-2 1 0,-2 1 0,-3 3 0,-2 1 0,-4 4 0,-3 5 0,-1 3 906,0 2 0,0 1 0,0 2 1,3 0-333,0 0 1,1-2 0,2 1 0,0-2-543,3-1 1,0-3 0,5-3 0,1-4-39,2-3 0,1-3 0,-1-4 1,0-4-340,-2-4 0,0-1 1,-3-2-1,-1-1 225,-3 0 0,-1 1 1,-1 0-1,-2 3 119,-2 1 0,-1 1 0,-4 2 1,2 2-218,0 2 0,1 3 1,-1 2-464,0 1 15,4 1 1,0 1-1,6 0 1,1 1 601,2 0 0,1 2 0,-1-1 0,2 2 54,1-1 1,-2 1 0,2 1-1,-2 2 50,0 1 0,0-1 0,-1 2 1,1 1 357,0-1 1,-3 1 0,0 2-1,-1 0 511,-2-2 0,2 2 0,0-2 1,-2 2-687,0 0 0,-1 0 0,0 1 0,-1-1-308,-1 0 1,0-2-1,-1-2 1,-1-3 233,0-1 1,0-2-1,-2-4-459,1-1 0,2-5 0,3-5 0,0-3 87,0-2 0,0 0 0,1-1 0,1 1 149,3 0 1,3 2 0,1-2 0,0 0 4,0 3 1,0-1 0,2 2 0,1 0-217,0-1 1,2 3 0,-1 1 0,0 0-1580,1 2 1864,-1 1 0,3-3 0,1 0 0</inkml:trace>
  <inkml:trace contextRef="#ctx0" brushRef="#br0" timeOffset="1678">1129 67 7802,'-1'-3'579,"-1"0"1,-3 0-280,-1 1 1,-1 0-1,-1 2 1,-2 1 83,0 1 0,-1 2 0,-2 5 0,1 3-70,1 3 0,2 5 0,-1 4 1,2 3-231,2 2 0,4-3 0,0 2 1,2-2-309,2-1 1,2-7 0,3-4 0,2-3-653,2-2 0,2-5 0,0-3 0,1-5 72,2-5 0,-3-6 0,1-2 804,1-3 0,3-6 0,-1-1 0</inkml:trace>
  <inkml:trace contextRef="#ctx0" brushRef="#br0" timeOffset="1890">1215 0 8314,'-4'3'199,"0"-1"0,1 4 0,0 0 0,0 3 62,1 4 0,1 0 1,1 7-1,0 1 22,0 2 1,0 2 0,0 3 0,0 0-170,0 0 1,0-4 0,1 2-1,1-3-90,0-4 0,2-5 1,-1-5-117,1-4 0,0-3 0,2-5 0,0-4-255,1-3 0,-4-3 1,4-3-1,-1-2 109,0-1 1,1-1 0,0 1 0,1 1 290,-2 2 0,-1 5-32,2 2 0,-3 6 0,0 5 0,-1 7 48,-2 5 0,0 3 0,-1 4 0,0-1-278,0 0 1,0-1-1,0-1 1,0-3-1,1-2 1,1-3-1,3-5 1,3-2-1,1-3 209,2-4 0,0-8 0,2-2 0</inkml:trace>
  <inkml:trace contextRef="#ctx0" brushRef="#br0" timeOffset="2837">1422 134 8822,'-4'3'0,"0"1"430,-2 2 0,0 1 0,0 0 0,-1 2-90,0 3 1,1 1-1,1 2 1,2 1-66,0 1 1,0-2 0,3 0 0,0-3-363,0 0 0,3-7 1,2 1-1,1-2-190,0-2 0,3-2 0,1-3 0,0-5-66,-1-4 1,2-3-1,-2-2 1,0-2 181,1 0 1,-5 0 0,2 1 0,-2 2 341,-1 2 1,1 4 252,-3 1 1,0 6 0,-2 6 0,-2 7-384,0 6 1,0 2 0,1 2 0,-1 0-431,0 1 0,0-2 1,2-2-1,0-1-511,0-1 0,3-4 0,1-3 890,2-3 0,1-2 0,0-3 0</inkml:trace>
  <inkml:trace contextRef="#ctx0" brushRef="#br0" timeOffset="3516">1563 167 8118,'-3'-3'1606,"2"0"-1209,-1 6 1,0 3 0,1 6-1,-1 1-88,0 2 0,1 0 0,1 3 1,0 1-111,0 0 0,0-2 0,0-1 0,0-2-325,0-1-155,3-3 0,0-4 0,2-6 0,0-7 19,0-6 1,-1-4 0,0-5 0,1-3-45,1-3 1,1 2-1,0 0 1,-1 3 230,1 1 0,2 2 0,0 3 1,-2 4 407,-1 3 1,-1 6 0,-1 4-204,0 4 0,-1 7 0,-3 3 0,0 3-242,0 4 1,0-1-1,0 2 1,0-3-42,0-1 1,0-3 0,0 0 0,0-1-843,0 0 0,1-4 0,1-2 995,2-3 0,2 4 0,1-1 0</inkml:trace>
  <inkml:trace contextRef="#ctx0" brushRef="#br0" timeOffset="3517">1783 101 6644,'-7'-4'479,"1"2"0,-1 1 0,0 1 0,1 0 343,-1 0 1,0 4-1,1 2 1,-1 3-414,0 4 0,1-3 0,1 5 0,1 0-267,1-1 0,1-2 0,3-2 0,1 0-409,3-2 0,3-1 0,1-3 0,2-2-236,1-1 0,-1-2 0,1-1 0,1-1 67,1-1 1,-3-1-1,1 2 1,-1 2 568,-3 0 1,-1 2-1,0 1 1,-1 3 497,-2 3 1,-1 3-1,-4 3 1,-1 2-15,-2 1 1,-3 1-1,-2 1 1,-2 2-175,-2 0 0,0 0 0,0-3 0,2-1-987,-1-4 1,4-4-1,-1 0-785,2-2 0,1-4 0,2-4 0,1-4-1788,3-3 3117,3-4 0,0-1 0,4-4 0</inkml:trace>
  <inkml:trace contextRef="#ctx0" brushRef="#br0" timeOffset="4206">1923 288 7676,'7'-5'296,"0"1"0,-1 0 0,1-1 0,0 0 300,-1 0 1,0-1 0,-1 0-1,0-2-190,0-1 0,-2-1 0,-1-4 0,-1 1-208,-1 0 0,-1 2 0,0 0 0,-3 1 151,-2-1 1,1 6-1,-4 1 1,1 2-132,-1 2 0,2 4 1,-2 3-1,1 3-136,2 3 0,-1 3 1,1 1-1,1 2-246,0 1 0,4-4 0,-1 3 0,1-2-744,1-2 0,0-1 0,1-1 0,3-3 42,3-3 1,5-3-1,0-5 1,3-2 359,0-4 0,2-5 1,1-6-1,1-2 506,1-2 0,-4 0 0,-1-2 0,-1-1 23,-3 1 0,0 4 1,-5 3-1,-2 3 331,-2 4 0,-2 5-78,-2 5 0,2 4 0,-3 5 1,2 3 942,-1 3 1,1 0 0,-1 2 0,2 2-678,2 0 0,-1 1 0,2 0 0,-1 0-361,0 0 0,2 0 0,-1 0 0,-2-2-115,0 0 0,-1 0 0,-1 1 0,-2 0-140,-3-2 1,-1-2-1,-3-2 1,1-3-846,0-3 1,-2-3 0,0-2 0,1-2-1200,1-2 1,1-3 2117,-1-4 0,1-4 0,-1-4 0</inkml:trace>
  <inkml:trace contextRef="#ctx0" brushRef="#br0" timeOffset="5028">2544 67 7273,'-2'-4'-19,"0"-1"0,-1 4 0,1-2 0,-1 1 285,0-1 1,-2 0-1,-1 2 1,-1-1 39,0 0 0,0 2 0,-1 3 1,-2 1 39,0 2 0,1 4 0,-2 4 0,2 3-129,0 5 1,1 0 0,1 5 0,0 3-130,4 2 1,1 1 0,3 0 0,2 1-300,3-1 1,3-4 0,3-2-1,3-3-407,1-3 1,3-7 0,2-2 0,2-4 617,1-4 0,-2-6 0,1-1 0</inkml:trace>
  <inkml:trace contextRef="#ctx0" brushRef="#br0" timeOffset="5916">2978 74 7450,'-15'-13'213,"-1"-1"0,3 2 1,-1 0-1,1 4 326,2 0 0,1 4 0,-2 2 0,3 1-171,-1 1 0,5 4 0,-1 3 0,2 4-231,0 4 0,2 3 0,0 6 0,1 4-162,1 4 0,3-1 0,0 3 0,0-1-323,-1-1 1,4-4-1,-3-2 1,2-1-381,-1-2 1,-2-3 0,0 1 0,-1-4-1140,-1-3 1867,0-8 0,-3 0 0,-1-6 0</inkml:trace>
  <inkml:trace contextRef="#ctx0" brushRef="#br0" timeOffset="5917">2765 301 7676,'-3'-10'347,"1"-1"1,0 4-1,2 0 29,0 1 0,3 3 0,1 1 0,3 0-339,2 0 0,-1 2 0,3-3 0,1 3-492,1 0 0,1 0 1,1 0-1,0 0-94,0 0 1,-1-3 0,-1-1-1,1-1 549,-1 1 0,-2 0 0,0-3 0,1 0 0,1 0 0</inkml:trace>
  <inkml:trace contextRef="#ctx0" brushRef="#br0" timeOffset="5918">3005 187 7676,'3'7'0,"-2"1"0,1 0 0,-1 1 189,-1 2 0,-1 0 0,-1 2 0,-1 1 91,0 2 1,1-3-1,-3 1 1,0 2-135,-1 0 0,-1-2 1,1 0-1,0-2 231,1-2-308,-1-2 0,6-10 1,-2-5-1,4-5 45,2-3 1,3-1 0,1-2 0,1-2 8,2-1 1,-2 2-1,1-3 1,1 3-371,-1 1 1,-2 2 0,1 0 0,-2 1-357,0 3 0,0 3 1,1 0-1,0 2 140,0 3 0,-4 1 1,3 3-1,-1 0 463,-1 0 0,2 0 0,0 0 0</inkml:trace>
  <inkml:trace contextRef="#ctx0" brushRef="#br0" timeOffset="6538">3152 214 7685,'4'7'0,"1"0"94,0-1 0,-1 1 0,0-1 0,1-2 131,1-2 1,1-1 0,0-1-1,0-1 43,2-1 0,-2-2 1,2-4-1,-1-1-113,-2 1 1,-1-2-1,-1 0 1,-2 1-38,0-1 1,-1-1 0,-2 2-1,-1 1 15,-3 0 1,-1 2 0,-3 2-1,0 2-107,-2 1 0,0 2 0,-1 1 1,0 3 92,1 3 0,0 3 0,0 2 0,2 1-155,-1 2 0,5-1 0,-2 2 1,2 0-62,1 0 0,1 0 1,3 1-1,1-2-306,1 0 1,3-2 0,3-1 0,1-4-747,2-4 1,1-2 0,2-4 1148,2-1 0,3-5 0,-2-3 0</inkml:trace>
  <inkml:trace contextRef="#ctx0" brushRef="#br0" timeOffset="6539">3386 127 7731,'-7'0'154,"0"0"0,1 3 1,-2 2-1,0 1 472,-1 3 1,-3 0 0,2 2 0,-1 3-132,0 1 0,2 3 0,1-2 1,3 0-372,3-3 0,1-4 0,2-1 1,2-2-325,3-4 1,4-1 0,3-3 0,2-2-136,0-2 0,0-5 0,1-1 0,0-1-79,-1-2 1,-5 3 0,3-1 0,-3 3-1016,-2 2 1626,0 0 1,-5 10 0,-3 5 0,-4 6 410,-2 4 0,-4 2 0,-1 5 0,-1 2-325,-2 3 0,1-3 0,0 0 0,1 0-149,1-1 1,3-4-1,-1 3 1,3-4-117,1-2 0,2-6 0,3 1 0,0-3-208,0-1 1,3-5-1,2-2 1,3-2-73,1-5 0,2-1 0,0-6 0,0-3-182,0-2 1,0-1-1,3-4 1,-1-1 39,0 0 0,-2 3 0,1-1 1,-1 0-423,-1 0 0,2 2 826,-3-3 0,3 4 0,-2 2 0</inkml:trace>
  <inkml:trace contextRef="#ctx0" brushRef="#br0" timeOffset="7116">3546 187 7676,'0'7'1011,"0"1"-601,0 0 0,-2 1 0,-1 2 0,1 1-108,-1 3 1,2 2-1,-1 3 1,1-2-111,1 0 0,0-3 1,0 2-1,1-2-51,1-3 0,2-4 1,3-1-1,0-4-706,-1-2 0,1-7 0,0-3 1,0-4 82,2-2 1,-2-2 0,2-3 344,-1 0 0,0 0 1,-1 2-1,-1 1 271,0 3 0,-1 0 0,0 6 69,0 2 1,-4 4 0,2 6-86,-3 2 0,1 5 1,1 1-1,0 1-201,-1 3 1,0-2-1,-1 0 1,1-1-570,1-2 1,-1-2-1,3 2 1,0-3 651,0-2 0,-2-2 0,2-4 0,1 0 0,1-3 0,1-1 0,0-2-88,-1-1 1,-1 0 0,-1 1 146,2-1 0,-1 0 0,2 1 1,0-1-1,0 0 0,-2 1 1,1-2 524,-2-1 1,1 1-1,0-3 1,1-1-228,-2 0 0,-2-3 1,0 1-1,-1 0-160,-1 2 0,-1 0 0,-1 2 0,-3 3 118,-1 1 0,-1 6 0,-1 0 0,-1 6-98,1 5 1,-1 4-1,2 3 1,0 2-366,1 2 0,1 0 1,1 2-1,2-1-473,1 1 1,1-2-1,0 0 1,0-2-283,0-2 1,3-5 0,3-5 0,3-2 902,2-4 0,0-4 0,2-2 0</inkml:trace>
  <inkml:trace contextRef="#ctx0" brushRef="#br0" timeOffset="7117">3873 207 7676,'-4'3'782,"-1"2"1,3 2 0,-2 1 0,0 4-294,1 3 0,1 3 1,-2 4-1,0 1-362,0 0 1,3-1 0,-1-1-1,1-1 93,1-3 0,0-5 0,0-1-323,0-2 0,3-6 0,1-4 0,0-5-386,1-5 0,-1-2 0,3-2 0,-1-3 344,1-2 1,0 0 0,-1 0 0,2 0 195,1 0 0,-2 2 1,2 2-1,-2 1 69,0 3 0,0 3 381,-1 0 1,-2 5-1,-2 4 1,-1 5-208,-1 3 0,0 3 0,0 5 0,-1 1-676,-1 3 0,1 0 0,-2 1 0,1 0-540,0-2 0,0-1 0,2-1 0,1-4 359,1-3 1,1-5 0,5-3 562,1-1 0,1-7 0,4-2 0</inkml:trace>
  <inkml:trace contextRef="#ctx0" brushRef="#br0" timeOffset="7709">4120 221 7676,'-1'-9'0,"-1"0"541,-2 1 1,0 1-1,-1 3 1,0 2 84,-1 1 0,-1 1 0,-1 1 1,-1 1-192,1 5 0,0 3 0,2 3 0,1 1-177,1 2 0,2-1 0,-1 2 0,1 0-167,0 0 1,0-2 0,2 0-1,3-1-558,1 0 1,1-3 0,0-1 0,1 0-421,1-2 0,0-3 1,2-3-1,-1-2 122,1 0 1,-2-2-1,2-4 1,-1-2 764,1-3 0,-2 1 0,2-1 0,-1 2 0,-2-3 0,-1 4 0,-1-1 0,-1 2-9,-2 0 1,0 3 1125,-1-1-112,0 4 0,1-2-854,1 3 1,1 0 0,4 0-1,0 0-472,0 0 1,-1 0 0,1 0-1,0 0-374,-1 0 1,1 1-1,0 0 695,-1 1 0,4 1 0,0-3 0</inkml:trace>
  <inkml:trace contextRef="#ctx0" brushRef="#br0" timeOffset="7710">4314 254 8052,'-7'3'2871,"3"-1"-2374,2 2 1,1-2 0,1 3-479,0 0 1,3 2 0,2 1 0,1 2 115,0 3 0,2-3 0,0 5 0,2-1-865,0-2 0,-1-1 0,1-3 0,0-1-2732,-2-1 3462,2-4 0,-2-2 0,2-4 0</inkml:trace>
  <inkml:trace contextRef="#ctx0" brushRef="#br0" timeOffset="8301">4354 361 7503,'-3'4'-191,"-2"-2"0,2 1 1,-2-1 28,0 0 0,1-2 0,1 0-39,0-3 0,0 0 0,3-4 172,0 0 1,0 1-1,0-1 27,0 0 1,1 3 1,1-1 0,-1 1 0,5-3 0,-2 1 0</inkml:trace>
  <inkml:trace contextRef="#ctx0" brushRef="#br0" timeOffset="8302">4367 294 6668,'3'-6'117,"-2"1"1281,1 1-936,-1 2 1,-2-1 0,-1 4-209,-3 1 0,2 3 0,-2 3 0,0 2-109,-1 3 1,-1-1 0,1 6 0,-1 1-67,0 0 1,-2 1-1,1 0 1,-1 1-201,2 1 1,0 1-1,1 2 1,-1-4-1603,0-2 0,4-6 1723,0-4 0,6-5 0,0-1 0</inkml:trace>
  <inkml:trace contextRef="#ctx0" brushRef="#br0" timeOffset="8969">4628 268 8515,'-5'0'545,"1"1"1,-1 4-253,1 3 1,-1 4-1,2 2 1,0 2-142,0 2 1,1 3 0,2 2 0,0-2-119,0 0 1,0-4 0,1-2 0,1-4-224,3-4 0,1-4 1,1-4-1,2-4-23,2-4 1,-1-5-1,1-4 1,-1-2-46,1-3 1,-3 5-1,3-2 1,-2 2-31,0 3 1,-4 0 325,-1 7 0,0 5 0,0 8 0,-1 4 148,-3 4 1,0 1-1,0 1 1,0 1 114,0-2 1,0-2 0,1-1-178,1-2 0,2-1 0,3-3 0,-1-4-157,1-2 1,0-4 0,0-3-1,1-2-237,1-3 0,0 1 0,-2-3 0,0 1-233,-1 0 1,1 1 0,-1 0 0,-1 2 0,-1 2 0,-2 2 0,0 0 501,-1 1 0,2 2 0,1 1 0</inkml:trace>
  <inkml:trace contextRef="#ctx0" brushRef="#br0" timeOffset="9624">4888 241 7892,'-3'7'412,"2"-1"0,-3 2 1,1 1-206,1 2 0,-1-1 0,1 1 0,0 1 127,-1 1 1,1 1 0,-1 0 0,0 0-520,1-1 0,2-2 1,0 0-533,0-2 0,0-6 0,3-6 152,1-5 0,2-4 1,1-4-1,0-2 565,2-4 0,-2-2 0,6 1 0,-3 0 0</inkml:trace>
  <inkml:trace contextRef="#ctx0" brushRef="#br0" timeOffset="9625">4948 181 8885,'0'4'-1985,"0"1"1985,0-4 0,-3 5 0,-1-2 0</inkml:trace>
  <inkml:trace contextRef="#ctx0" brushRef="#br0" timeOffset="9626">5008 141 7676,'-2'4'417,"0"1"0,-1-1 0,1 3 0,0 0-62,1 2 0,-1-1 1,1 4-1,-2 2-372,2 3 1,0 0 0,1 1-1,0 1-241,0 0 0,0-1 0,0-2 0,0-1-319,0-2 0,1-7 0,1 0 1,3-2-868,0-3 1444,2-6 0,0-2 0,0-7 0</inkml:trace>
  <inkml:trace contextRef="#ctx0" brushRef="#br0" timeOffset="9627">5082 134 7874,'3'3'372,"0"1"0,-3 5 1,0 2-1,0 3-190,0 1 0,0 3 0,0 4 1,0 1-171,0 3 1,-2-3-1,0 3 1,0-2-354,-1-2 1,2-4 0,-1-1 0,1-3 340,1-4 0,0-8 0,0-2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23.9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307 231 6902,'-12'-6'-56,"2"1"0,-1 3 1122,0 1 0,1 7 0,-1 4 0,1 3-530,-1 3 1,2 1 0,1 3 0,1 3-163,3 1 0,2 1 0,1 0 0,2-4-141,4-1 0,3-5 0,2 0 0,3-4-551,2-4 1,-4-5-1,5 0 1,0-4 60,-2-5 0,2-4 0,-1-5 1,0-2-433,-2-2 1,-3 1 0,1-6-1,-1 2 477,-1 0 1,-5-1 0,-1 5 0,-3 2 347,0 3 0,0 4 1,0 3 329,0 3 1,-2 8 0,0 9 0,0 2-278,1 4 0,1 1 0,0 1 0,0 0-314,0 0 1,0-3 0,1-1 0,1-3-1030,3-3 1,-1-1 0,1-3 1153,0-3 0,1 3 0,1-3 0</inkml:trace>
  <inkml:trace contextRef="#ctx0" brushRef="#br0" timeOffset="447">216 133 7853,'-7'-3'314,"-2"2"0,-1-1 1,1 1 38,-1 1 1,-1 3-1,-3 3 1,-1 3 206,-1 5 0,0 2 1,-1 7-1,1 5 168,0 5 1,4 1 0,-2 5-471,3-1 1,4 4 0,3-1 0,2-1-310,4 1 0,2-3 0,6-2 1,1-5-1,4-3-565,1-3 1,-1-10 0,3-1-1,1-6-471,1-3 1,-2-3 0,5-4 0,0-4-522,1-2 1608,-1-6 0,7-4 0,-1-3 0</inkml:trace>
  <inkml:trace contextRef="#ctx0" brushRef="#br0" timeOffset="847">553 259 7853,'-5'3'0,"0"2"450,0 1 0,1 2 1,0 1-1,0 3 161,0 1 1,3 4 0,-2 0-1,2 1-310,1 1 0,0 1 0,0 1 0,0-2-144,0 0 0,0-4 0,0 2 1,0-3-330,0-2 0,4-5-105,0-5 1,-1-4 0,0-4 0,0-3-129,-1-5 1,4-4-1,-2-6 1,0-1 22,1-3 0,0 3 1,2 0 299,0 1 0,0 0 1,0 4-1,0 2 1,0 4 606,0 4 1,-3 6 0,1 5-227,0 5 0,2 8 0,0 7 0,-1 4 0,-1 2-287,0 1 1,-3 0 0,3 0 0,0-3-343,-1-1 0,2-6 0,-2-3 330,3-5 0,0 0 0,0-6 0</inkml:trace>
  <inkml:trace contextRef="#ctx0" brushRef="#br0" timeOffset="1647">1036 238 7853,'0'-10'257,"-2"2"1,-1-1 841,-1 1-856,2 4 1,-1 7 0,3 7-1,0 4 153,0 4 1,0 2 0,1 5 0,1 0-158,0 0 1,3-2 0,-2 2 0,0-1-123,0-1 0,2-4 0,-1-2-217,0-2 1,2-3 0,-1-8-1,1-3 31,1-5 1,0-3 0,0-8-216,0-2 0,0 0 1,-2-1-1,-1 1 1,0 2 17,0 1 0,0 3 0,1 3 305,0 2 1,-3 3-1,2 4 1,0 1 172,0 3 1,0 1 0,3 1-1,-2 0-56,0 0 0,-1 0 1,3 0-1,0-3 37,1-1 1,-1-3 0,2 0-1,1-1 130,1-4 1,-2-3 0,2-6-342,-1-3 1,4-4 0,-1-5 0,-1-3 0,2-2-371,2-1 0,-4 5 1,2-1-1,-4 4-980,-1 4 0,-1 6 133,-1 7 1,-3 7 1234,-2 7 0,-1 3 0,-1 4 0</inkml:trace>
  <inkml:trace contextRef="#ctx0" brushRef="#br0" timeOffset="1913">1464 336 7853,'7'0'212,"0"0"283,0 0 0,0-3 1,0-1-1,0-3-37,0-3 0,-2-2 0,-1-4 0,-1-3-218,-2-4 0,0-2 0,-1-2 0,-1 1-158,-1 3 0,-4 2 1,-4 3-1,-1 3-61,-2 3 0,0 6 0,-1 1 0,0 5 90,0 2 0,2 5 0,1 5 0,1 2 202,2 2 1,0 5-1,2 5 1,1 2-7,3 2 1,2-2 0,2 1 0,3 0-144,1-3 0,4-1 0,2-5 0,2-4-878,2-4 1,2-4 0,3-4-1,1-3-1098,1-5 1,-1-5 1811,1-10 0,2 0 0,0-5 0</inkml:trace>
  <inkml:trace contextRef="#ctx0" brushRef="#br0" timeOffset="2630">2025 7 7597,'-1'-4'1127,"-1"2"1,1 2-768,-1 5 1,-2 3 0,2 7 0,0 3 0,-1 5-55,1 3 0,-1 5 1,1 5-1,0 3-173,1 3 1,0-5 0,1 0-148,0-7 0,0-2 0,0-8 0,1-3 0,0 0-299,1-4 0,4-7 0,-2-2-107,0-5 1,1-3 0,-2-6 0,1-2 88,2-4 1,0-5-1,1-7 173,0-1 0,2-6 1,1 0-1,0 2 1,1 0 163,-3 4 0,1 9 0,-1 4 430,-2 5 1,-3 12 0,-1 7-189,-1 6 0,-1 8 0,0 6 0,0 3 0,0 2-108,0 0 0,0-3 0,0 1 1,0-1-521,0-3 0,1-5 0,2-1 0,3-2-516,3-5 1,3-4-1,0-3-573,1-4 1469,1-6 0,3-4 0,1-3 0</inkml:trace>
  <inkml:trace contextRef="#ctx0" brushRef="#br0" timeOffset="3147">2298 224 7853,'-7'0'541,"0"0"0,0 0 0,-1 0 71,-1 0 0,0 4 0,-1 2 0,-1 4-68,0 1 1,2 0 0,0 4-1,2 1-271,2 0 1,2 1-1,3-2 1,0 0-360,0-2 0,4-4 0,2 0 0,4-4-274,0-2 1,2-3 0,2-3 0,1-4-194,1-4 0,-2-6 1,1-2-1,1-3 167,-2-1 0,1-3 1,-1 3-1,-3 0 296,-1 1 1,-3 5-1,-3 3 725,-1 4 1,-3 7 0,0 5 0,0 7-169,-3 6 1,2 4 0,-3 3-1,1 3-329,1 0 0,-1-2 0,1 1 1,0-1-108,1-3 0,1-4 0,0 0 0,1-4-996,1-5 0,2-4 1,3-3-1,-1-3 53,1-1 0,-3-6 1,4-4-1,-2-5 912,-1-4 0,1 3 0,1-3 0,-3 1 0,-1 0 0,-2 3 0,1 1 0,0 3-44,0 2 1,-2 3 0,0 2-1,-2 1 1018,0 3 1,-1 3-230,3 1 1,0 4 0,0 4-1,0 3-269,0 3 1,4-2 0,-1 4 0,2 0-246,0 0 1,-1 0-1,3 1 1,0-1-122,-3-3 0,3-1 1,-3 1-1,3-3-180,0-3 1,-3-5 0,1 1 0,0-3-155,2 0 0,0-4 0,-1-3-11,-2-3 0,4-7 0,-2-1 0,-1-2 0,1 0-337,-2-1 1,1 4 0,-3-4 0,1 3-1060,0 3 1,-2 6 1630,1 2 0,-4 1 0,-2-1 0</inkml:trace>
  <inkml:trace contextRef="#ctx0" brushRef="#br0" timeOffset="3429">2663 294 7853,'7'0'140,"0"0"1,0 0 412,0 0 0,0-1 0,0-1 0,0-3-34,0-1 0,0-2 0,-1 0 0,0-2-190,-2-1 0,-2-2 1,0-2-1,-1-2-156,-1-1 1,-1 4 0,-1-1 0,-3 2-161,-1 3 1,-2 1-1,0 3 1,-3 1-157,0 3 0,2 2 0,-3 3 1,1 4-64,0 4 0,1 3 0,3 2 0,2 4 382,0 2 0,4 3 0,-2 2 0,3 1 117,0 0 0,4-4 0,3 3-409,4-2 1,2-3 0,2-5 0,0-5-1,3-3-659,2-5 1,0-3 0,3-4 0,0-5 774,0-5 0,-1-5 0,2-3 0</inkml:trace>
  <inkml:trace contextRef="#ctx0" brushRef="#br0" timeOffset="4146">3252 252 7858,'-8'-2'43,"-1"0"0,-1-1 64,-1 0 0,2 2 0,-2-1 0,0 1 68,0 1 1,2 0 0,-2 0 121,1 0 0,0 3 1,1 2-1,1 2 51,1 2 0,0 2 0,3 3 1,1 0-1,0 0-179,2 0 1,1 0 0,1 0 0,2 0-175,1-3 0,3 0 0,3-3 0,1-1-217,2-3 0,2-3 0,-1-2 0,0-4 48,3-4 1,-3-4 0,2-1 0,-3 0-163,-1 0 0,-3 0 0,1-1 358,-2 1 1,1-3 0,-5 5 0,0 2 0,-2 1 648,-1 2 1,-1 4-409,0 3 1,0 4 0,1 5 0,1 4-197,3 2 0,1 0 1,2 2-1,1-3-727,3-3 0,-2 0 1,2-3-1,1-1 660,0-3 0,1 0 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29.4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41 7858,'0'-7'0,"0"0"541,0 0 0,-2 0-25,-1 0 1,0 4-1,2 1 1,-2 4-248,2 5 0,0 3 1,1 5-234,0 2 0,2 1 0,1 3 0,-1 0 0,0 0-101,1 3 0,0-4 1,-2 2-1,2-2-1019,-2-3 0,2-2 1,0-3-764,-2-3 1847,3-4 0,-3-5 0,2-4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29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17 7858,'-1'-5'682,"-1"1"1,1 1-640,-4-1 0,3 3 1,0 1-1,1 4-581,1 2 1,3 1 0,2 0 0,1 0-542,1 0 1079,0 0 0,3 0 0,1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29.9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0 7858,'0'7'82,"0"0"0,0 0 307,0 0 1,0 3-1,0 3 1,0 2-70,0 4 0,0 2 0,1 2 1,1 1-90,0 1 0,3-5 0,-2 0 0,0-2-105,0-2 1,2-2-1,-3-3 1,0-1-316,-2-2 0,0-1-291,-3 0 1,-1-3-1,-3 0 1,0-1 70,0-1 0,-2 1 0,0-1 0,-1 1 186,0 0 0,2-2 0,-1 2 0,1-1 273,1 0 1,3 4 0,0-2 0,1 3 299,1 0 1,1 0-1,1 0 1,0 0 43,0 0 0,3-1 0,2-1 0,1-1-114,1-1 1,1 0-1,1-3 1,0 0-340,0 0 1,2 0 0,-1-1 0,2-1-579,0-3 0,-3 1 0,2-1 1,0-1-1739,0-2 2375,-3 3 0,6-7 0,-3 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0.2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22 140 8060,'4'0'709,"1"0"1,0 0-534,2 0 0,-3-1 1,1-1-1,0-3-14,-1-1 1,2-2-1,-2-1 1,0-1-116,1-1 1,-3 0 0,0-3 0,-1 2-193,-1 0 1,-3 1 0,-3 0 264,-2 1 1,0 6 0,-2 2 0,2 4 52,-1 5 0,3 3 0,-1 5 0,1 2-61,0 1 0,2 0 0,1 0 1,3 0-17,0 0 1,0 0 0,3 1 0,1-2-475,3 0 0,0-5 0,3-1 0,1-2-549,3-2 0,-3-4 0,1-3 0,1-5 927,0-3 0,1-6 0,0-4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0.6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52 7858,'0'-7'700,"-3"3"-465,-2-1 0,-1 4 0,-1-1 0,0 4 221,0 2 0,0 6 0,1 1-223,1 2 0,0 2 1,1 2-1,1 1 1,0 0-62,2 1 0,0-5 0,1 1 0,1-1-157,1-2 0,0-2 1,2 0-1,2-2-495,3-4 0,-1-2 0,1-4 1,0-3-113,0-4 0,-1-6 0,1-4 0,-1-3 206,-1-4 1,0 3-1,-1-4 1,0 2 673,-2 2 0,-2 5 0,0 2 171,-1 3 1,-1 7 0,0 6 0,0 6-157,0 5 0,0 1 0,1 6 0,0 0-380,2 0 0,0 0 1,-2 0-1,3 0-487,-1-1 1,0-7 0,1 0 0,2-3-1431,0-4 1994,-2-1 0,5-2 0,-1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0.8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0 7858,'-4'1'2112,"1"1"-1781,0 3 0,2 4 1,-1 4-1,0 3-29,0 5 0,1 2 0,-1 3 0,1 2-570,1 1 1,0-2-1,0 3 1,0-3-326,0-1 0,1-8 0,1 0 0,3-3-881,1-2 1474,1-5 0,0-2 0,0-2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1.0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98 1 8281,'-3'7'630,"-1"2"1,-3 1-1,0 2-378,0 2 1,0 1 0,0 4 0,0 1 50,-3 3 1,2-1 0,-1 3 0,2 0-589,2 0 0,0-5 1,3-2-1,0-5-402,1-4 0,2-4 0,1-3 0,2-3 687,0-3 0,6-4 0,-3-6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1.4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31 7871,'-5'-11'-151,"0"3"1,1 2 865,0 1 0,-3 4-394,3 1 1,1 4-1,0 5 1,3 4 125,0 2 1,0 3 0,0 3 0,0 1-297,3 2 0,1-4 0,3 2 1,0-1-264,0-2 1,0-3-1,2 0 1,0-3-287,0-1 1,1-7 0,-1 0 0,1-4 65,0-3 1,-2-5 0,1-6 0,-1-3 86,-1-2 1,-3-3 0,0-2 0,-1-1 444,-1-1 0,-1 5 0,-1 0 799,0 5 1,-1 1-414,-1 7 0,1 8 1,-1 8-475,1 3 1,1 3 0,0 2 0,0 0 0,0 1-605,0-1 0,2-2 1,1-1-1,1-1-368,2-2 1,-3 0 0,2-5 0,1-2-1083,0-1 1942,1-2 0,0-8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1.7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7303,'0'7'1082,"0"0"0,0 0-759,0 0 1,0 3-1,0 3 1,0 2 74,0 4 1,0 0-1,0 0 1,0 2-285,0-2 0,0-3 1,0 0-1,0-3-188,0-1 0,3-4-73,2-1 0,-2-4 1,0-6-1,-1-4-90,1-4 1,0-3 0,-2-3 0,2-2-76,1-4 0,-1 3 1,0-1-1,1 2 365,0 1 1,-1 7 0,1-2 250,2 2 1,-2 7-1,0 5 1,-1 6-182,1 5 0,-2 2 1,0 5-1,0 0-208,0 1 0,-1-2 1,2-1-1,-1-2-1465,1-1 1,0-4 407,-1 0 0,1-9 1142,2-3 0,-2-7 0,-3-1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2.0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31 7871,'0'-7'-380,"1"2"0,0 1 1237,2-2 1,-1 2-55,-2 0 0,1 3 1,0 2-1,2 4-465,-2 4 0,2 4 0,1 0 1,-1 4-188,0 1 1,0 0-1,-2 3 1,2-1-113,-2 1 1,2-4 0,0 4 0,-2-1-196,0 0 1,-1-3-1,0-2 1,0-2-273,0-3 1,0-4-1,0-3 131,0-2 1,1-3-1,1-8 1,1-2 74,1-4 1,-2 1 0,3-3 0,0 2 48,1 2 1,1 1-1,0 5 225,0 1 1,0 1-1,0 4 1,0 1-1,0 2 213,0 4 0,0 5 0,0 1 0,0 3-23,0 3 0,-3-2 0,-1 4 1,-3 0 270,0-2 0,0 3 0,-3-4 1,-2-1-424,-4-2 1,1-3 0,-3-4 0,0-1-552,0-3 1,0-1 0,-1-2 0,2-1-611,0-3 1,3-4 0,0-1-1,3-1 520,1-1 0,2-1 0,-1-1 551,1 3 0,4-6 0,1 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2.3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41 7871,'7'7'140,"-2"0"1,-1 0 0,0 0 0,0 0 483,1 0 1,-2 3 0,0 2-1,0 1-237,-1 1 0,1 1 0,-1 1 0,0 0-282,0 0 1,-2 1 0,0-1 0,0 0 129,0-1 1,0-4 0,0-2-356,0-1 1,0-6-1,0-4-100,0-4 0,0-6 0,0-2 0,0-4 147,0-2 0,1-1 0,1-1 0,1 1 73,1 0 1,0 3 0,1 0 0,0 1-113,0 1 0,-1 1 1,1 2-1,0 1-482,-2 3 0,4 4 0,-3 1 1,3 1-55,0 1 0,-2 2 1,0 2-1,2 3 648,-2 1 0,1 4 0,1 1 0,0 3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2.9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1 146 7871,'7'7'0,"0"-3"0,-3 3 0,1-3 365,1-1 1,0 1 0,1-2 0,0 0-1,0 0 23,0-1 0,0-1 0,1-1 0,0-2-186,1-1 0,2-2 0,-3-1 1,2-1-94,-2-2 1,2-1 0,0-3 0,-2 0-153,0 0 0,-4 0 0,-2 0 1,-1 0-47,-1 0 0,-1 3 0,-1 3 0,-4 2 83,-2 1 1,-3 3 0,-2 0 0,-1 2 298,0 2 1,3 5-1,-3 4 1,0 2 58,1 1 1,4-1-1,0 5 1,1 1-6,1 1 0,2 0 1,1 4-1,1 0-494,1-2 1,2-1 0,0 3-1,0-1-321,3-3 0,-2-6 0,5-3 1,1-3-296,1-3 0,5-2 0,-1-4 0,2-1-82,2-3 0,0-4 1,1-3-1,1-1 845,0-1 0,-2-1 0,0-1 0,-1-1 0,-1-1 0,-2 2 0,-2-2 0,-2 1-7,-1 1 0,-5 1 1,0 2-1,-1 2 334,-1 1 1,-4 3 0,-2 3-1,-3 1 543,1 2 1,-1 5 0,1 0 0,0 3-449,-1 3 1,5 0 0,-3 4 0,2 0 0,1 1 1,1-1 0,3-1 0,0-2-332,0-1 1,1 0 0,1-1-1,3-2-341,1-2 1,2-3-1,0 0-13,2-1 1,2-7 0,0-2 0,0-2 0,1-3-459,-2-3 0,-2 1 1,0-3-1,-1 1 860,-1 1 1,0 5 0,-1 1-40,-1 2 1,-1 5-1,-2 3 344,0 4 0,0 6 1,-2 1-1,0 3 0,0 3-242,0 1 0,0-1 0,1 0 0,1-2-1186,0-1 0,1-1 0,-1-1 67,3-3 0,1-2 1,0-3 418,-1-4 0,1-4 0,-1-5 1,1-3 496,1-1 0,0-5 0,0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3.1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6 7871,'4'-4'1543,"-1"3"0,-3 5-1039,0 3 1,-2 5-1,-1 2 1,-1 4 40,-1 2 1,1 5 0,0-1 0,1 2-725,1 0 0,1-4 1,1 1-1,0-4-358,0-2 0,0-5 0,1-2 92,1-2 1,2-2 0,3-6 0,1-1-1653,2-1 0,-3-3 2097,3-4 0,1-2 0,-1-3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3.3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113 21 7871,'0'-4'473,"0"-1"0,-1 0 58,-1 1 0,-2 1 0,-4 4 0,-1 1-270,0 3 1,-1 1 0,0 2 0,0 1 37,-1 3 1,1 1-1,3 1 1,-1 0 118,1 0 0,4 0 1,0-2-1,2 0-318,1 0 1,1-1 0,2 0-1,1-1-369,2-1 0,4-4 1,0-1-1,1-1-430,1-1 1,2-1 0,0-2-1,0-1 63,0-3 1,0-1 0,-1-2 0,-1-2 635,0-1 0,0-2 0,2-1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3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 41 7871,'-7'0'832,"0"1"1,1 1 0,0 3-299,1 1 1,1 2 0,-2 1 0,0 3-150,1 1 0,4 4 0,-1-2 0,1-1-193,1-1 0,1-5 0,1 2 0,3-3-210,1-3 1,2 0-1,0-5 1,2-2-700,1-1 0,1-6 0,1-4 1,0-2 150,-2-2 1,-2-1 0,0-1-1,-1 1 350,-1 0 1,0 6 0,-1 0 158,-1 2 1,-1 4 0,-3 6 0,2 3 610,-2 5 0,0 4 1,-2 5-1,0 1-360,-2 1 1,1-2-1,2 2 1,0-1-567,0-1 1,0-4-1,1-2 1,0-1-404,2-3 0,2-4 0,-1 0 1,1-4 774,-1-2 0,1-9 0,2-2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4.0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 7871,'0'-5'831,"0"1"0,0 1-193,0-1 1,0 3 0,0 1 0,0 5-253,0 3 0,0 3 1,0 3-1,0 1-259,0 1 1,0 0-1,0 3 1,0 0-1,0 1 0,0 1 1,0 0-1,0-3-87,0-1 0,0-3 0,0 0 0,0-3-477,0-1 1,1-6 165,1-4 0,0-7 0,2-4 0,1-3-103,-1-3 0,2 2 0,-1-3 0,1 1 252,1 1-1,0 4 1,0 3 0,1 2 37,1 2 0,-1 2 0,1 4 0,0 1 279,0 3 0,-1 4 0,1 3 0,-3 1 33,-1 1 1,-4 1 0,2 1 0,-3 0-92,0 0 1,0-2 0,0 0-1,-4 1-208,-3-1 0,0-4 0,-2-1 0,1-3-304,-2-1 1,4-4 0,-3 2-265,1-2 0,0-2 0,3-2 1,3-2-191,1-4 1,1-1-1,0-4 830,0 0 0,3-4 0,1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4.4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7871,'5'0'862,"-1"1"-127,-1 1 1,2 2 0,-3 3 0,0 1-372,-2 1 1,1 3-1,1 4 1,0 1-303,0 1 1,-2 0 0,0 2-1,0-2-868,0-2 0,0-5 0,0 2-351,0-2 1,4-5 0,0-3 763,2-3 1,-1-3 0,0-1 0,0-3 407,1 0 0,1 3 0,1-1 0,-1 0 204,0 2 0,0-3 0,2 3 0,0 0 212,0 0 1,1-2 0,-1 3 0,1-1-161,0 0 0,-2 0 0,3-2 0,0 1 15,0 1 0,-4-3 1,2 2-270,-1-3 1,1 0-1,-3 0 1,-1 0-267,-3 0 1,-2 3-1,-2 0 1,-3 0 121,-1 0 0,-2 2 0,-1 0 0,-3 1 288,-1 1 1,1 3 0,1 2 0,0 2 170,0 2 0,3 2 0,-2 3 1,3 1 176,3 2 1,1-2 0,3 4 0,0 0-117,0 2 0,3 0 0,4-1 0,5-1-715,4 0 0,-1-3 0,4-2 0,0-3-531,-1-4 0,0-4 0,-4-3 1,1-3-1324,-2-4 2176,-3-4 0,3-3 0,-2-4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5.0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133 7 8514,'-9'-2'0,"-1"0"0,1 0 358,-1 1 1,1 1 0,-1 0-1,-1 0-209,0 0 1,2 3-1,0 2 1,1 2 139,1 2 1,1 2 0,0 3 0,2 2-177,1 3 0,2 0 0,3 6 0,3-1-112,1-1 0,2-1 0,0-3 0,2-1-218,1-2 0,1-6 0,2 1 0,0-4-830,0-5 1,0-2 0,0-2 0,-1-4 1046,-1-2 0,1-6 0,-2-4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5.3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7831,'0'10'0,"0"-1"127,0 3 0,3 0 0,-1 4 0,0 2 0,-1 0 0,1 3-166,0-2 0,3-3 0,-2 0-313,1-3 0,-2-4 1,3-5 390,0-4-39,-2-10 0,0-4 0,-3-7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5.4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11 7831,'-3'-7'-1021,"-1"3"0,1 4 1021,0 5 0,6 1 0,0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6.1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84 7831,'2'7'7,"0"0"1,0 0 377,-1 0 1,-1 1 0,2 1 0,0 3 37,0 1 0,1 3 1,0 1-1,0 3-352,0 2 0,0 1 1,-1 2-1,1-1 1,0-3-368,0-2 1,0-1 0,-3-4 0,0-3-396,0-2 1,-1-9 0,-1-5 0,-2-5 392,0-3 1,-2-4-1,1-2 1,-1-2 189,2-2 1,-2 0-1,2-2 1,0 1 158,1 1 0,3 1 0,0 0 0,0-1 204,0 1 1,3 4-1,1-3 1,3 4 32,3 4 0,1 0 0,3 4 0,0 3 58,0 3 1,0 2 0,-1 3 0,-1 2-98,0 3 0,-6 5 0,1 1 0,-4 4 186,-1 1 0,-1 0 0,-1 3 1,0-1-394,0 1 0,-3-4 1,-2 3-1,-1-2-910,-1-2 1,0-5-1,0-2 103,0-4 0,1-3 1,1-6-1,3-4 765,1-5 0,1 1 0,0-9 0,0 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6.4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7831,'5'0'666,"-1"0"1,0 1 0,2 2-292,-2 4 1,-2 3 0,1 5 0,-1 2-160,1 4 1,-1 2-1,-2 4 1,1 3-45,1 1 1,-1-2 0,1 1-71,-1-4 0,1-1 0,1-4 0,-1-5 1,0-2-1203,1-4 1,-1-5 0,-1-5 489,1-4 1,-1-6 0,1-3 0,-1-4 0,-1-1 609,0-1 0,0 2 0,3-7 0,1 2 0</inkml:trace>
  <inkml:trace contextRef="#ctx0" brushRef="#br0" timeOffset="1">92 154 7831,'4'-3'91,"1"2"0,-2-4 1,1 0 121,2 1 0,0-1 1,0 2-1,1 0 17,0 0 1,-2 0 0,4 1-1,-1 0-254,-1 0 1,-2 1-1,0 2 1,0 1-332,1 0 1,1 3 0,0 0-113,0 1 1,-2 1 0,-1 0 0,0 0 221,0 0 1,-2 0 0,2 0 0,-1 0 244,-2 0 0,0 1 0,-1 2 0,0-3 0,0 3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6.7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0 105 7831,'5'0'463,"0"0"0,-3 0 1,2-1-194,-1-2 1,0 3 0,-1-3-37,0-1 1,3 3 0,-2-3 0,1 0-140,1 0 0,-1 0 1,1-1-1,0 0-102,1 0 1,-1-2-1,0-1 1,-1-1-89,0 1 0,2 4 0,-3-3-63,1 1 0,-3 2 41,2-1 90,-3 3 1,0 0 27,0 4 0,0 2 0,0 3-32,0 0 0,1 1 1,1 2-26,0 1 0,3-1 0,-2 0 0,0-3-290,0 0 0,-1-2 0,-1 0-277,2 0 0,-3-1 0,3 0-735,1-1 1358,-4 0 0,3-10 0,-3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7.1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35 119 7831,'-6'5'164,"1"0"0,0 0 333,0 1 0,2 1 685,0 1 1,3-5-823,3 0 1,0-3-1,5-2 1,1-2-320,0-2 0,1 0 0,-2-5 0,1 0-36,-1 0 0,-4-1 0,3-1 0,-1 1-204,-3 0 0,1 1 1,-4-1-1,0 2-8,0 0 1,-1 5-1,-2-2 1,-2 4 269,-4 1 0,-1 1 0,-2 1 0,1 2 234,1 2 0,-2 3 0,3 6 0,1 3-20,3 1 0,1 5 1,4 2-1,0 3-49,0 1 1,4-2-1,1 4 1,4-3-678,2-4 1,0-4 0,0-4 0,0-2-617,0-4 0,-2-4 1,2-4-1,0-3 119,0-5-1,-3-4 1,2-5 946,-2 0 0,-1-7 0,0 2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1:37.4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8886,'4'7'622,"-1"-2"1,-3 1 0,2 1-48,0 1 0,1 5 0,-3-1 1,0 4-378,0 2 1,1 0 0,0 1 0,1 0-136,0 2 1,-1-3 0,-1-3 0,-1-2 44,-1-1 1,0-4 0,-2 0 21,1-3 1,1-4-1,2-1 1,0-5-170,0-3 0,0-3 0,0-4 0,3-1 89,2-3 0,1-2 0,1-1 1,0 0-413,0 2 0,1 4 0,0-1 1,1 3-464,0 3 0,-1 0 1,-1 5-1,-1 1-1311,-1 0 2136,1 3 0,-5-1 0,2 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3:44.1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20 7831,'-1'-9'1213,"-3"2"1,2 3 0,-4 9-919,2 5 0,0 3 1,4 7-1,0 4-103,0 5 1,0 1 0,0 9 0,0 0-349,0 2 0,0 2 0,-1 1 0,-1 3-1007,-2 0 0,1-2 1,1-4 1162,-1-8 0,-3 1 0,-4-12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3:49.2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220 221 8262,'-4'-10'0,"-3"2"0,-4 2 197,-3 2 1,1 0 0,-3 5 0,0 3 104,0 3 0,-2 7 0,-3 3 0,1 5 51,3 6 1,1-2 0,4 7-1,2 2-256,4 1 1,4-2-1,3 0 1,2-5-182,4-5 1,7-3-1,4-5 1,1-5-51,2-6 1,0-5 0,1-4-234,3-3 1,-3-8 0,2-6 0,-2-7 0,-1-6-41,0-4 0,-5-3 1,-2 0-1,-2-1 562,-2 0 0,0 8 1,-3 5 197,-4 6 0,-3 11 0,-3 16-76,-4 8 0,-1 7 0,1 3 0,2 3-286,0 2 1,4 0 0,-2-1 0,3-3-592,3-3 0,0-3 0,5 1 1,2-6-1276,3-3 1875,1-5 0,1 1 0,1 1 0</inkml:trace>
  <inkml:trace contextRef="#ctx0" brushRef="#br0" timeOffset="197">702 1 7831,'-5'6'435,"4"3"1,-3-2-1,3 3 155,1 4 0,0 4 0,0 6 0,0 5-351,0 5 0,0 5 0,1 8 1,2 4-298,0 3 1,4-10-1,-3 2 1,-2-3-605,-1-3 1,3-9 0,-1-1-1881,-1-3 2542,0-12 0,-2-10 0,0-11 0</inkml:trace>
  <inkml:trace contextRef="#ctx0" brushRef="#br0" timeOffset="363">660 388 7831,'0'-11'590,"0"1"0,0 3 1,1 1-405,2 2 0,4 0 0,6 4 1,1 0-376,-1 0 1,3 0 0,2 0 0,3-1-541,3-3 0,-2 2 0,3-4 1,-2 0 728,1 1 0,-2-7 0,4-4 0</inkml:trace>
  <inkml:trace contextRef="#ctx0" brushRef="#br0" timeOffset="614">995 210 7627,'-11'11'0,"1"0"666,-1 3 0,1 2 0,0 5 0,2 1-65,1 3 1,4-2 0,-3 4 0,1-2-500,3-1 0,2-3 0,4-4 0,3-4-230,2-5 0,2-3 0,2-5 0,1-2 41,-1-1 0,0-8 1,-2-5-1,1-2-90,-3-3 0,-2 4 0,0-6 0,-3 0 174,-3 1 1,-1-1 0,-1 0 0,-3 1 35,-3 3 1,-2 1 0,-1 1 0,-1 2 42,1-1 1,-1 9-1540,1 1 0,0 4 780,3 6 0,7-2 1,7 5-1,3 1 683,0 2 0,5 0 0,2 1 0</inkml:trace>
  <inkml:trace contextRef="#ctx0" brushRef="#br0" timeOffset="1164">1235 179 8195,'-9'-2'1967,"1"0"-1007,1-1 1,3-1-583,-3 4 1,2 1 0,-4 3-169,3 3 1,0 2 0,-2 3 0,2 3 5,1 6 1,0 1 0,3 6-216,-1 1 0,-1-2 1,5 0-1,3 0 1,3-2-438,2-4 1,3-7-1,0-2 1,4-4-52,0-4 1,-2-8 0,2-4 0,0-4 136,1-6 1,-5-6 0,1-3 0,-3-1 202,-3 0 1,-5 5 0,1-2 233,-1 3 0,-2 3 0,0 1 518,0 4 1,0 8-343,0 6 0,0 6 0,0 8 1,1 5-1,1 4-45,1 5 0,4 3 1,-2 3-1,0 1-48,-1-1 1,0 3 0,-4 0 0,0 1 46,0 1 0,-5-6 1,-2 2-1,-2-1-105,-1 1 0,-4-9 1,-2-1-1,1-4-155,0-6 0,-3-7 1,1-4-1,1-4-630,2-4 1,2-3-1,3-5 1,1-4-718,1 0 1,5-1-1,-2-4-414,3 0 1804,6 0 0,5-5 0,6 0 0</inkml:trace>
  <inkml:trace contextRef="#ctx0" brushRef="#br0" timeOffset="1533">1539 221 8136,'-5'-7'387,"-2"0"1,-2 4-1,-2 0 1,1 2 70,-1 1 1,1 4 0,0 3 0,-1 4-74,1 3 1,3 2-1,1 4 1,1-2-260,3 0 1,1-1 0,2 2 0,2-3-362,4-2 0,4-8 0,2 3 0,2-3-224,1-4 0,0-2 0,3-4 0,-3-7 58,-1-5 0,3 0 1,-4-1-1,-2 1 151,0 0 0,-5 3 1,0 0-1,0 4 470,-1 2 1,2 6 0,-5 1 0,1 7 280,1 5 0,-4 11 1,2 7-1,-2 5-158,-1 2 0,0 2 0,0 6 0,0 0-29,0-1 0,-1-4 0,-1-4 0,-3-3-164,-1-2 0,-1-3 0,-3-2 0,0-5-436,-1-6 1,-1-8-1,0-3 1,-3-4-587,-2-4 1,7-6 0,-3-8 0,1-3 75,4-3 1,-1-3-1,4-4 1,1 0 795,-1-1 0,1 1 0,9-5 0,1-1 0</inkml:trace>
  <inkml:trace contextRef="#ctx0" brushRef="#br0" timeOffset="1696">1769 168 7831,'6'5'1558,"2"2"-1076,-5 7 0,1-1 0,-4 4 0,0 3 0,0 4-49,0 8 1,0 0 0,0 5 0,0 1-621,0-1 0,-1-7 1,-2-1-1,0-5-668,1-4 0,2-9 0,3-2-836,4-3 0,2-9 1691,2-7 0,-1-5 0,1-6 0</inkml:trace>
  <inkml:trace contextRef="#ctx0" brushRef="#br0" timeOffset="1946">1926 398 7831,'17'-3'0,"0"-2"0,-2 1 282,-2-1 1,-1-2 0,1 2 0,2 0 193,2-4 0,-3 0 0,2-3 0,-1 0-182,-2-2 0,-3 0 0,-2 3 0,-2 1-6,-1-1 1,-2 1 0,-3-1-1,-1 1-160,-2 0 1,-3 3-1,-6 1 1,-2 1 56,-3 3 1,0 3-1,0 5 1,0 7 133,0 5 1,-1 2 0,4 8 0,1 1 91,1 1 0,5-1 0,2 0 0,0 1-375,3 0 1,0-3-1,2 1 1,2-3-546,1-3 0,4-2 0,6-4 0,2-5-1312,1-2 1,2-7 0,3 0 1820,0-4 0,4-9 0,2-5 0</inkml:trace>
  <inkml:trace contextRef="#ctx0" brushRef="#br0" timeOffset="2084">2303 493 8254,'-5'5'-625,"3"4"625,-5-6 0,0 5 0,-4-2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3:48.3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147 136 7831,'-7'-10'-34,"0"-1"184,-1 1 0,2 0 0,-1 2 0,-1 2 1,0 1 113,1-1 0,-3 3 0,3 0 0,-2 3 146,-1 3 1,-1 8 0,2 6 0,1 4-108,1 4 0,3 1 0,-2 7 0,2 1-141,2 1 0,0-1 0,2-2 0,2-1-217,1 1 1,4-7 0,6-4 0,2-7-254,1-6 0,2-4 1,3-8-1,-1-5 76,1-7 0,0-8 0,-1-9 1,-1-5-279,-2-2 1,-4 0 0,1-4 482,-3 5 1,-5 1-1,-2 9 1,-3 7 362,-1 5 0,-1 7 0,-2 8 0,-1 6-60,-2 6 0,4 6 0,-2 8 0,2 1-439,-2 2 1,3-4 0,-2 2 0,3-3-395,3-1 1,0-4 0,4-2 0,2-2-53,4-4 1,-1-5-1,5-1 1,-1-3 608,0-3 0,2-8 0,3-5 0</inkml:trace>
  <inkml:trace contextRef="#ctx0" brushRef="#br0" timeOffset="198">450 0 8295,'-9'6'987,"2"3"0,4 6-570,1 5 1,4 1 0,1 8-1,4 2-185,2 2 1,-2-3-1,0 4 1,1-3-99,2 1 1,-4-7 0,-3 5-1,-2-2-18,-1-1 1,0-7 0,-1 0 0,-2-4-272,-4-3 0,-6-5 0,-2-2 0,-2-2-876,-1-1 0,1-2 0,1-4 0,1-2-964,2-6 1995,2-2 0,-4-2 0,-2-1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3:46.3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241 135 7831,'0'-10'0,"0"-1"266,0 1 1,0-1 0,0 0 0,-1-1 0,-2-1 225,-4 1 1,-3 2 0,0-2 0,-2 2 13,-2 3 0,2 5 0,-5-2 0,2 6-235,2 5 0,2 5 0,1 12 1,2 2-119,1 5 0,5 2 1,-1 9-1,1 0-293,2 0 1,5-7-1,2-2 1,3 0-365,4-4 0,-1-2 1,3-9-1,0-1 104,-4-3 1,0-5-1,-3 5 141,-2-2 1,-2-2-1,-6-1 1,-3-1 753,-3-1 0,-3-1 1,-4 2-335,-4-1 0,0-3 0,-1 2 1,2-1-1,-2 0-699,-1 0 1,4-2 0,2-2-1,3 2-505,0 0 1,5 0 0,3-7 1042,2-3 0,5-2 0,7-6 0,5-2 0</inkml:trace>
  <inkml:trace contextRef="#ctx0" brushRef="#br0" timeOffset="262">273 407 7988,'23'-5'239,"-2"1"0,-6 3 0,1 1-7,-1 0 1,3-4 0,-4 1 0,-1-1 0,-1 1 183,2-1 1,-2-4-1,1 1 1,-3-3-382,1-4 0,-7-2 0,6-5 0,-5 0-86,-2 0 0,-2 0 1,-2 1-1,-3 3-14,-3 3 1,-2 2 0,-3 3 0,-2 2 99,-3 3 1,1 6 0,-1 3 0,1 8 214,0 6 0,3 2 1,0 9-1,4 4-26,2 2 0,1-1 0,-1 1 0,4-1-387,2-2 0,1-5 1,1 5-1,2-3-619,4-5 1,7-5-1,4-5 1,1-3 127,2-6 1,1-4-1,2-4 1,0-4 653,-1-4 0,-1-13 0,-1 1 0</inkml:trace>
  <inkml:trace contextRef="#ctx0" brushRef="#br0" timeOffset="547">608 261 7831,'0'-11'916,"0"6"1,1 2-1,1 10 1,3 7-397,1 5 1,-4 6 0,2 3 0,0 3-269,-1 0 0,2 1 0,-3 2 1,2 2-140,-2 1 0,-1-3 1,-1 0-1,0-4-292,0-2 1,0-9 52,0-2 1,0-11-1,0-10-33,0-8 1,0-12 0,0-4 0,2-3-27,1-4 0,-1 0 0,5-4 1,0-2 56,-1 2 1,3 2 0,-3 1 0,1 3-283,0 2 1,0 7-1,3 1 1,-2 4 35,-1 5 1,-4 6-1,4 2 1,1 2-380,2 1 1,0 2 0,0 2 0,1 2 752,-1 0 0,1 10 0,-1-1 0</inkml:trace>
  <inkml:trace contextRef="#ctx0" brushRef="#br0" timeOffset="796">942 282 7831,'4'10'174,"-1"1"75,0-1 1,-2 1 0,-1-1 0,-1 2 203,-3 2 1,3 1-1,-2 2 1,1-2-67,2 1 0,0-5 1,0 3-1,0-2-259,0-2 0,4 1 0,1-2-127,0-2 1,2 1 0,4-4-1,0-3 4,3-4 1,-4-7 0,2-8-1,1-2-191,-1-5 1,0-3 0,-2-7 0,0-4-15,1-5 0,-1 1 1,1-3-1,-1 3-541,1 1 0,-1 10 1,1 4 230,-1 5 0,1 8 1,-1 5-1012,1 9 1521,-6 6 0,0 10 0,-5 1 0</inkml:trace>
  <inkml:trace contextRef="#ctx0" brushRef="#br0" timeOffset="1063">1204 261 7831,'0'10'112,"0"-3"1,0 0 480,0 1 1,1-2 0,3 0-234,3-1 1,2-3 0,1-5 0,1-4-219,-1-3 1,-3-5 0,0-2 0,1-3 54,2-1 0,-4-1 0,-3 0 0,-2 0-190,-1 2 0,0 3 1,0-1-1,0 3-102,0 0 1,-4 8-1,-3 0 1,-4 5 281,-3 2 1,3 9 0,-3 5 0,2 7-69,1 7 0,5 1 0,-1 9 0,0 2-200,1 0 0,1-1 0,5-3 0,0-3-511,0-2 1,5-7-1,3-1 1,5-5-235,4-8 1,1-5 0,1-9-1,5-5 826,1-7 0,-2-2 0,8-16 0,-5 1 0</inkml:trace>
  <inkml:trace contextRef="#ctx0" brushRef="#br0" timeOffset="1262">1570 20 8751,'-10'11'0,"-1"0"597,1 3 0,-1 3 0,1 3 0,-1 3-103,1 1 0,4 4 0,3 4 0,2 2 65,1 0 0,4-4 0,3 4 0,4-4-455,3-2 0,-3-5 1,2 2-1,-4-3-158,-2-1 0,-4-4 1,0-1 27,-2-1 0,-5-1 0,-3-4 1,-4-2-1311,-3-1 0,-2-5 0,-5 2 0,0-4-555,0-4 1,0-3 1890,0-7 0,-4-2 0,-2-5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13:44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42 7831,'-6'-10'705,"-4"3"867,3 0-1080,-2 4 1,5-1 0,4 5 0,5 2-1,5 4 0,5 7 1,2 4-1,3 3-545,1 3 1,0-1 0,1 5 0,1 1-399,2 2 1,0-2 0,-2 0 0,2 1-145,-2-1 0,-1-5 0,-2-1 0,-1-6 595,-2-3 0,-4-9 0,2 4 0</inkml:trace>
  <inkml:trace contextRef="#ctx0" brushRef="#br0" timeOffset="197">424 0 7831,'-20'15'704,"3"2"1,-8 4-1,3 1-135,1 2 1,0 1-1,0 6 1,0 5-283,0 4 1,0 3 0,2 0-1,1 0-76,4-3 1,4-5-1,3-1 1,3-6-797,3-7 0,1-5 0,1-7 1,4-2-579,5-3 1,6-3 0,3-1-1,1-1 1163,1-3 0,-2-2 0,6-4 0</inkml:trace>
  <inkml:trace contextRef="#ctx0" brushRef="#br0" timeOffset="483">570 210 7831,'-11'22'207,"-3"2"1,-1 3-1,-3 4 1,4 1 461,3-1 0,1 0 0,3 0 0,4-2-257,2-1 1,2-6 0,3-1 0,6-6-526,2-4 1,8-5 0,0-2-1,3-4 84,1-4 0,-1-7 1,0-9-1,1-5-630,0-1 0,-2-7 0,-2-5 0,-3-3 258,-3-1 1,-7 1 0,-4 3 0,-1 3 487,-2 3 1,-2 8 0,-2 5-1,-7 2 65,-5 5 0,-4 5 0,-1 3 0,0 4-345,0 4 1,5 1 0,2 7 0,3 2-132,0 3 1,5 0-1,3-1 1,2 0 323,1 1 0,4 0 0,2 4 0</inkml:trace>
  <inkml:trace contextRef="#ctx0" brushRef="#br0" timeOffset="664">905 105 8181,'0'10'857,"-3"-3"0,-1 0 0,1 1-418,-2 2 0,4 1 1,-3 3-1,2 5-207,-2 4 0,3 2 1,-2 5-1,2 4-385,1 2 1,0 1 0,0 1 0,0-3-636,0-2 1,0-7 0,0-2 0,0-6-1920,0-4 2707,4-7 0,2-2 0,5-5 0</inkml:trace>
  <inkml:trace contextRef="#ctx0" brushRef="#br0" timeOffset="967">936 199 7860,'4'-23'145,"-1"2"0,6 6 0,-2-1 1,2 0 175,1 4 0,2 5 0,2 3 1,3 2 140,3-2 0,1 3 0,-1-1 0,-2 3-316,0 3 1,-5 4-1,-1 0 1,-2 3-102,-3 3 0,-5 1 0,2-1 0,-3 4 88,-1 2 0,-5 1 1,-3-2-1,-4 0-436,-2-2 0,-3-4 0,2 1 1,-2-2 163,-1-2 0,-2-3 0,-1-1 0,0 0 425,0 0 1,5-3 0,2 3-1,2-1 236,2-3 0,3 3 0,1-1 0,2 2-121,1 2 0,8-2 0,4 1 0,6 1-271,5 1 0,-1 2 1,5-2-1,-2-1-863,-1-1 0,1-4 0,1 0-440,2-2 0,-2 3 1173,-5-1 0,1 5 0,-2-2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5:01.3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0 8082,'-3'10'0,"-2"0"146,0 3 1,3 2-1,-2 4 93,-1 0 0,3 9 0,-3 3 0,0 3 0,-1 2-91,-1 3 1,3-4 0,-1 2-1,2-3-416,0-3 1,0-1 0,3-4 0,0-3-457,0-7 1,0-5 0,1-2 723,2-3 0,-2-2 0,3-4 0</inkml:trace>
  <inkml:trace contextRef="#ctx0" brushRef="#br0" timeOffset="249">202 325 7851,'9'-8'0,"1"0"85,-1 2 0,1-1 0,-1-2 0,1-1 558,0 1 1,-1-2 0,0-1 0,-2-1-532,-1-2 0,-3 0 1,0-1-1,-2 3-82,-1 3 0,-4 0 1,-3 2-1,-2 1 72,-4 4 0,-2 3 1,-4 3-1,0 5-56,0 3 0,4 4 0,2 5 1,1 3-17,0 2 1,4 0-1,0 0 1,2 1-334,4-2 0,1 4 0,2-4 0,2 1-26,4-3 1,6-2 0,2-2 0,4-3-1737,0-5 2065,0-5 0,4-5 0,2 0 0</inkml:trace>
  <inkml:trace contextRef="#ctx0" brushRef="#br0" timeOffset="884">374 220 7851,'0'-10'182,"0"1"1,0-1 0,-1 2 288,-2 1 1,1 4 0,-1 6-61,2 4 0,1 6 0,0 2 0,0 5-151,0 2 0,1 2 0,1 5 0,2 1-145,-2 2 1,-1-5 0,0 3 0,1 0 3,1 0 0,1-6 0,-1 3 0,0-5-226,-1-4 1,0-9 0,1-1-223,4-6 1,-2-8 0,0-11 0,0-7 89,1-8 1,0 1 0,4-9 0,-1 1 96,1 0 0,-1 5 0,1-4 0,0 5 151,-1 6 0,1 3 271,-1 9 1,-3 7 0,-3 11-22,-2 9 0,-1 7 0,0 4 0,0 5-456,0 2 0,0-6 0,0 5 1,0-1-277,0-1 0,0-2 0,1-4 1,2-3-214,3-2 1,4-9-1,2 0 1,1-6 685,2-4 0,-2-10 0,2-7 0,-1-4 0,2-4 0,-4-4 0,-1 2 0,-2 2 0,-3 3 0,-4 3 0,1-3 0,-2 3 372,-1 4 1,-1 3-1,-2 6 383,-3 3 1,-3 3-1,1 6 1,0 3-119,2 3 1,4 0-1,-3 2-578,1 2 1,3-3 0,-2 3 0,2-2 0,1-2-303,0 1 0,3-4 1,1 0-1,2-2 20,1-2 1,-2-1-1,2-1 1,0 0-170,2 0 0,-3 0 1,-1-1 519,0-2 1,2 2 0,-2-1 0,2 4 506,-1 4 0,-4 8 0,3 5 0,-2 5-211,0 4 0,0 2 1,-3 1-1,0 2-102,0 1 1,-1 0 0,-1 0 0,-2-5-310,-2-2 1,0-6 0,-4 0 0,0-4-636,-3-4 1,2-7-1,-1-3 1,1-6-512,1-3 1,4-7 0,1-4 0,1-5 458,1-7 0,2 0 674,1-6 0,5 0 0,0-4 0</inkml:trace>
  <inkml:trace contextRef="#ctx0" brushRef="#br0" timeOffset="1066">852 105 7664,'0'7'1261,"1"0"1,1 3-620,1 1 1,1 6 0,-1 0 0,1 5-638,1 3 0,-3 6 0,3 2 1,-2 0-566,0 0 1,1-1-1,-2-4 1,1 0-358,0-3 1,-2-4 0,-2-8 916,-3-2 0,-1-4 0,-4-7 0</inkml:trace>
  <inkml:trace contextRef="#ctx0" brushRef="#br0" timeOffset="1209">833 335 7851,'0'-10'0,"1"2"0,1 0 0,2 2 0,1-1 61,3 2 0,0-2 0,2 2 0,0 1-229,-1 0 0,1-2 0,-1 1 168,1 0 0,4-1 0,0-4 0</inkml:trace>
  <inkml:trace contextRef="#ctx0" brushRef="#br0" timeOffset="1465">1043 77 7851,'0'9'677,"-3"2"-183,0 1 0,0 0 1,3 4-1,0 2 1,0 2-1,0 4 180,0 0 0,0 3 0,0 2 1,0 1-515,0-2 1,0-2 0,0 2 0,1-2-211,2-4 1,-2-5-1,3-3-303,0-4 0,1-3 1,2-11 151,-1-2 1,-2-8 0,1-4 0,0-4-25,1-3 0,-1 4 0,2-1 1,-1 2 335,-2 1 0,2 4 0,-2 3 0,1 4 274,-1 1 1,0 5 0,-2 0 0,3 4-47,0 4 1,-3 4-1,1 3 1,-2 4-550,-1 4 1,1 0 0,1 3 0,2-3 209,-2-3 0,-1-1 0,-1 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59.8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267 66 7851,'-1'-15'0,"-2"1"321,-3 0 1,-3 7-1,-1-1 1,-3 2-13,-3 4 0,-2 5 1,-1 5-1,0 4-52,-1 8 0,5 3 0,1 6 0,2 0-58,4 3 1,1-1-1,1 2 1,3-2-134,2-4 0,8-6 1,4-1-1,1-1-233,2-2 0,3 0 0,-2 1 1,0-1 168,-2-1 0,-3-2 0,-1 3 1,-3 1 108,-3-1 1,-2-3 0,-2 2 0,-3 0-16,-5-2 1,-3 0 0,-6-5 0,-2-2-320,-1-1 0,1-3 0,1 0 0,0-2-433,0-1 1,4-3 0,3-2-1,5 0-296,4-2 0,3-3 0,4-2 952,5 0 0,5-10 0,5 2 0</inkml:trace>
  <inkml:trace contextRef="#ctx0" brushRef="#br0" timeOffset="299">392 257 7851,'-15'0'313,"-3"1"1,3 1-1,-2 4 191,-2 2 0,5 0 1,-4 5-1,3 1-65,3 2 0,3-1 0,2 1 0,4 1-515,2 1 1,5-3 0,4-2 0,3-3-341,5 0 1,4-5 0,1-2 0,2-2 212,2-1 0,-3-7 0,2-4 0,0-2-252,-3-4 0,-1 2 0,-3-1 0,-2-2 526,-2-4 1,-5 2-1,4-1 1,-5 4 628,-3 4 0,-3 3 1,-2 1-117,-3 3 1,-1 2-1,-5 5-471,1 2 1,3 3 0,0 7-1,2 3 1,2 3-429,1 3 0,1 0 0,0 2 0,1-1 292,2-1 0,-1-3 23,5-3 0,-1-3 0,3-3 0</inkml:trace>
  <inkml:trace contextRef="#ctx0" brushRef="#br0" timeOffset="800">659 181 7851,'0'9'0,"-1"2"501,-2 2 1,2 2 0,-2 4-1,1 1-16,-1 2 1,1 0-1,-1 5 1,2 1-284,1-2 0,0 1 0,0 0 1,0 0-199,0-2 1,0-6-1,0-1 1,1-4-106,2-2 1,0-5 0,2-6 0,0-7-144,1-6 1,-3-7 0,3-3 91,2-3 1,-1-4 0,0-2 0,0-1 0,0 1 96,2 2 0,-3 3 0,0 2 0,2 0 95,0 3 0,1 5 0,-2 5-28,0 3 0,-4 6 0,2 8 241,-1 7 0,0 8 0,-4 5 0,0 1 1,0 2-39,0 0 1,0 0-1,0-2 1,0 0-276,0-2 1,0-4-1,0 1 1,0-4-290,0-2 0,1-9 0,1-2 23,1-6 0,4-6 0,-1-8 1,0-6 158,1-6 1,-1 1 0,2-6 0,0 2 63,-2 1 1,1 4 0,2 0 301,1 2 1,-1 1 0,2 4 0,1 2 0,0 4 827,0 5 0,-1 2 0,-2 8-527,1 3 0,-4 5 0,-1 8 1,0 1-143,-3 2 0,-1 3 0,-1 3-807,0 1 0,0-1 1,0-2-1,0-1 0,1-2-830,2-2 1,-2-5 0,3-4 0,1-5 314,1-4 1,-1-7-1,2-5 964,0-6 0,2-3 0,0-1 0</inkml:trace>
  <inkml:trace contextRef="#ctx0" brushRef="#br0" timeOffset="1016">1109 382 7851,'9'-2'-895,"1"0"1446,-1-1 1,1-1-1,-1 1 1,-2-4 80,-1-1 0,1-2 0,1 1 1,-1-2-358,-4-2 1,-2 2-1,-1-4 1,0 0-246,0 0 1,-1 2-1,-2-2 1,-5 2 17,-4 1 0,2 6 1,-4 2-1,1 4 157,1 4 1,-4 5 0,3 8 0,1 4-10,2 5 0,1 3 1,3 1-1,1 3-54,1 1 0,3-6 1,-1 1-1,4-3-685,4-1 0,4-3 0,3-7 0,4-6-1027,4-4 0,3-11 1,5-5 1569,0-7 0,4-12 0,1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58.9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44 7851,'0'-10'0,"0"1"0,0 2 0,0 1 1467,0-1-887,4 2 1,-3 10-1,3 8-404,0 8 0,-1 3 1,2 6-1,-1 2 1,-2 4 56,-1 4 1,-1-4-1,0 2 1,0-3-164,0-1 1,0-7 0,0 1 0,0-4-533,0-2 1,0-10 0,1-3 95,3-4 1,1-10-1,4-8 1,2-4 38,2-2 0,2-3 1,4-1 150,0 2 0,3-1 1,2 2-1,0 4 187,3 4 0,-2 1 1,0 8-1,-5 2 0,-1 4 373,-2 7 0,-8 5 1,0 6-1,-5 2 196,-5 2 0,-3 0 0,-7 3 0,-2-2-33,-2 0 1,-5-5 0,-1 0 0,-1-4-440,1-4 0,-3-3 0,2-4 1,1-3-930,0-2 1,7-2 0,1-2 0,2-4-802,2-5 0,3-3 1622,3-4 0,6 0 0,3 0 0</inkml:trace>
  <inkml:trace contextRef="#ctx0" brushRef="#br0" timeOffset="250">440 321 7867,'21'0'75,"1"0"0,-5 0 1,1 0-1,-2-1 440,-1-2 0,-4-2 1,1-6-1,-4-1-192,-5 0 1,-2-4-1,-1 2 1,-1-1 29,-2-2 1,-4-1 0,-4 0 0,-3 2-266,-1 3 0,-2 4 0,-3 2 0,-2 4-75,1 2 1,4 6 0,-3 5 0,4 5-1,2 3 0,2 5 0,3 3 1,3 1 276,2 2 1,3 0 0,2-2 0,3 0-87,2-2 0,7-4 0,4-2 1,4-5-402,5-4 1,2-6 0,4-4-5089,3-5 5285,-2-12 0,4-3 0,-3-9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56.4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372 11 7906,'-9'-4'1469,"2"3"-991,1-2 0,3 2 1,-2 2-54,0 2 1,2 3 0,3 8 0,0 5-162,0 6 1,0 7 0,0 7-1,0 5-244,0 6 0,0 0 1,0 2-1,0-2-692,0-3 1,0-9-1,0-2 1,0-5-512,0-6 1,0-14 0,1-9-333,2-9 1515,-2-7 0,4-9 0,-5-2 0</inkml:trace>
  <inkml:trace contextRef="#ctx0" brushRef="#br0" timeOffset="501">38 317 7805,'-10'0'473,"1"0"600,-1 0-876,5 0 0,1-1 0,8-1 0,2-1-219,3 1 1,4-1 0,2 1 0,2-1-1000,2 1 1,-2-2 1020,6 1 0,-3-5 0,-1 3 0</inkml:trace>
  <inkml:trace contextRef="#ctx0" brushRef="#br0" timeOffset="950">325 78 7876,'0'-10'1650,"0"1"-1413,0 4 1,0 1-1,0 8 1,0 2-14,0 2 0,1 7 1,1 3-1,2 5-1,1 1 1,2-2 0,1 3 0,1-1-96,0 1 0,-3-4 0,5 0 0,1-4-622,-2-4 1,1-3 0,-1-4 0,0-4 174,3-4 1,-2-9 0,1-8-1,-1-6 127,-1-6 1,-4 0 0,0-4 0,1 0 170,-2 1 1,2 1-1,-2 6 1,-1 4 976,0 4-586,-1 10 1,-3 9 0,1 13 0,2 6-55,0 7 0,3-3 0,-2 7 1,1 0-236,-1-1 1,3-4 0,-1 4-1,0-2-327,0 1 0,-2-6 0,2-2 1,0-1-785,0-2 0,2-4 0,-1-1-1383,1-5 2413,-3-2 0,4-14 0,-4-2 0</inkml:trace>
  <inkml:trace contextRef="#ctx0" brushRef="#br0" timeOffset="1317">717 107 7849,'-7'0'653,"1"0"0,0 4 1,0 2-1,3 3-346,2 0 1,1 5 0,0 2 0,0 2-263,0 1 0,4 2 1,2 0-1,3 1 52,1-1 1,-1-4-1,1-3 1,-1-2 13,1-4 1,-1-4 0,1-2 0,-1-4-375,1-5 0,-1-7 1,-2-5-1,-2-5-570,0-4 0,-2 2 0,-3-1 1,1-1 1067,2 2 1,-2 7 0,2 1 340,-2 3 1,0 7-1,1 9-191,2 8 1,0 5-1,-2 6 1,2 2-440,2 4 1,-3 1-1,2 1 1,0-1-582,1-2 0,0-4 1,4 1-1,-1-4-437,1-2 1,-1-9 0,1-1 1071,-1-4 0,5-6 0,1-1 0</inkml:trace>
  <inkml:trace contextRef="#ctx0" brushRef="#br0" timeOffset="1567">1051 59 7849,'-9'0'332,"-1"0"1,1 1 103,-1 2 0,1 2 1,2 6-1,2 2-10,0 3 0,2 2 0,3 2 0,0 1-96,0 2 0,5-1 0,1-3 0,2 0-182,2 0 1,3 0 0,-1-1 0,0 1-139,-1 0 0,-5-6 0,-1 7 0,0-3-102,-3-3 0,-1 3 0,-1-4 1,-1-1-255,-2-1 0,-3-3 1,-3-2-1,-1-2-508,1-3 0,-1-6 0,1-2 0,-1-6-13,0-6 1,5-4 0,2-6 866,2 0 0,1-4 0,0-1 0</inkml:trace>
  <inkml:trace contextRef="#ctx0" brushRef="#br0" timeOffset="1717">1156 40 7849,'10'0'241,"0"0"0,-1 1 1,0 3-1,-2 6 1,-2 6 687,0 5 1,-2 3 0,-3 5-1,0 2-753,0 4 1,0-3 0,0 5-1,0-2-698,0-1 0,0-6 1,0-1-1,0-3-699,0-6 0,-1-3 1221,-2-6 0,-3-4 0,-3 0 0</inkml:trace>
  <inkml:trace contextRef="#ctx0" brushRef="#br0" timeOffset="1852">1118 250 9323,'10'-5'-535,"4"0"1,1 2 0,4-1 534,0-1 0,4-2 0,1-2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7.4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368 60 7831,'-12'-9'571,"-1"1"0,-4-1 0,-1 1-44,-1 0 0,-1 0 0,-3 3 0,-1 2-5,1 2 1,2 5 0,1 2-43,2 4 1,0 6 0,7 6-1,2 2 1,2 7-216,5 6 0,2 3 1,3 5-1,6 0-146,4-1 1,1-9 0,2 2 0,1-2-268,1-4 0,0-9 0,-3-1 0,-1-2-23,-3-2 0,-2-5 0,-4 2 0,-2-4 44,-2-1 0,-2-1 1,-2 0-1,-3-3-4,-4-2 1,-4 1 0,-5-2 0,-2 0-280,-3-1 1,2-4 0,-4-3 0,1-1-547,2-2 1,6-3-1,1-2-122,3-2 0,3 0 0,4-1 1078,4 0 0,8 0 0,3 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7.6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1 7831,'-8'9'678,"0"2"1,0 0-1,2 5 1,1 4 30,1 3 0,-1 5 1,2 8-1,1 5-382,1 5 0,1-1 1,0 4-1,0-2-296,0-3 0,1-10 0,1-4-1283,1-5 1,0 2-1,-3-10 1252,3 0 0,-6-7 0,3-2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7.7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59 7831,'0'-8'920,"0"-1"0,4 1 0,1 0-856,3 3 1,0 1-1,2 4 1,1-1-772,3-2 1,0 2 0,1-1 0,0 0 706,3-1 0,-1 2 0,3-3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8.0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 34 7831,'0'16'212,"0"-2"1,0 6 0,0-3 402,0 0 1,0 0 0,0 0-1,0 0-21,0 3 0,0-3 1,0 3-1,-1-1-388,-2 0 1,1-1-1,-3 0 1,-2-2-144,0-2 0,1-6 0,0-1 1,0-2-42,-1-3 1,1-2 0,0-1 0,1-5-131,0-5 0,1-5 1,4-3-1,0-4 30,0-1 0,4-1 0,2 0 0,1 0-740,2 0 1,2 2 0,1 2 423,1 0 0,-2 2 0,3 3 0,1 2 0,1 3 394,0 2 0,5 0 0,0 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8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67 101 8158,'-3'14'0,"-3"0"0,-2 1 681,0 0 1,0 5 0,-1 0-1,1-1 83,0 2 1,3-4 0,2 2 0,2-4-440,1-4 1,1-3 0,2-2 0,3-3-373,1-3 0,5-3 1,2-4-1,2-4-83,1-6 0,-3 0 1,-1-6-1,0 0-314,0-1 0,-6-1 0,0 0 1,-2 1 40,-3 1 0,-1 0 0,-1 4 0,-1 3-54,-2 1 0,-2 5 1,-7 2-1,-1 4 18,-3 3 1,2 6-1,1 3 1,1 5 438,1 0 0,2 6 0,1-1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8.5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88 8216,'0'8'751,"0"0"0,0 1 0,0-1 1,0 1 25,0-1 0,0 1 1,0 2-1,0 4-471,0 4 0,0-2 0,0 4 0,0-1-236,0 3 0,-1-2 0,-1 0 0,-1-3-431,1-2 1,1-5 14,1 0 0,0-7 0,1-7 1,2-8-38,3-7 0,-2-7 0,2-4 0,0-3 21,2-2 1,0 2-1,0-5 1,1 1 307,-1 4 1,1 7 0,-2 1 259,-1 6 1,1 4-1,-2 9 1,0 6 152,1 7 1,-4 8-1,0 9 1,-1 6-313,-1 5 1,0-4 0,0 2 0,0 0-1008,0-2 1,1-7 0,2-2-567,3-5 0,1-4 1526,2-8 0,3-2 0,1-4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8.8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218 0 8234,'-9'0'0,"1"0"721,0 0 1,-4 4 0,1 2 0,0 1 237,-1 1 1,5 5-1,-4 3 1,2 4-465,2 1 1,3-2 0,4 0 0,0-1-543,0-1 0,4-4 0,1-3 0,3-3-255,4-1 1,1-5-1,3-1 1,1-5-297,0-2 1,-3-5 0,-1-2 0,0-2 5,0-1 1,-2 1 0,2 0 0,-1 2 676,-2 3 1,0 2-1,-2 4 1,-1 3 258,-1 4 1,2 7-1,-4 8 1,1 6 487,-2 7 0,-2 1 0,-1 7 0,0 1 93,0 2 0,-4-5 0,-2 4-592,-1-1 1,-5-1-1,-2-4 1,-2 0-1,-1-3-282,0-4 1,0-10 0,-2-4 0,-1-5-1107,-2-6 1,0-5 0,-3-6 0,0-6-1623,0-6 0,2-2 2677,1-8 0,3 0 0,-1-2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9.5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0 7804,'0'9'0,"0"-1"163,0 1 1,0 0 0,0 2 0,0 4 475,0 4 0,0 4 1,0 7-298,0 7 0,0 5 0,0 5 0,0 0 0,0 1-97,0-5 1,-4-4-1,-1-9 1,0-4-58,-1-6 0,4-11-199,0 0 1,1-8 0,1-2 0,0-6 0,0-7-256,0-4 0,3-5 1,4-4-1,3-2-83,4 0 1,2 2-1,1-1 228,-1 2 1,3 4 0,0 4-1,-2 4 1,2 5 5,-2 2 0,0 6 0,-3 2 1,-4 7 567,-3 8 0,-3 6 0,-5 5 1,-2 4-34,-3 2 0,-5 0 0,-3 0 0,-3-2-372,-2 0 1,1-7-1,0 0 1,2-2-552,2-4 1,4-4 0,-1-3 0,1-5-1451,2-3 0,3-7 1953,2-4 0,2-4 0,1-5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9.8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135 226 8083,'12'-3'0,"1"0"398,0 2 1,0-1 0,-3-1 177,1-3 0,1-1 0,-5-2 0,-1-2-183,-4 0 0,-1-5 0,-1 1 0,-1-5-128,-1-1 0,-1 4 0,-5-1 1,-2 1-14,-2 3 0,-2 2 1,-2 2-1,0 4 78,0 3 1,3 9 0,-5 6 0,1 3-80,2 5 1,1 2-1,1 6 1,0 3-105,1 1 0,4 2 0,0-2 1,4 0-356,3-1 0,2-6 0,2 1 0,4-2-1217,6-4 1,2-6 0,7-5 413,2-5 0,3-4 0,1-4 0,1-6 1,2-5 1010,1-7 0,-7 2 0,10-12 0,-9 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49.9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231 32 8111,'-10'-8'0,"0"1"0,-2 0 973,-1 2 1,1 3 0,-3 0 0,-1 5-6,1 5 0,0 5 0,-3 7 0,0 4-486,3 5 1,2 0 0,0 7-1,1-1-326,2-1 0,4 1 0,1-4 0,2-2-681,4-4 1,3-5-1,5-2 1,2-2-981,3-2 1,0-7 0,2-2 0,3-3 469,1-2 1,2-2 1034,3-3 0,-3-5 0,-2-6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0.2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167 48 7804,'-8'-3'321,"-1"1"0,0-3 0,-1 1 435,-1 2 1,-3 2-1,1 0 1,0 0-150,-1 3 0,1 6 0,0 5 0,0 2-200,3 4 1,4-3 0,1 4 0,1-2-170,2 1 0,5 0 1,3-5-1,3-1-501,5-3 0,0-5 0,6-3 0,-2-3-391,2-3 0,-2-5 0,4-6 1,-2-3 109,-1-3 1,-4 2 0,-2-4 0,-1 1 563,-2 0 0,-1-1 0,-1 1 0,-3 3 339,-2 3 0,-2 8 0,-2-1-38,-2 4 1,-1 6-1,-4 6 1,2 6-1,0 6 327,0 5 0,1 0 1,0 3-1107,2-2 1,0-2 0,3-2-1,0-2 1,0-4-909,0-2 1,3-2 0,3-4-1,2-2-442,0-4 1808,0-4 0,4-7 0,1-4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0.5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53 8615,'-4'-4'577,"-1"1"0,-3 2 0,0 1 0,0 2 6,3 3 1,-2 2 0,4 7 0,-1 1 66,0 1 0,1 1 0,4 2-667,2 0 0,2 1 0,3-4 0,0-2 0,2-3-421,1-2 0,2-3 0,3-2 0,-1 0 83,-1-2 1,-3-8-1,1-3 1,-1-3 29,-1-3 1,-5-4-1,2-4 1,-1-1 403,-1-1 1,-4 0 0,2 1 0,-2 1 2314,-1 4-1928,0 5 0,0 7 0,0 11 0,0 9-298,0 8 0,0 1 0,0 2 0,1 2-805,2 0 1,-2-4 0,2-2 0,0-2 259,0-2 1,4 0-1,-3-2 1,2-4 376,-1-3 0,1-3 0,2-4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0.8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0 7804,'-8'4'453,"-1"-2"1,-1 4 0,-2 1 253,2 3 0,2 0 0,2 4 1,3 2-111,2 3 0,1-1 1,1 4-1,2-1 101,3 1 1,2-2-1,1 3 1,1 1-482,-3 0 0,-1-7 0,-1 2 1,-2 0-90,-2 2 0,-1-2 1,-1-1-1,-2-2-387,-2-2 1,-4-4 0,-1 0 0,-2-2-837,-1-3 1,3-3 0,-1 0 0,1-4-1646,2-3 1,3-6 2739,3-3 0,1-2 0,1-1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1.0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51 155 8083,'12'-7'0,"1"1"576,0 0 1,-1 0 0,-4-2-1,0 0 124,-3-1 0,2-2 0,-4 0 0,-1 0-352,-1-1 0,-5 1 0,-2-2 0,-1 1-52,-2 2 1,0 4 0,-2 1 0,-2 2 137,0 4 1,-2 7 0,4 6 0,1 5 133,0 3 0,3 3 0,1 3 1,4 2-98,1 0 1,1 0 0,2-4-1,3 0-341,6-2 0,6-6 0,4-1 1,6-6-2381,5-4 1,0-4 0,7-7 2249,-2-4 0,-1-5 0,-2-3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1.6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 9 7804,'-6'-3'1094,"0"0"0,8 0 1,2 4-1,5 3-794,5 4 1,3 2 0,3 3 0,2 2-332,2 1 1,1-1 0,0 0 0,1 1-1041,2-1 1,-4-5 0,1-1 0,-1-3-1462,-4-3 2532,-7 0 0,10-10 0,-5-3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1.8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185 0 7804,'-8'0'843,"-1"1"-272,1 2 0,-1 2 0,-2 4 0,-1 3 0,0 4 0,-1 5-94,0 6 1,-1 0-1,-2 11 1,1 3-179,2 1 0,2-2 1,1-2-1,4-1-451,3-1 0,2-5 0,1-3 0,2-4-1057,3-5 0,3-11 1,8-2-1,1-5-2249,1-4 3458,0-2 0,6-10 0,2-3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2.0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99 7804,'-7'25'0,"3"2"0,-6 3 0,0 4 1141,0 0 0,2 1 0,2 0 0,3-1-459,-1-1 1,3-6 0,-1-3 0,5-7-654,5-8 0,3-4 0,3-6 0,3-3-178,1-4 1,-2-9 0,2-7 0,-2-4-8,-2-2 0,-1-4 0,1-5 0,-4 0-634,-3 0 0,-3 6 0,-2-2 0,1 2 440,-1 1 0,-2 10 1,-3 2-1,-3 6-273,-1 4 0,-4 7 0,0 1 120,0 4 1,2 2 502,1 5 0,-1 3 0,1 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2.3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63 8964,'-4'11'0,"-2"1"247,-1 1 0,-1-1 1,0 4-1,3 2 351,2 3 1,-1-2 0,1 4 0,2 0-213,3 1 1,3-2 0,3-3 0,2-2-499,1-3 1,2-2-1,3-5 1,-1-1-305,2-3 1,-2-3 0,4-4 0,-1-4 108,-1-5 0,-3-8 0,-1-3 0,-1-5 19,-2-3 0,-3-1 0,-3-4 1,1 2 434,0 2 1,-4 9 0,2 1 0,-2 6 630,-1 3 1,0 6 0,0 9 0,0 8-90,0 7 0,0 9 1,0 7-1,1 5-351,2 4 1,2-1 0,3 4-710,0-4 1,3-4 0,2-5-1,-1-4 1,1-5-2468,0-5 1,1-8 2837,2-6 0,1-2 0,0-1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2.9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134 33 7906,'0'-8'346,"-1"2"0,-1 0 520,0 0-522,-1 2 0,3 1 1,0 6-1,0 4 227,0 3 1,3 7-1,0 5 1,1 3-279,0 3 0,1 2 0,-1 3 1,0 1-223,-1-1 0,1-5 0,-2-2 0,1-2 90,-1-3 0,-1-9-413,-1-4 1,0-6 0,-1-2 0,-2-5-1,-4-3-277,-3-3 0,0 1 0,-3-3 1,0 1 340,0 1 0,2 6 0,-2 2 0,0 2 180,0 1 0,2 4 0,0 2-28,2 5 0,2 1 1,1 3-1,3-2 1,2 2-102,1 1 1,4 0-1,2-2 1,5-2-462,3 0 0,2-5 0,3 0 0,2-2 239,4-3 1,-4-6-1,6-5 1,1-4 358,1-2 0,-6-6 0,1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3.1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93 101 7804,'-9'0'273,"1"0"1,0 0-1,-1 4 1,1 5-1,-1 4 490,1 2 0,0 6 0,-1 0 1,2 2-323,1-1 1,3-4-1,4 2 1,1-2-348,4-2 1,5-6 0,3-5-1,2-3-129,1-2 1,0-5 0,1-3 0,0-5-134,1-3 0,-7-4 0,3-3 0,-4-2-82,-2-3 0,-2 2 1,-5-1-1,0 2 57,-3 0 0,-1 7 0,-6-2 1,-2 6-77,-2 2 1,-2 7 0,-3-1 0,2 4-376,1 2 0,1 1 1,3 2-1,1 2-1311,2 3 1955,4 0 0,-1 1 0,4-1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3.5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41 7804,'0'8'717,"0"-2"0,0 2 0,0 1-190,0 0 0,0 4 0,0 1 1,0 3-222,0 3 0,-1 1 0,-1 4 1,0 0 89,0 0 0,1 1 0,1 0 0,0 1-393,0-3 0,0-5 0,0 0 0,0-4-332,0-4 1,1-6-72,2-2 0,-2-9 0,4-6 0,0-7 93,-1-6 1,2-4-1,2-4 1,1-2-12,-1-1 1,1 3-1,3-1 1,1 1 216,0 1 1,0 7 0,-3 2 0,2 4 254,1 6 0,-3 6 1,1 6-1,-1 3 251,-2 7 1,-3 7-1,-3 10-286,-1 3 0,-1 3 1,0 0-1,0-1 0,0 0-483,0-2 1,0-5 0,0 0-2964,0-6 3327,0-2 0,4-21 0,1-2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3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0 12825,'-8'9'591,"-1"3"0,1 3 0,-1 4-557,-3 6 1,2 1 0,-3 4 0,1 0-865,2 0 0,1-4 1,4-2-1,2-5-182,2-5 0,3-7 0,3-2 0,4-6 1012,3-5 0,2-6 0,3-5 0,-1-7 0,1-6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3.8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0 8159,'0'9'839,"0"-1"1,0 0 0,0 2-338,0 1 0,-1 4 1,-1 7-1,-1 6 59,1 4 0,0 6 1,1 2-1,-2 2-1165,1-2 0,1-2 0,1-2 0,0-4-692,0-5 1,-3-9-1,0-2 1296,1-3 0,-6-2 0,-1-3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3.9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1 143 8290,'0'-8'818,"1"0"0,0 2 0,3 1-440,1 1 0,0-2 1,5 1-1,1 0-149,3-1 0,2 1 0,3-4 0,2 0-1465,4-2 1,-1 1 1235,7-4 0,-5 0 0,3-3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4.4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21 7804,'0'-8'838,"0"2"251,0 1 1,0 4-423,0 1 1,1 4-1,1 8 1,1 3-134,2 7 0,0 6 0,1 11-406,0 5 0,-4 8 0,1 4 1,0 1-1,0 0-374,-1-1 1,-1-9-1,-2-3 1,-1-9-1388,-1-6 1,1-12 0,5-6-1108,3-9 2740,5-10 0,-2-9 0,3-4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4.6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167 0 8558,'-10'0'665,"-1"0"1,1 4 0,-4 3 0,-1 4-75,-1 6 0,0 0 1,-1 6-1,1 3-123,2 1 0,2 0 0,5-2 0,1-2-133,3-1 1,6-6 0,3 0 0,2-3-433,3-3 1,2-2 0,4-2 0,0-3-744,-1-2 1,1-1 0,0-1 0,-1-2 281,1-3 0,0-2 0,0-3 1,-1-3 557,1-2 0,-4-4 0,-1-2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5.0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0 7804,'-4'9'458,"-1"-1"0,-3 1 1,1 2-1,0 2 480,2 3 0,2 0 0,-2 8 0,1 3-531,-1 2 1,3-1 0,-1 2 0,3 0-241,0-1 1,0-3-1,0-1 1,0-7 27,0-3 1,0-8-1,3-2-416,3-3 0,-2-7 0,1-2 0,0-5-19,-1-4 1,2-3 0,2-6 0,2-1-24,1-2 1,-2 1 0,3-3-1,-1-1 130,1 1 1,-1 4-1,-3 5 1,0 0 211,1 3 0,-2 9 361,-1 9 1,-2 13 0,-4 11-462,0 3 1,0 6 0,0-1 0,0-2 0,0 1-744,0-1 1,0-6 0,0-1 0,0-3-183,3-4 0,0-8 0,4-1 1,4-3 466,1-5 1,-1-6-1,2-8 479,-1-4 0,7-6 0,-2-4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5.5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51 126 7804,'-1'-4'818,"-2"1"1,-2 3 0,-2 4-1,0 4-30,2 5 0,0 7 0,-2 2 0,3 3-362,0 3 0,1-4 0,4 1 1,2-2-532,3-6 1,5-5 0,2-2 0,1-3-45,0-4 1,-3-7-1,3-4 1,0-5 76,-1-3 0,-2-5 0,-5 0 1,-4-2-45,-1-2 1,-1 4 0,-1-3-1,-1 2 154,-4 0 1,-2 4-1,-3-2 1,0 3-565,1 4 0,-2 1 0,1 6-884,0 0 579,2 4 1,5-1 0,4 3-1,5 0 831,3 0 0,0 0 0,0 0 0,2 1-129,1 1 1,-2-1 0,2 3 0,-1 0-168,-2 1 1,0 3-1,0 0 1,-2 1 1315,0 3 1,-3-2-1,1 4 1,0 1-228,-2 1 0,-1 0 0,-1 1 1,1 1-342,1 1 0,-1-4 1,3 1-1,-1-3-417,0-3 1,3-4 0,0-4 0,1-1 42,2-1 1,-1-7 0,0-5 0,1-6-133,-1-4 1,1-3 0,2-2-1,0-1-219,-1 1 0,-1 2 1,-1 3-1,-2 5-398,0 2 724,-4 8 0,2 6 1,-2 12-1,2 7-58,1 6 0,-3 5 0,3 3 1,0 2-31,-1 2 1,2-5 0,1 3 37,-1-5 1,4-2 0,-2-4-1,2-6-4,-1-3 1,-1-3-1,1-6 1,-1-2 44,1-2 0,-4-9 1,1-3-1,-1-4 0,1-6-32,-1-4 0,-2-5 1,2-5-1,-1-1-263,1 0 1,-2 2-1,2 2 1,-2 3-1388,-1 1 1,-1 8 1637,-1 1 0,4 1 0,0 5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6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21 8786,'4'-9'2486,"-3"4"-1901,1-1 1,-1 5-1,0 2-66,2 7 1,-1 8 0,2 9 0,1 3-464,0 5 0,-2 3 0,1 8-378,0 1 1,1 1 0,-2-2 0,-1-3 0,-1-1-330,-1-3 0,0-10 1,0-1 650,0-7 0,-7-4 0,-3-6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6.1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0 177 7804,'0'-9'519,"0"1"0,0-1 380,0 1 0,1 0 1,2-1-1,3 1-382,5 0 0,-1-1 1,4 1-1,2 0-730,2 3 1,1-3 0,2 4 0,1-2-176,-1 1 1,1-1-1,2-2 1,-3-1 387,-1 1 0,-5-4 0,6-1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6.4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8 8333,'-1'-5'1341,"-2"2"1,2 3 0,-2 4-702,2 4 1,1 5-1,0 7 1,0 2-328,0 2 0,0 5 0,0 1 1,0 1-297,0 3 0,0-5 1,0 2-1,0-3 61,0-4 1,1-10 0,2-2-767,3-3 1,1-8 0,1-11-1,1-5 292,-1-7 1,2-4 0,0-4 0,2-3 170,1-1 0,-2 2 1,2 2-1,0 1 384,0 2 0,-3 8 0,1 3-73,-5 3 1,-2 7 0,-4 6 0,0 5 137,0 5 0,0 3 0,0 4 1,0 1 41,0 1 1,0-1 0,0 1 0,0-3-1051,0 1 1,0-5 0,0 4 0,0-3-585,0-3 0,0 0 0,0 1 1368,0 0 0,0-4 0,3-7 0,2-4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6.7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1 167 7804,'5'0'1825,"1"0"-1327,0 0 0,2-1 0,0-1 0,0-3 91,1 0 1,2-5 0,0 2 0,0-3-231,1-1 1,-2-1 0,1-2 0,-3 0-352,-2 1 1,-2 3 0,-4-2-1,-2 0-8,-4 3 0,0 5 0,-7 2 1,0 3 21,0 3 0,1 3 0,-1 7 1,1 6 114,2 4 1,1 1-1,1 7 1,3 0 118,2-2 1,2 4 0,2-4-1,3-1-115,4-3 1,5-10-1,7-1 1,2-7-296,2-4 1,3-7 0,3-4 0,2-7-1024,0-7 0,0 0 1177,-4-6 0,-3 2 0,-5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7.3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 7804,'-8'0'844,"-1"0"1,5 4 0,1 5 0,2 4-376,1 2 0,0 10 1,0 3-1,1 5-226,2 6 1,-1 1 0,2 7-1,1-2 4,0-1 1,-4-8-1,2-4-1152,-2-5 1,-1-2-1,0-8-3133,0-1 4038,-4-8 0,0-1 0,-5-7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7.5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0 184 7804,'0'-5'1858,"0"-1"-1206,0-1 1,1 3 0,2-2 0,4 0-594,3-2 0,3 0 0,4 0 0,1-2-382,4-1 1,-1 2 0,6-2 0,0 0-899,-1 0 1,-2 2 0,-1-3 1220,1 0 0,-2-1 0,-5-4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7.7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34 7804,'0'8'279,"0"-2"1,0 0-1,0 0 173,0 2 1,0 1-1,0 2 1,0 3 17,0 2 1,-1 1-1,-1 3 1,-1 3-205,1 4 1,-1-1-1,-1 2 1,0-2-164,1-1 1,-3-2 0,2-3 0,1-2-68,-1-5 0,0-4-35,1-3 1,2-7-1,-1-8 1,2-4-54,2-3 1,0-4 0,4-3 0,0-3-108,2-2 1,1-4 0,1 2-1,2 0-343,1-1 0,-1 4 1,1 0-1,0 4-905,0 3 1,1 6-1,1 4 1407,-1 4 0,2-2 0,-3 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8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26 8640,'-3'11'0,"0"2"678,-2 0 0,3 0 1,-2 4-1,1 1-306,1 1 1,-1 0 0,3 2 0,1 1-104,2-1 0,1-2 0,5 0 0,-1-2-434,0-3 1,4-5 0,0-4-1,0-2-112,0-4 1,3-4-1,-2-6 1,0-5-20,-2-5 0,1-2 0,-1-5 0,-1-1 275,0-2 1,-5 2 0,0 2 0,0 4 364,-1 4 0,-1 2 173,3 3 1,-5 9 0,2 10 0,-2 7-91,-1 8 1,0 4 0,0 3 0,0 2-610,0 4 1,3-4-1,0 2 1,-1-3-426,2-4 0,-2-4 0,4-1 0,-1-5-3266,0-2 3873,2-7 0,-2 3 0,3-4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8.3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76 191 7804,'9'-4'329,"-4"4"1,0-4 0,-1 0 592,1-1 0,-2-3 1,2-1-1,-2-2-434,-1-3 1,-1-2 0,-1-1 0,0-1-485,0-1 0,-3 4 0,-1-1 0,-3 3 167,-2 3 0,-2 4 0,0 5 1,-1 3 103,-1 7 1,2 4 0,-1 7 0,2 5 51,2 5 0,6 4 0,-1 1 1,2 2-167,1 1 1,2-9-1,3-2 1,7-5-847,2-3 0,7-6 0,1-5 1,2-5-383,1-5 0,2-7 0,3-8 1067,4-4 0,5-7 0,-1-2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9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 10611,'0'21'437,"1"2"1,1 7-1,1 8-40,-2 4 1,1 3 0,0 3 0,1 0-311,-1-5 0,-1-2 0,-1-6 0,0-4-738,0-5 361,0-11 1,0-5 0,0-15 0,0-10 56,0-7 0,3-3 0,2-9 1,1-4 69,-1-5 0,1 1 1,2-3-1,1 1 37,-1 0 1,1 6 0,2 2-1,2 5 219,0 8 0,-1 8 1,-3 8-1,-1 7 240,1 7 1,-1 10 0,-1 8-1,-1 6-68,-3 4 1,0 1 0,0 5-1,-1 1-19,-1-2 0,0-2 0,1-5 0,1-2-143,-2 0 1,0-8 0,-1 0 0,0-6-292,0-3-68,0-5 0,0-13 0,1-8 1,1-7 82,1-6 1,4-1 0,-3-5 0,3-1 14,1-3 1,-1 2 0,4-2 0,-1-1 157,1 2 1,2 2-1,3 4 1,-1 2 156,-1 4 1,-4 8 0,1 6 0,-2 6-30,0 7 1,-4 5-1,0 9 1,-1 5 260,-2 3 0,-1 3 0,-1 5 1,0 0-780,0 0 0,0-5 0,0 2 1,0-3-618,0-3 1,0-8-1,0 1 1,0-5 1006,0-4 0,3-4 0,2-3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9.6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34 276 8109,'8'-3'0,"0"-1"590,1 0 0,-1 1 0,1-3 0,3 0-39,2-2 1,-1-4-1,0-1 1,0-2-187,0-1 0,-3 0 1,0-6-1,-2 1-252,-3 0 1,-3 2-1,0-1 1,-4 3-119,-4 0 1,-2 4-1,-3 3 1,-3 3 128,-2 5 0,-1 5 0,1 6 0,-1 5-4,0 4 1,3 4 0,2 6 0,1 4 5,1 3 0,3 1 1,-1 1-1,4-2-694,3-2 0,1-4 0,2-1 0,4-1-594,5-2 1,5-12 0,3-3 0,4-6 178,4-5 0,0-6 0,3-8 983,-1-3 0,1-5 0,-4-5 0,-3-2 0,-2-3 0,-2 0 0,-5 1 0,-4 0 0,-3 1 255,-5 2 0,-3 6 1,-4 5-1,-6 5 636,-4 5 0,0 5 0,0 0 0,-1 3 30,1 3 1,1 2-1,-2 4 1,2 2-307,3 3 1,1 3-1,3 2 1,1 4-386,4 1 1,1-2 0,2-1-1,1 1-451,4-1 1,5-6-1,3-2 1,3-5-96,2-6 1,2-2 0,2-3 0,-2-6 10,0-4 1,-2-7 0,-2-4-1,-1-4-58,-2-2 0,-2 6 0,-5 0 0,-1 5 1135,-3 3 1,-2 8 0,-2 1-325,-2 5 0,-1 6 0,-2 9 0,1 6-644,1 4 0,1 0 0,1 5 0,-1-1-639,1 1 1,1-5 0,1 0 0,0-3-755,0-4 1,3-8-1,1 0 1589,0-4 0,2-8 0,2-6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3:59.9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 14157,'4'12'748,"-3"4"1,2 7 0,-1 3-524,0 4 1,-1 1-1,2 4 1,-2-1 36,-1-1 1,0-8-1,0 2 1,0-4 76,0-5 1,1-5-531,2-4 0,-2-9 0,1-9 1,0-5-58,1-4 0,2-2 0,3-5 0,0-4-1,1-2 0,-1-1 1,1 1-1,2 1-102,0 1 1,3 5 0,-3-1 0,0 5 505,1 5 0,-2 7 0,1 5 0,-3 4 52,-2 5 0,0 3 0,-3 9 0,0 2-595,0 5 1,-2 3 0,2 4 0,-2-3-435,-1 0 0,1-1 0,1-5 1,2-2-3042,0-4 3863,-2-10 0,9 4 0,-1-6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0.1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 0 7804,'-5'9'916,"-2"0"1,4 1 0,-2 3-67,-1 3 0,2 0 0,1 5 0,2 1-1217,1-1 1,-3 0 0,1 1 0,1-5-2733,2-5 3099,4-7 0,7-1 0,1-4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0.2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17 7804,'-8'-5'273,"1"2"0,0 0-43,1 0-1599,5 0 1369,-3 3 0,8 4 0,0 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0.7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42 8418,'0'9'785,"0"-1"1,0 3-1,0 0 1,0 0 0,0-2 65,0-1 0,0 4 0,0 2 0,0 2-247,0 1 0,0 3 0,0 3 1,0 2-267,0 3 1,0-2 0,0 3-1,0-3-558,0-4 0,0-7-190,0-4 1,3-8 0,0-6 209,2-10 1,-2-10 0,2-9-1,2-3 1,0-2-621,2-1 0,-1 3 0,0 0 0,2 2 804,1 2 0,-1 10 0,3 0 0,0 5 323,0 4 0,-2 5 0,1 6 1,-1 6-229,-4 6 1,-3 9 0,0 7 0,0 6-255,-2 1 1,-1 2-1,0-2 1,1 1-482,0 1 1,4-10 0,-2 0 0,1-7-395,5-6 1,-1-8 0,4-8-1,-1-8 1050,-2-7 0,1-4 0,-2-6 0,0-3-107,-1-5 1,-3 5 0,1-2 0,-4 2 125,-1 2 1,-1 7-1,0 2 1,0 2 783,0 3 1,-3 8-1,-3 1 1,-1 4 419,-2 2 1,1 4-1,1 3 1,0 3-651,1 4 1,5 0 0,-2 2 0,2 1-345,1 1 1,1-3 0,1-1 0,1 1-347,2 0 1,1-2 0,2-2-1,1-4-436,2-1 0,-1-4 1,2-1-1,0-2-182,2-5 0,-2-4 0,-1-1 0,-2 0 1108,0 2 1,0 4 0,1 5 229,1 8 1,0 7 0,-6 14 0,-2 4 9,-2 5 1,-1 3 0,0 0 0,-1-1-80,-2-1 1,-2-7 0,-6-3-1,-1-4-950,-1-2 0,2-11 0,-2-2-585,1-4 0,-2-4 0,2-6 0,0-5 0,0-7-3539,2-6 4540,0-2 0,2-1 0,0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1.0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0 7804,'-5'0'2317,"-1"0"1,3 0 0,-2 0-1704,-2 0 0,4 1-614,0 2 0,-2 2 0,0 3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1.1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0 7804,'-4'10'1396,"-1"0"-788,-3 1 1,3-3-1,4-4-989,2-3 381,0 1 0,11-13 0,-3 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1.8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43 208 7869,'-9'0'2082,"6"0"-1605,3 0 0,4-3 1,7-3-1,1-2-252,1-3 1,1 0 0,5-3 0,1 0-6,-2-2 0,-1 2 0,-3 0 0,-3-1-389,-2-1 0,-1 2 0,-3 1 0,-2 1-227,-2 2 0,-8 3 0,-5 3 0,-2 0 322,-3 2 0,-1 2 1,1 3-1,-2 3 298,0 5 0,5 2 0,-3 4 0,0 4 120,2 4 0,7 5 0,0 5 1,4 3-282,2 3 0,1 2 1,3 2-1,3-4-282,6-3 1,4-12 0,3 0 0,1-7-352,0-6 1,4-6-1,-1-5 1,-1-5-3479,-1-6 4048,-3-3 0,0-8 0,0-2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2.0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93 10451,'-4'8'310,"1"0"1,2 7 0,1 4 0,0 4 56,0 6 1,0 1 0,1 2 0,2 3-260,2-1 0,3 0 1,0-2-1,1-4-76,3-6 0,-3-5 1,2-6-1,-1-5 65,1-4 0,-1-8 0,1-4 0,-1-8 111,1-5 1,0-5 0,2-7 0,-1-3 71,-2-3 1,-1 3 0,0-2-1,-1 3-339,0 2 1,0 9-1,-2-1 1,-1 6-4037,-1 5 1,-1 2 2339,0 3 1755,2 5 0,-1-1 0,0 7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2.3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34 160 7944,'6'12'0,"-1"1"0,2 0 0,0-3 2251,2-4-1928,-1-2 1,0-5 0,1-2 0,-1-2 0,1-4 0,-1-2 0,-1-3 33,-1-1 1,0-3-1,-3-1 1,-1 0-257,-1 0 0,-1 1 0,0 3 0,-1 0 108,-2 1 0,-1 5 0,-5 0 0,0 5-11,-2 4 0,1 5 0,-4 5 0,0 8-34,1 5 0,-2 2 0,4 8 0,0 2-162,2 2 0,4 2 1,3 2-1,1-1-835,1-1 0,1-9 0,1-1 0,5-5-231,3-6 0,3-8 0,3-7 0,0-3 1064,1-3 0,-6-5 0,5-5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2.6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68 7804,'-3'8'393,"-1"3"0,-2 0 413,4 0 1,-2 2-1,0 2 1,0 3-1,0 5-353,-1 1 1,3 1 0,-2 0-1,2 0-39,-1 0 0,-3-1 1,4-1 444,0-4-464,1-9-1,1-6 1,0-10 0,1-5-80,1-3 0,3-2 0,3-3 1,1-2-407,-1-3 0,2 0 0,0-5 0,2 2-103,1-1 0,-2 2 0,2 3 0,0 1-1226,0 2 0,-3 3 0,1-2 0,-1 5-4002,-2 6 5422,0 3 0,1 1 0,-1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2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 7804,'5'9'0,"-2"1"0,-2 1 929,-1-1 0,0-3 0,0-1 0,1-1 223,1 0 0,0 2 1,4-2-1181,0 0 0,2-1 0,0-2-561,0 1 1,2-1-1,0-4 1,1-2 0,-1-1 493,0-5 1,2 1 0,1-5 94,0-1 0,3-4 0,-3-3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2.9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134 1 7804,'-8'5'0,"-1"1"0,1 1 1143,-1 4 1,1 0-1,0 5 1,-2 8-173,-1 7 1,1 7 0,-2 11-1,2 3-833,2 2 1,2-6 0,-2-1-1,3-7-701,2-7 0,2-10 0,2-7 717,2-3 1,1-5-155,5-6 0,-1-4 0,0-3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3.4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68 7804,'0'-9'923,"1"4"-638,2-1 0,-1 4 1,3 1 286,2 2 0,-3 6 0,2 6 0,-1 6-217,0 4 1,2 1 0,-4 6 0,1 0-212,0 3 1,-1-1 0,-3 4 0,0-2-65,0 0 1,-3-5-1,-1-2-37,-1-3 1,1-8-1,-3-5 1,3-6-239,0-5 1,1-8 0,3-10 321,0-6 1,0-5-1,1-5 1,2-2-1,2-3-121,3 1 1,3 1 0,0 5 0,0 0-445,1 1 1,0 7-1,3 0 1,-1 2-188,1 4 0,-2 7 0,0 3 0,-1 4-2723,-2 2 3348,0 1 0,-2 5 0,1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3.7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34 193 7804,'6'9'-136,"-1"-1"725,2 0 0,-3-2 0,2-1 0,1-2 297,4-1 0,-1-2 0,4-3 0,1-3-513,0-4 1,0-1 0,0-5 0,1-3-206,-1-1 0,-7 1 1,1 0-1,-3 0-320,-1-1 0,-2 3 1,-4-2-1,-4 4 46,-3 4 1,-7 6 0,-1 2-1,-3 2 197,1 1 1,-1 8 0,1 6-1,-2 7 273,1 3 0,2 6 0,1 2 0,2 5 48,3 4 1,5-3-1,3 5 1,3-1-372,0-2 1,6-7-1,3-5 1,4-6-1111,5-8 1,0-5 0,3-4 0,0-6-484,1-7 1,0-8-1,3-9 1,1-3 1551,2-1 0,-5-2 0,1-2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3.9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202 1 7804,'-17'0'721,"0"0"0,2 1 0,0 1 0,0 5 69,0 3 1,1 4 0,0 6 0,3 3 107,1 4 1,6 0-1,1 3 1,3 2-421,3 1 1,2-6-1,5 0 1,3-1-276,0 0 1,-3-2 0,1 3 0,-2-2-225,0 0 1,-4-5-1,0 5 1,-1-4-387,-3-2 1,-1-5 0,-3-1-397,-6 0 1,0-6-1,-4-4 1,-1-2-345,-2-1 0,4-4 0,-5-3 0,3-3-98,1-4 1,1-2-1,6-3 1245,0-1 0,4-3 0,-1 2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4.3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38 7961,'-3'-9'456,"1"1"1,-5 0-1,2 2 412,1 0 0,-4 5 0,3 2-339,-3 7 0,3 2 0,0 6 1,1 2 203,2-1 1,2 4 0,0-2-1,0 0-736,0-2 0,3 0 0,3 0 1,2 0-424,3-1 1,0-3 0,2-2 0,0-5 76,0-3 0,-2-2 0,2-3 0,0-4-335,0-5 0,-3-7 1,1-5-1,-2-2 672,-4-3 1,2 5 0,-4-1 0,-2 3 944,0 2 0,-1 8-457,0 2 1,0 10 0,0 3 0,0 6-510,0 7 1,0 1 0,0 3-479,0 0 0,3-2 0,1-2 0,0-1 0,3-2-1398,0 0 1,2-7 1908,-1-1 0,1-1 0,-1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4.6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1 13709,'-6'12'510,"1"2"0,2 5 0,-2 5 1,1 4-26,-1 5 0,3 1 1,-1 4-1,3-3-1517,0-3 0,0-10 1,3-4-1,4-5-2447,3-5 3479,-1-3 0,7-13 0,-3-1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4.8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 19384,'-1'13'0,"-1"4"0,-1 6 39,1 7 0,0 5 0,1 9 0,-2 0-822,1 0 0,1-5 0,1-4 1,0-3-1655,0-4 1,0-6 0,1-3 2436,2-4 0,-2-7 0,2-4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5.0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34 12254,'1'4'1411,"2"-1"1,3-2-692,4-1 1,4 0 0,5 0 0,1-1-2374,2-2 1,1-1 0,3-5 1652,-1 1 0,6 0 0,-5-1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9.2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54 7849,'0'-8'194,"0"-1"1,0 4 0,1-1 248,2 0 1,-2-1 494,2-2 1,-2 6-541,-1 3 0,0 8 0,0 8 0,-1 8-166,-2 5 0,1 6 0,-3 8 0,-2 2-418,0 1 1,-2-1-1,2 3-637,2 0 1,-2-3 0,4-8 0,2-7 0,0-6-1886,1-8 2708,3-9 0,2-7 0,3-4 0</inkml:trace>
  <inkml:trace contextRef="#ctx0" brushRef="#br0" timeOffset="313">158 369 7804,'4'-5'598,"-2"2"-234,3 3 1,1-4 0,3-1 0,1-1-1,2-2-37,1-1 0,1-3 0,3-1 0,1-3-240,2-2 1,-4-3 0,-3 0 0,-1 0-130,-2 1 1,-1 4-1,-4 2 1,-3 4-35,-4 4 1,-3 2 0,-5 4 0,-2 2 109,-1 3 0,-2 3 0,-3 7 0,0 4 41,0 1 1,5 3-1,-4 4 1,2 1 63,-1 2 0,3-6 1,2 3-320,2 0 1,4 1 0,2-1 0,3-3 0,4-1-792,4-3 1,2-7-1,6 0 1,3-6 970,1-4 0,2-3 0,3-3 0,3-5 0,2-5 0</inkml:trace>
  <inkml:trace contextRef="#ctx0" brushRef="#br0" timeOffset="591">481 278 7804,'-4'-11'130,"-1"1"0,-3 1 489,-3 3 1,0 4 0,-1-1-241,0 2 0,-2 3 1,2 3-1,0 4 0,0 3 62,2 3 0,1 0 0,1 2 0,3 0-362,2 3 0,2-4 0,2 2 0,2-4-299,2-2 0,3-1 1,4-3-1,1-1-230,3-1 1,1-4 0,2-4 0,0-5-74,0-3 1,-2-3 0,0-3 0,-1-1 348,1 1 0,-6-1 0,-1 0 0,-1 1 556,-2-1 0,0 4 0,-4 2 225,-1 2 0,-2 5 0,-3 5-410,-3 7 1,2 4 0,-2 5 0,0 2 0,-1 1-457,2 1 1,0-3-1,3 1 1,0-3-467,0-3 0,1 0 0,1 1 1,1-4-376,2-3 0,1-4 1100,4-3 0,4-3 0,1-2 0</inkml:trace>
  <inkml:trace contextRef="#ctx0" brushRef="#br0" timeOffset="850">746 228 7804,'-12'0'206,"3"0"1,-2 1-1,2 2 301,1 2 1,0 3 0,3 3-1,1 2-85,0 2 1,3 0 0,0 4 0,1 0-198,3 0 0,4-1 0,-3 4 0,2-1-38,-1 0 1,-3-2 0,1 1 0,-3 0-85,-3-2 0,-1-1 0,-5 3 0,0-2-163,-2-2 0,-2-8 1,-3 0-1,-1-3-593,0 0 0,5-4 0,1-1 0,4-6-324,2-4 1,3-3-1,0-4 1,5-3 976,5-2 0,4-2 0,4 0 0</inkml:trace>
  <inkml:trace contextRef="#ctx0" brushRef="#br0" timeOffset="1114">879 187 7804,'0'8'976,"0"0"1,0 1-554,0 2 0,0 3 0,0 6 1,0 5-1,0 5-344,0 2 0,-3-1 0,-1 1 0,0 0-680,-3-1 0,3-6 1,-1-2-1,0-4 601,1-3 0,-5-5 0,-4 1 0</inkml:trace>
  <inkml:trace contextRef="#ctx0" brushRef="#br0" timeOffset="1175">746 427 7804,'0'-8'-31,"1"0"543,2 3 1,-1-2 0,3 4 0,3-1-111,2 0 1,0-1 0,4 2 0,1 0-140,4-1 0,-1 4 0,3-3-263,0 2 0,2-3 0,-2 0 0</inkml:trace>
  <inkml:trace contextRef="#ctx0" brushRef="#br0" timeOffset="1633">1268 269 7804,'0'-8'352,"0"4"0,0 2 0,0 7 1,0 6-186,0 4 1,-3 6 0,0 3 0,-2 4-110,-1 1 1,-2-1 0,0 1-36,0 0 1,2-3-1,1-3 1,-1-5 0,1-3 115,-1-4 1,4-4-72,0-4 1,2-8-1,2-9 1,4-2 160,1-3 0,2-3 0,2-2 0,1-2-154,4-2 0,-4 2 0,6-2 0,-1-1-279,1-1 0,3 4 1,-3 1-1,2 3-500,1 4 1,-1 2 0,0 9 0,-2 2-357,-2 5 0,-5 5 1060,0 6 0,-5 5 0,-3 6 0</inkml:trace>
  <inkml:trace contextRef="#ctx0" brushRef="#br0" timeOffset="1913">1500 394 7804,'6'4'563,"-1"-1"1,-2-2-1,2-2-264,2-2 1,3-2 0,1-6 0,0-3-179,1-2 0,-3-4 0,2-2 0,-1-2-68,-2-1 0,-3 0 0,0 1 0,-2 2 57,-4 3 0,-3 6 0,-5 5 0,-2 4 108,-3 3 0,-2 9 0,-3 6 0,-2 7-6,-3 6 1,5 3 0,-3 5-1,3 0-200,3 0 0,5-6 0,4 3 0,2-1-381,4-2 0,2-9 0,4-1 1,6-6-178,4-2 0,5-3 0,1-3 0,1-3 546,0-4 0,1-6 0,1-5 0</inkml:trace>
  <inkml:trace contextRef="#ctx0" brushRef="#br0" timeOffset="2273">1749 195 7804,'-11'14'533,"1"-1"0,2-1 58,2 1 0,2 2 0,-1 4 0,1 4-202,-1 4 1,3-3 0,0 3-1,0 0-633,-1 2 0,2 1 1,-2 2-1,2-4-424,1-3 1,-2-8-1,-1 1 1,1-2-2163,1-4 2830,-3-6 0,0-2 0,-4-4 0</inkml:trace>
  <inkml:trace contextRef="#ctx0" brushRef="#br0" timeOffset="2367">1633 460 7804,'4'-12'170,"1"6"0,-2-3 0,2 2 18,3 0 0,0 1 1,1 1-1,1-1-205,1 1 0,4-1 1,-1 3-1,1 1-1018,2 1 1,0 0 1034,-1-1 0,-3 1 0,-1-3 0</inkml:trace>
  <inkml:trace contextRef="#ctx0" brushRef="#br0" timeOffset="2984">1856 336 7804,'-8'8'-19,"1"0"0,0 1 350,2-1 1,2 3-1,-2 1 1,2 1 25,1 1 1,1 2 0,2 1 0,1-1-277,0 1 1,8-3-1,-2-1 1,1-2-95,0 0 1,2-5 0,0-1 0,1-2 73,-1-1 1,-1-5 0,1-2 0,-2-3-218,-1-3 0,1-2 1,-1-4-1,0 1 218,0-1 0,-3 0 1,-1 1-1,-2 0 465,1 2 0,0 2-160,-3 4 0,1 4 0,1 2-444,0 4 0,1 3 1,-3 5-1,0 2-253,0 1 1,1-2-1,1 2 1,1 0-687,-1 0 1,2-3 0,1 1 26,-1-2 1,4-4 988,-3-3 0,3-8 0,0-3 0</inkml:trace>
  <inkml:trace contextRef="#ctx0" brushRef="#br0" timeOffset="3261">2080 369 10259,'4'4'757,"-3"5"1,1-2 0,0 4-530,1 2 1,-2 2-1,2 3 1,-2 2-347,-1 2 0,0-1 0,0 1 0,0-3-469,0-1 0,1-3 316,1-1 0,0-10 0,3-10 0,-1-7 226,1-5 0,0-4 0,3-5 0,-1-1 94,2-2 0,-3 3 1,5-3-1,-2 2-136,-1 1 0,1 7 0,-1 2 0,0 3-81,1 3 1,-1 5 0,0 4-673,0 2 1,-3 2-1,-2 2 1,-2 3 839,-1 1 0,0 1 0,0 1 0,1-1 0,1 0 0,-1 0 0,3 1 0</inkml:trace>
  <inkml:trace contextRef="#ctx0" brushRef="#br0" timeOffset="3715">2271 352 7804,'4'4'611,"-1"1"1,-2 0 0,-1 1-112,0 0 1,0 1-1,0 2 1,0 0-151,0 2 1,-1-1 0,-1 4 0,-2 2-96,0 2 0,2-1 1,-2 3-1,2-3-366,-1 0 0,-1-3 0,2-1-217,0-2 0,-1-4 0,3-7 248,0-5 1,3-7-1,0-3 1,2-5-240,1-1 0,2-1 0,0-3 0,1 0-109,2 1 1,-2 2-1,2 3 1,-1 2 593,-2 0 0,1 7 0,2 2 173,3 4 0,-5 8 0,-1 8 1,-4 7-99,-2 6 1,-1 1-1,-1 4 1,0 1-11,0 1 0,0-1 0,0-3 1,0-1-3802,0-3 3570,4-8 0,0 3 0,4-6 0</inkml:trace>
  <inkml:trace contextRef="#ctx0" brushRef="#br0" timeOffset="4188">2900 303 8071,'-3'-12'50,"-2"2"1,-3-1 0,-1 1 194,1-1 0,0 6 0,-1-1 0,-2 4 71,0 2 1,-1 2 0,2 3-113,-1 3 0,0 9 0,3 0 0,1 3 0,1 4 119,3 3 0,2-4 0,1 2 1,1-2-266,2-2 0,2-1 0,3-3 0,0-1-133,1 1 0,-4-3 1,0 0-1,-2 0-7,-1 2 1,-2-2 0,-3-1 0,-3-1 45,-4-2 0,-3-1 0,-4-2 0,1 0-284,-1-2 0,2-3 0,1 1 0,3-3-589,2-3 0,4-1 0,3-5 909,4 1 0,3-4 0,3-1 0</inkml:trace>
  <inkml:trace contextRef="#ctx0" brushRef="#br0" timeOffset="4566">2950 394 8071,'-5'5'151,"-2"1"1,-3 1 404,0 3 1,0 1 0,-1 5 0,0 2-113,1 3 1,4-1-1,1 3 1,2 1 34,1-1 0,5-5 1,5-1-1,4-5-704,3-3 0,1-4 0,5-4 0,0-3-252,1-7 0,-4-3 1,1-5-1,-2-2 5,-3 0 1,-2-4 0,-5 2 0,-1-1 463,-4 0-1,-2 5 1,-2 0 0,-5 1 48,-3 4 0,0 1 0,-4 2 0,-1 0-101,0 1 0,2 6 1,1-1-1510,0 2 906,3 1 664,0 0 0,9 4 0,5 0 0</inkml:trace>
  <inkml:trace contextRef="#ctx0" brushRef="#br0" timeOffset="5029">3074 419 8071,'0'8'-321,"0"0"1,-1 1 825,-1 2 1,0 2 0,-3 4-1,0 0-134,1 3 1,-2-1 0,-1 4 0,1 1-60,0-1 0,4-4 0,-1 0 0,0-5-289,0-3 0,1-5 0,4-4 1,3-5-387,2-5 0,-1-5 0,6-6 1,-1-4 6,0-4 1,4 3-1,-2-3 1,1 0 123,0-2 1,-4 6 0,1 1 0,-1 4 265,1 1 0,-2 1 1,2 3 244,-2 5 1,-4 4-1,-2 7 1,-2 4-35,-1 3 0,0 3 0,0 3 0,-1 2-40,-2 1 1,2-1 0,-3 4-1,2-1-109,-1 0 0,0-4 1,2 0-1,-1 0-555,0-3 215,-1-3 1,4-3-1,2-9 1,2-7 37,2-8 0,3-2 0,0-3 1,2 0 78,1 0 0,-3 3 0,1-1 0,-1 3 562,1 3 0,-2 3 241,2-2 1,-2 8 0,-4 4 0,-2 5-372,-2 6 1,-1 1-1,0 6 1,0 0-445,0 2 0,-3 2 0,0-3 0,0 0 325,0 2 1,2-7 0,-2 3-187,2-1 0,1-4 0,0 0 0</inkml:trace>
  <inkml:trace contextRef="#ctx0" brushRef="#br0" timeOffset="5030">3406 543 8071,'5'0'0,"1"0"470,0 0 1,1-1 0,2-2 0,0-2 77,2-3 0,-1-4 0,4-2 0,1-3-369,0-5 1,-1 3 0,-1-6 0,-1 1-187,-2 0 0,-4 3 0,-4 1 0,-2 4 61,-2 2 1,-4 3 0,-4 5 0,-2 5 11,-1 2 0,-3 9 1,-4 6-1,1 6 189,-1 5 0,5 0 0,-2 2 0,3 1-235,1-1 0,1-1 1,4 0-1,3 0-10,2-2 1,3-5 0,4 0 0,4-5-1532,5-2 0,4-7 0,5-4 1521,2-6 0,3-10 0,-2-8 0</inkml:trace>
  <inkml:trace contextRef="#ctx0" brushRef="#br0" timeOffset="5392">3687 286 8119,'-2'-6'789,"-2"2"-11,-1 0 0,0 2 0,-3 5 1,2 4-286,0 3 0,5 3 0,-3 7 1,1 2-464,0 2 0,1 2 0,1 1 0,-1 4 22,-1 1 1,0-1 0,2 0 0,-1 1-3349,-4-4 3296,2-1 0,-7 1 0,2 2 0</inkml:trace>
  <inkml:trace contextRef="#ctx0" brushRef="#br0" timeOffset="5393">3513 626 8119,'4'-12'17,"-3"2"1,3-1 0,-1-1 302,3 1 1,2-1 0,2 2-1,2-1-116,1 1 1,-2-2 0,3 0 0,1 0-637,0 0 0,2-2 1,-1 3-1,2-2-878,1-2 1310,-5 3 0,5-4 0,-6 3 0</inkml:trace>
  <inkml:trace contextRef="#ctx0" brushRef="#br0" timeOffset="5833">3812 286 8119,'-9'8'228,"1"1"0,2 0 0,2 1 1,-1 2 565,1 1 1,1 1 0,-3 5 0,1 1-277,0 1 0,1 2 0,2 3 0,-2 1-300,0-1 1,2-2 0,-1 4 0,2-2 199,1-1 1,-3-7-681,0-1 1,2-10 0,3-3 0,4-9-287,1-9 1,2-6-1,3-8 1,0-2 50,1-2 0,2 2 0,-4 4 0,0 2 288,1 2 1,-3 3 0,2 1 445,-1 3 0,-6 9 1,-1 8 152,-2 9 1,-4 4 0,-1 5 0,0 2-113,-3 2 1,3-2 0,-1-2-1,1-2-1187,3-2 1,-3-4-1,1 1-1079,1-1 0,2-5 1988,3-4 0,5-10 0,5-2 0</inkml:trace>
  <inkml:trace contextRef="#ctx0" brushRef="#br0" timeOffset="5834">3919 460 8272,'-1'8'444,"-1"1"0,1-1 0,-3 0 0,1 0-34,0 1 0,0 0 0,1 1 0,-2 2-467,0 1 1,2 1 0,-1 1 0,2-1-657,1-3 1,0-2 0,1-1-934,2-3 1646,1-1 0,5-11 0,-1-3 0</inkml:trace>
  <inkml:trace contextRef="#ctx0" brushRef="#br0" timeOffset="5835">3944 468 8119,'0'-12'-59,"1"2"1,1-3-1,1 0-253,-2 1 1,1 3 0,0-2 223,1-2 0,1 5-788,-2 0 876,-1 5 0,7-1 0,-4 4 0</inkml:trace>
  <inkml:trace contextRef="#ctx0" brushRef="#br0" timeOffset="6177">4002 385 8119,'5'0'565,"-2"0"0,0 1 0,0 2-54,-1 3 0,-1 1 0,-1 2 0,0 2-279,0 3 0,0 2 0,-1 1-142,-2 3 1,1-2 0,-2 4 0,-1 0-1,1-1 76,1-1 1,-3-4 0,3-2-1,1-3-671,-2-2 1,4-6 99,0-6 1,1-6 0,4-9 0,3-4 66,2-1 0,-1-1 0,3-2 0,-1 2 319,0 2 0,0 3 1,-3 1-1,1 3 273,-1 4 0,-3 3 0,0 3-70,-1 5 0,-1 5 0,-3 7 0,0 4-242,0 2 0,0 4 0,-1-3 1,-1 0-968,-1-2 0,0 0 1,3-2 1024,0-1 0,4-2 0,1-3 0</inkml:trace>
  <inkml:trace contextRef="#ctx0" brushRef="#br0" timeOffset="6395">4184 419 8150,'0'-9'320,"0"1"1,0 0 0,0-1 1101,0 1 1,-3 4-1066,-3 1 0,0 3 1,0 3-1,3 2-204,3 2 0,0 4 0,0 1 0,0-2-297,0-1 1,0 0 0,3 1 52,3 1 0,0 0 1,1-2-1,-3 0-8,0 2 1,1-2-1,-2 3 1,0 0 561,1 2 1,-3 1 0,1 2-19,-1 0 1,-4 5 0,-3 1-1,-1 0 1,-3 0-445,-1-2 1,2 0-1,-3-4 1,1 0-1392,0-4 1,0-4-1,3-3 1390,0-4 0,3 3 0,1 0 0</inkml:trace>
  <inkml:trace contextRef="#ctx0" brushRef="#br0" timeOffset="6396">4276 700 8119,'-9'0'963,"1"0"1,0 0-1456,-1 0 492,5 0 0,-4 4 0,4 1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8.4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166 149 7804,'-4'-13'86,"-1"2"1,-3 3 162,0 2 1,-1 3 0,-1 3 0,-2 0 111,-1 0 1,-1 6 0,-2 4-1,2 4-85,0 4 0,4 4 0,-1 0 1,2 2-74,4 1 0,1-3 0,4-1 0,1 0-214,2 0 0,5-5 0,6-1-255,2-2 0,3-3 1,1-4-1,0-4 1,2-5-145,-1-5 1,-2-5 0,2-7-1,0-5 50,1-5 0,-4-3 0,0-2 0,-2-1 177,-2 1 0,-5 9 0,-1 4 477,-4 7 1,-4 8 0,-2 10 0,-1 8-71,-2 7 0,2 3 0,-1 4 1,0 0-309,2-1 1,1 0 0,1-2 0,0-2-33,0-3 0,1-4 0,2-3 0,3-3 116,4-5 0,3-4 0,4-3 0</inkml:trace>
  <inkml:trace contextRef="#ctx0" brushRef="#br0" timeOffset="200">481 25 7804,'2'-8'562,"1"-1"11,0 1 0,-3 11 0,0 6 1,0 8-279,0 8 0,0 4 0,-1 4 1,-1 1-429,-1 2 1,1-2 0,2 2-1,0-2-634,0-1 0,0-6 0,0-3 0,0-4-65,0-4 832,-4-3 0,-1-5 0,-3 0 0</inkml:trace>
  <inkml:trace contextRef="#ctx0" brushRef="#br0" timeOffset="417">431 215 7804,'0'-4'359,"1"-4"0,2 3 1,2-2 73,3 2 0,1 0 0,2 4 0,3-2-1591,1 1 0,3-2 0,1 1 1158,3 2 0,2-4 0,1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07.1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9 291 7804,'0'-9'0,"0"1"-295,0 0 0,-1 2 0,-1 1 0,-1-2 462,2 0 1,0-1-1,1-1 265,0 1 1,0 3 2658,0-1-2796,0 4 1,0-1 0,0 7 0,0 4 85,0 5 1,2 4-1,2 1 1,0 3-13,-1 0 0,4 1 0,-3 2 0,2-1-767,0-1 1,-1-4 0,3 1-90,1-5 1,-1-2 0,0-4-1,0-5 1,1-5-92,-1-8 1,0-10 0,1-5 0,-1-4 427,0-3 0,-2 1 0,-2 3 0,1 1 230,0 3 0,-4 8 161,2 3 1,-2 11 0,0 7 0,1 7 0,1 5-24,-2 2 0,4-1 1,0 1-1,0-1 108,1-2 1,-1-3 0,3-2 0,1-3-10,-1-2 1,1-2 0,1-4-187,1 0 0,0-4 0,-1-3 0,-1-3 0,1-5 62,0-7 1,-3 2 0,4-6 0,-4-1-564,-2 1 1,1 0 0,1 1-615,-1 1 1,1 3-1,-2 5 1,0 4-2172,1 3 3155,-4 4 0,1 5 0,-3 5 0</inkml:trace>
  <inkml:trace contextRef="#ctx0" brushRef="#br0" timeOffset="266">423 125 7804,'5'4'573,"-2"-2"0,-3 3 1,0 2-16,0 4 1,0-1-1,0 3 1,0 2-307,0 1 0,0 0 1,0 1-1,0 0-1097,0-1 1,0 1 0,1-2-2443,2-1 3287,-2-6 0,3-8 0,-4-4 0</inkml:trace>
  <inkml:trace contextRef="#ctx0" brushRef="#br0" timeOffset="341">489 42 9732,'-8'0'-2697,"4"4"2697,4 1 0,4 3 0,4 0 0</inkml:trace>
  <inkml:trace contextRef="#ctx0" brushRef="#br0" timeOffset="722">605 1 10574,'0'8'551,"0"0"1,0 4 0,0 2 0,0 4-209,0 4 0,0 1 1,0 6-1,0 1-784,0 3 1,0-5 0,0 5 0,0-1 190,0-3 0,0 0 0,1-6 1,1-4-3898,1-5 4147,0-8 0,0-6 0,2-4 0</inkml:trace>
  <inkml:trace contextRef="#ctx0" brushRef="#br0" timeOffset="892">721 50 7804,'0'9'0,"0"0"0,0 2 0,0 3 959,0 1 1,0 0 0,0 2 0,0 4-622,0 5 0,1 3 1,1 3-1,2 0-627,0-2 1,2-6 0,2 1 0,0-2-3397,-3-2 3685,2-8 0,-2 2 0,3-6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21.9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159 55 8136,'-7'-14'0,"0"0"364,-1 2 0,-2 6 0,-2 0 0,0 4 168,-1 5 1,3 2 0,-2 7-1,2 5-200,2 6 1,2 1-1,2 6 1,2 1-5,1 3 1,1 2 0,1 3 0,2 1-453,3 0 0,1-6 1,3 2-1,0-1-435,0-5 0,-4-8 0,0-4 1,-1-3-1358,-1-6 0,0-4 1916,-4-5 0,-4-6 0,-6-4 0</inkml:trace>
  <inkml:trace contextRef="#ctx0" brushRef="#br0" timeOffset="368">18 369 7757,'-5'-14'216,"1"1"1,3 4-1,-2 0 1,1 1 74,0 2 0,2 2 0,5-1 0,1 1-149,3 1 0,-1-1 0,4 2 0,2 0-222,2-1 1,2-1 0,3-2 0,1 0-249,1-1 0,-3 1 0,1-1 0,-3 1 74,0-1 0,-5 1 0,0 0 274,-4 2 0,-5 2 1,-2 4-1,-4 3 549,-2 3 0,-2 3 0,-1 6 0,-1 3 36,3 2 1,0 0 0,-1 2-1,2 1-206,2-1 0,2-5 0,2 0 0,2-3-186,2-4 0,4-3 1,2-5-1,2-5-479,0-5 1,1-6-1,-2-5 1,1-2-22,-2-3 0,-6 1 0,1-3 0,-2 0 135,-2 1 1,-1 5 0,-5 2 0,-3 0 51,-4 2 0,-2 3 0,-1 2 0,0 2-123,1 1 0,-1 2 0,0 0 0,1 0-1099,1 1 0,2 1 810,2 0 0,4 1 0,1-1 0,5 0 512,3-2 0,1 2 0,4-2 0,0 1 0,1-2 0,1 5 0,0-3 0</inkml:trace>
  <inkml:trace contextRef="#ctx0" brushRef="#br0" timeOffset="967">370 170 7985,'10'10'821,"0"0"-485,0 0 0,-1 2 0,-3-2 0,0 2 0,-1 3 0,-1 0 1,-1 3 564,1 0 0,-3 1 1,1 1-1,-1 2-667,-1 1 0,-2-4 1,-1 1-1,0 0-167,0-3 0,-2-4 1,1-1-76,-2-5 1,2-2-1,1-8-198,0-4 1,1-5 0,2-5-1,0-4 108,0-3 1,2-1 0,1-2 0,1-1-227,3 1 1,-1 1 0,4 3 0,-2 1-17,1 2 1,2 3 0,0 1 0,1 3-640,1 3 1,0 2-1,2 2 1,2 1 646,2 1 1,-3 3 0,0-1 0,-1 1 157,0 1 0,-2 0 1,-3 0-1,1 0 174,-1 0 0,-1 1 0,-5 1 0,-2-1 0,-3 3 0,-3 1 1273,-2 1 1,1 0 0,-4 1 0,1 0-396,-1 2 1,0 1 0,1 5 0,-1 0-563,2 2 0,-1 0 1,2 3-1,0 0 206,-1 2 1,4 0 0,0-2 0,3 1-1102,0-2 1,0-3 0,3-4-1,2-2-782,2-3 1,3-5 0,3-4 0,1-6 604,1-4 0,-2-2 1,2-4 362,-1-2 0,1 0 0,0 2 0,0 2 0,0 2 559,-3 2 1,-2 4 0,1 1-1,-2 2 770,-2 0 0,-1 2 0,0 0-448,-2 0 1,1 0-1,-3-4 1,0 1 167,-2-1 1,0-1 0,0-1 0,0-1-221,0 1 1,-2-2 0,-3 3 0,-1 1-184,-3 2 0,2 2 0,-3 3-26,0 0 0,0 6 1,0 3-1,1 4 0,0 5 156,1 3 1,4 0-1,2 4 1,2 2-9,2 2 1,4-1 0,6-1-1,2-1-903,6-3 1,2-9 0,3 0-1,2-6-907,1-4 0,-2-4 1,1-5-1,-2-6 1435,-1-5 0,-4-2 0,2-1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20.3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31 7776,'2'-7'801,"-1"1"1,1-1-362,-1 1 0,0 2 0,0 4 70,1 3 1,3 5 0,-3 8 0,2 3-142,1 4 0,-1 4 0,-1 1 0,1 2-213,-1 0 0,-1 0 1,0 1-1,-1-1-211,-1-1 1,0-2 0,0-3-1,0-1-86,0-2 0,0-8-269,0 0 1,-3-8-1,2-6 1,2-5-218,2-6 1,6-4 0,1-3 0,1-1 438,2-1 0,1 3 0,3 1 0,0 4 171,1 2 1,-1 3-1,-1 3 1,-1 4 72,-3 2 0,-2 4 0,-4 6 0,-2 4 570,-2 3 0,-2 2 1,-2 1-1,-3 3-66,-3 1 1,-2-2 0,-5-1 0,0-2-568,-2-3 1,2-6-1,0-3 1,0-3-296,3-3 0,1-1 0,-1-3 0,1-1-579,2-4 1,4-4-1,2-2 1,0-3-2210,2-3 3090,0 0 0,4-3 0,0-1 0</inkml:trace>
  <inkml:trace contextRef="#ctx0" brushRef="#br0" timeOffset="269">283 191 7776,'6'3'243,"1"1"1,-1 2 0,0 0-1,-1 1 568,-1 2 1,-2 1 0,2 3 0,-1 1-416,-2 3 0,0-2 0,-1 5 1,0 1-277,0 1 1,-3-1 0,-1 0-1,0-1-207,0 0 0,-1-2 1,-1-2 68,0-3 1,1-4 0,2-8 0,0-3-47,2-4 1,0-6 0,1-5 0,0-3-80,0-1 0,3 0 0,1-3 1,2 1-244,3 0 1,-2 3 0,2-2 0,0 2-275,-1 1 1,2 4 0,-2 0 0,2 2 54,0 3 1,2 0 0,-2 5 0,1 0 604,0 3 0,-3 2 0,1 0 0,-3 0 0</inkml:trace>
  <inkml:trace contextRef="#ctx0" brushRef="#br0" timeOffset="546">450 204 8259,'-1'7'0,"-1"1"0,-2 2 0,0 2 664,0 1 1,2-3 0,-2 4 0,1 1-234,2 0 1,0 3 0,2 1-1,1 1-415,2 1 1,2-2 0,3 1 0,2-1-121,1-1 1,1-6 0,0-2 0,0-4-290,2-4 0,-1-6 0,0-4 0,-2-7 75,-1-5 1,-4-4-1,1-4 1,-2-2 346,-2-1 0,-2 4 0,0 2 0,-1 2 150,-1 3 1,0 2 559,0 3 1,0 10-1,0 7 1,0 6-368,0 5 0,0 4 0,0 2 1,0 2-787,2 2 1,1-2-1,2 2 1,0-3-586,0-1 0,0-4 1,2-2-1,0-3 999,1-6 0,-1-6 0,3-1 0</inkml:trace>
  <inkml:trace contextRef="#ctx0" brushRef="#br0" timeOffset="879">764 50 8343,'0'8'0,"0"2"995,0 2 1,0 1 0,0 6 0,0 2-280,0 3 0,1 3 0,0 6 0,2-1-596,0 3 1,2-4-1,0 2 1,0-1-805,0-2 1,-3-2 0,1-1 0,1-5-711,0-2 1,-3-6 0,0-2 1393,-2-5 0,-3-6 0,-2-5 0</inkml:trace>
  <inkml:trace contextRef="#ctx0" brushRef="#br0" timeOffset="1187">770 345 7776,'0'-7'44,"2"3"0,1 0 0,-1-1 329,1-1 0,-2 0 1,3-1-472,-2 1 0,3 0 1,0 0-393,0 2 0,2 1 0,0 3 211,1 0 0,0 0 0,0 0 1,-1 0 239,0 0 0,-1 2 0,1 1 1,-1 0 227,0-1 0,1 3 0,1-3 1,1-1 436,-1 0 1,1-1 0,0 0 0,1-1 4,2-1 0,-3-1-435,-1-4 1,2 0 0,-2-2 0,0-1 0,-1-2 0,-3-1-78,-2 0 1,-2 1 0,-3 0-1,-3 3 78,-4 2 0,-1 2 0,0 5 1,-2 1 172,2 4 0,0 3 0,1 7 1,1 2 329,2 4 1,3 0-1,2 4 1,2 2-450,0-1 1,2-2 0,3-1 0,3-1-728,3-1 1,3-7 0,2-4 0,0-6-1859,2-6 0,1-8 0,-1-9 2334,-1-4 0,2-7 0,-3-3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19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51 7790,'3'-7'64,"-1"1"1,0 0-1,-2-1 690,0 1 1,-1-1 0,-1 2-56,-2 0 0,-2 3 1,0 4-1,-1 3-307,-2 3 1,2 3 0,-2 4 0,3 3-394,2 2 0,-1 4 0,2 4 0,2 2-226,0 1 1,2 1-1,1-1 1,4 0-852,4-1 1,1-8 0,6-2 0,1-6-371,1-6 1,3-4 1447,1-6 0,-1-8 0,1-3 0</inkml:trace>
  <inkml:trace contextRef="#ctx0" brushRef="#br0" timeOffset="283">295 77 8205,'-9'0'0,"-2"0"540,-4 0 0,2 1 1,-3 3-1,1 2 151,0 1 1,0 4 0,1 2 0,1 3-265,0 3 1,8-1 0,0 0-1,4-1-271,1 1 1,6-5 0,2-1 0,4-2-509,1-2 1,0-3 0,1-4 0,3-2-218,1-4 0,-2-4 1,2-4-1,0-3 157,-2-3 0,-4 0 0,1 0 0,-2 0 452,-1-1 0,-1 3 1,-5 1-1,-2 3 683,-1 3 0,-2 4-57,-1 3 1,-1 6 0,-3 7 0,2 3-746,1 3 0,3 1 0,0 2 0,0 0-701,0 1 1,0-3 0,3-2 0,1 0-563,2-3 1,0-7 0,0-1 1341,1-5 0,2-5 0,1-4 0</inkml:trace>
  <inkml:trace contextRef="#ctx0" brushRef="#br0" timeOffset="586">456 89 7790,'0'7'308,"0"-1"0,0 1 0,0-1 504,0 0 0,0 2 0,0 0 0,0 3-382,0 1 1,0 1 0,0 2-1,0 0-316,0-1 0,0 0 0,2 0 0,0 1 75,-1-3 1,2-2-1,0-5-479,1 0 0,0-6 1,2-6-1,-1-6-68,-1-5 0,0-5 1,3-4-1,-1-1 64,0 1 1,2 3 0,-1 4 0,2 1 184,-1 2 1,1 6 0,0 1 0,1 4 208,2 4 1,0 7 0,0 6-1,-1 6 402,0 3 1,-3 6 0,0 3-1,0 1-779,-2 0 0,-2-1 0,-2 0 0,1-5-979,-1-4 0,0-8 1256,-2-1 0,0-6 0,0-2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18.1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36 8062,'-7'-4'0,"1"2"0,-1 1 0,1 1 0,0 0 404,-1 0 1,3 1 0,0 1-1,2 3 730,0 3 1,1 2-1,1 3-1071,0 0 1,5 2-1,2 0 1,3 1-1,2 0-187,2-2 1,0-3 0,3-4-1,1-2 59,1-2 1,0-6-1,0-2 1,-2-5-854,1-5 0,-4-4 0,3-4 543,-1 0 0,-4-1 0,-2 5 0,0 2 447,-3 4 1,1 3 0,-2 9 0,0 4 0,-1 8 96,-1 7 0,0 7 0,3 5 0,-1 2 583,1 2 1,-3 0-1,-1 3 1,0 2 170,-1 0 0,-2-4 0,0 1-531,-3-5 0,-2-2 1,-5-5-1,-2-4 0,-1-5-209,-1-5 0,-2-5 0,0-1 0,-2-2-55,1-3 0,1-4 0,-2-4 0,2-1-1422,0-1 1,3-2-1,4 1 49,2-1 0,0 0 1,5 0-1,4 0 1,3 0 1244,5-2 0,5-2 0,2-2 0</inkml:trace>
  <inkml:trace contextRef="#ctx0" brushRef="#br0" timeOffset="329">469 196 7928,'0'13'827,"-3"3"0,-1 3 0,1 3-145,1 3 1,1 0 0,1 5 0,1 0-52,1 2 1,1-8 0,4-3 0,1-6-552,1-5 0,2-3 0,0-9 0,1-3-446,1-8 0,-3-4 0,-2-8 0,-1-3 13,0-3 0,-4 0 0,0-5 0,-3 2 3,0 3 1,-3 2 0,-1 4 0,-2 3-34,0 3 0,-3 7 1,0 2-1,0 4-9,0 4 0,-1 1 0,3 2 0,0 1-431,1 2 0,4 2 823,0 1 0,4-1 0,2 0 0</inkml:trace>
  <inkml:trace contextRef="#ctx0" brushRef="#br0" timeOffset="624">610 158 9149,'-1'9'0,"-1"2"753,-2 1 1,1 3-1,1 2 1,1 1-321,1 1 1,3-3-1,1 5 1,2 0 706,3-1-1262,1-6 0,3 2 0,0-4 0,2-2 1,0-3-1,0-3 0,-1-3-514,-1-3 1,-4-6 0,0-5 0,-1-6 258,-2-6 0,-4-2 1,0-4-1,-1 0 258,-1 0 0,-2 2 1,-1 2-1,0 1 879,0 3 0,1 10-89,2 0 1,1 13-1,1 9 1,3 7-342,5 7 0,1 1 1,4 6-1,-1 0-528,-2 1 1,2-5 0,0 4 0,1-3-870,-1-3 1,-3-6 1066,-2-5 0,1-5 0,0 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25.0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3906 193 7757,'0'-6'-111,"0"-3"0,0 1 0,0 0 349,0 1 1,1 0 0,1 1 0,0 0 389,-1-1 1,2 1-1,-1-1 281,0 1 0,-1 2-523,1 2 1,-1 4-1,1 4 1,-1 4-193,-1 5 1,0 4-1,0 4-492,0 3 1,-1 4-1,0 0 1,-2 0-1,0 0-654,0-2 0,0-5 0,2-3 0,-1-4-1527,0-5 2479,1-6 0,7-11 0,1-5 0</inkml:trace>
  <inkml:trace contextRef="#ctx0" brushRef="#br0" timeOffset="385">4028 65 7757,'0'-6'81,"0"-1"0,0 2 0,-2 0 592,0 0 1,-3 4-538,1-1 1,1 2-730,1 2 1,5 1 0,3 4-1,4-1 593,2 1 0,1-1 0,0 0 0</inkml:trace>
  <inkml:trace contextRef="#ctx0" brushRef="#br0" timeOffset="460">4234 1 8194,'-12'2'0,"-1"2"753,-3 1 0,1 1 1,-1 5-1,0 1-203,2 2 0,0 1 0,1 4 0,0 4 193,1 3 0,2 0 1,2 3-1,2 1-794,2-1 1,2-1 0,0-1 0,2-2-604,0-4 0,2-4 1,3-2-1,0-2 141,2-2 0,-1-5 1,1-4-1,-1-2 513,0-2 0,-2-2 0,-1-2 0</inkml:trace>
  <inkml:trace contextRef="#ctx0" brushRef="#br0" timeOffset="1096">4054 290 7716,'-6'-13'305,"0"3"1,1 2 0,1 2 492,1 2 1,2 2 0,3-2-380,2 1 1,5-1 0,2 2 0,2 0 0,2-1-316,4-1 1,1-1-1,3 0 1,1-2-999,4-1 1,-3-2 0,7 0 893,0 1 0,-1-6 0,1 1 0</inkml:trace>
  <inkml:trace contextRef="#ctx0" brushRef="#br0" timeOffset="3681">96 783 7625,'-9'0'164,"3"0"1,-1 0 0,-1 0 95,1 0 0,-1 0 0,0 1 0,-1 2 151,2 3 1,-1 2 0,2 3 0,0 2-159,2 4 1,1 0 0,3 1 0,0 0-329,0 0 1,3-1 0,2 0 0,3-5-263,3-2 1,-1-6-1,0-2 1,2-2-18,3-2 0,-2-6 1,2-6-1,-1-6 91,-1-4 1,-1-1 0,0-4-1,-1 0 213,-2 2 0,-2 3 0,-1 2 0,-2 5 449,-2 4 0,-1 6 0,-1 6-149,0 5 1,0 8 0,0 5 0,0 1-150,0 1 0,0 1 0,2 1 0,1 0-25,0 0 1,2-1 0,2-2-1,0-2-1680,2-4 0,2-4 1604,-3-1 0,4-4 0,-2-3 0</inkml:trace>
  <inkml:trace contextRef="#ctx0" brushRef="#br0" timeOffset="3840">392 681 7808,'-9'3'215,"0"1"0,0 2 0,2 3 71,1 2 0,-2 3 1,6 2-1,-1-1 0,0 1 136,2-2 1,3 0 0,2-2 0,2 1-305,3 0 0,-2 0 0,2 0 0,-2-1-26,-1-1 1,0 1 0,-2 0-120,-2 0 1,-1 2-1,-1-3 1,-1 0-1,-1 0-197,-2-2 0,-2-3 1,-1-2-1,-1-2-1524,0-1 1211,-1-1 1,5-1 0,0-1 0,1-2-1,2-2 537,0-3 0,4-1 0,1-3 0</inkml:trace>
  <inkml:trace contextRef="#ctx0" brushRef="#br0" timeOffset="3841">578 642 7808,'-7'0'574,"-1"1"1,-2 2-1,1 3-262,0 1 1,0 7-1,3-1 1,0 3-1,2 2 127,2 1 0,1 0 0,2-1 0,1 0-261,2-1 0,4-2 1,0 2-143,0-2 1,1 0 0,-2-1 0,-1 0 21,-1 1 1,-2 0 0,-1-2 0,-1-1-196,-1-1 1,-1 0-1,-1-2 1,-2-2-324,-2 0 0,-2-1 1,-1-2-1,1-1-299,1-3 0,2 0 0,0-3 1,3-3-279,1-2 1,1-3 1036,0 0 0,3-4 0,1-1 0</inkml:trace>
  <inkml:trace contextRef="#ctx0" brushRef="#br0" timeOffset="3842">648 745 7808,'-2'6'0,"-1"1"0,0-1 551,0 1 1,-1 0-1,2 1 1,1 3-164,0 1 1,1 2 0,1-1 0,1 1-369,2 1 1,4-4 0,0 2 0,1-3-107,0-1 0,1-5 0,2 1 0,0-4 48,-2-1 0,-2-3 0,1-4-284,-2-3 1,-1-5-1,1-2 1,-2-1 0,0-2 302,-3 1 0,-1 1 0,-1 0 0,0 3 608,0 2 1,0 3-286,0 1 0,0 7 0,0 3 0,0 6-148,0 5 0,2 0 0,2 5 1,0 1-319,1 0 1,-1 1 0,4 0 0,1-2-598,-1-2 0,0-4 1,-1-1-1,2-3-577,-1-4 0,0-2 1336,0-3 0,-1-7 0,3-5 0</inkml:trace>
  <inkml:trace contextRef="#ctx0" brushRef="#br0" timeOffset="4896">924 681 7808,'-1'6'531,"-1"1"0,1 2 1,-1 2-1,1 1 10,-1 1 0,1 0 1,-1 2-1,1 3-351,1 3 1,0-1 0,0 2 0,1 0-84,1-2 0,-1-3 1,3 1-1,-1-4-168,-2-1 0,3-8 0,-1-1-455,1-5 1,1-5 0,-2-6 0,0-3 219,2-4 1,-1-1-1,-1-3 142,0 1 0,2-1 0,-1 4 1,0 1-1,0 1 68,1 3 0,-1 2 0,-1 3 1,1 3 320,0 2 0,-3 5 0,2 4 0,-1 4 43,0 3 0,0 4 0,-2 3 0,1 1-150,1 2 0,-1-2 1,1 1-1,-1-1-29,2-1 0,-3-2 1,3-3-248,0-3 0,-2-2 1,4-6-1,-1-5-178,-1-6 1,3-5 0,-2-3 0,0-4 148,0 0 0,1 0 0,1 0 0,0 0 153,1 4 1,-1 2 0,1 2 0,0 1-76,1 2 0,-1 3 1,2 2-1,-2 2 1222,0 4 1,-3 4 0,-1 5 0,1 1-896,0 1 0,-3 0 1,1 2-1,-1 2-831,-1 2 1,1-3-1,0-1 1,1-1-819,0-1 0,-1-3 1421,1-2 0,2-3 0,2-3 0</inkml:trace>
  <inkml:trace contextRef="#ctx0" brushRef="#br0" timeOffset="5372">1289 841 7806,'7'0'896,"-1"0"0,1 0 0,-2-1-532,0-1 1,0-1 0,-1-4 0,0-1 0,0-2-209,-1 1 1,-1 0-1,-2-2 1,0 1-89,0 0 0,-4 0 0,-1 4 1,-3 0-164,0 2 1,-2 2-1,0 4 1,0 3 390,1 3 1,2 2 0,1 5-1,0 3 195,2 3 1,1 0-1,4 4 1,1 2-359,2-1 0,5 0 1,4-4-1,1-2-459,3-5 1,0-4 0,2-3 0,-2-3-1217,0-3 1,-2-4-1,0-3 1542,-2-3 0,0 1 0,0-2 0</inkml:trace>
  <inkml:trace contextRef="#ctx0" brushRef="#br0" timeOffset="5785">1854 732 8221,'-7'-1'0,"-1"0"216,-1-1 1,0 0 0,1 5 0,-1 1 131,-1 2 1,2 6 0,0 3 0,3 4 9,0 4 0,4 2 1,-1 7-1,3 0-317,3 1 1,2-3-1,6-4 1,2-6-200,2-5 1,-1-6-1,2-3 1,0-3 160,2-5 1,0-5 0,0-7 0,-1-5-549,-1-6 0,-5-6 1,-1-5-1,-2 0 383,-4 0 1,-2 5 0,-2 1 0,-2 4 362,-4 2 0,-4 9 1,-3 6-1,-3 2-162,-1 5 0,1 0 1,1 3-1,2 1-133,1 2 0,4 0 0,1 0 0,3 1-510,2 1 0,3-2 1,1 0-1,4-1 604,3-2 0,3 0 0,3-1 0</inkml:trace>
  <inkml:trace contextRef="#ctx0" brushRef="#br0" timeOffset="6205">2111 585 7737,'6'2'176,"-3"2"1,0 2 298,-3 1 0,0 4 1,0 3-1,0 1 1,0 4-41,0 2 1,-2 2 0,0 4 0,1 0-306,0 0 1,1-1 0,0 5 0,0 0-628,0 0 0,1-6 0,0 0 0,1-4-1109,0-2 0,-2-5 1606,0-1 0,-5-6 0,-2-4 0</inkml:trace>
  <inkml:trace contextRef="#ctx0" brushRef="#br0" timeOffset="6206">2040 860 7844,'0'-6'0,"0"0"143,0-1 1,0 1 0,1-1 10,1 1 0,4-1 1,3 2-1,1 1-359,1 1 1,2 1 0,1-1 0,2 0-698,0 0 0,-1-1 902,2 2 0,0-6 0,3 1 0</inkml:trace>
  <inkml:trace contextRef="#ctx0" brushRef="#br0" timeOffset="6580">2297 681 8058,'-3'7'419,"1"1"1,0-2 0,2 3-1,-1 1 94,-1 1 0,2 3 1,-3 1-1,3 2-280,0 1 1,2 4-1,1 2 1,0 1-85,-1 0 0,1-1 0,-1-2 0,1-1-66,0-3 1,-1-6 0,2-2 0,1-4-661,1-4 1,-2-5 0,1-3 0,0-5 172,0-6 1,2-1 0,-1-7 0,1-1 244,-1-2 1,1 3 0,1-3 0,1 4 123,-2 1 1,1 7 0,-3-1-1,0 3 208,0 4 1,-3 3 0,1 6 0,0 3 184,-1 4 1,-2 4-1,0 5 1,0 1-373,0 3 0,0-3 0,0 4 0,0 0-719,0 0 0,0-4 1,0 1-1,1-3 135,1-1 1,-1-5-1,4-3 598,0-1 0,0-7 0,2-4 0,-1-2-22,1-3 1,0 1 0,1 0 0,0 3 63,0 0 0,-1 2 0,0 0 1,1 1 339,1 1 0,0 2 0,-1-2 0,1-1 155,1-1 1,-1-1-1,1 0 1,-1-1-163,-1-3 0,-1 1 0,-1-1 1,-2 0-168,-2-1 1,-2-1-1,-2 0 1,-3 1-94,-3 1 0,-2 2 1,-3 4-1,0 0 94,0 3 1,1 4 0,-1 3-1,0 4-58,0 4 0,3 1 1,2 4-1,1 3-207,3 1 0,-1 0 0,3 0 1,1 1-631,3 0 0,2-3 1,4-1-1,3-4-295,1-3 1,4-6 0,0-5 0,1-3 980,0-4 0,1-6 0,1-5 0</inkml:trace>
  <inkml:trace contextRef="#ctx0" brushRef="#br0" timeOffset="6910">2713 751 7737,'0'7'1047,"0"-1"1,-2 1-542,0-1 0,0 3 0,2 3 0,0 1-133,0 2 0,-2 6 1,0 0-1,0 1-391,-1 2 0,1-3 0,-2 1 0,-1-1-47,-1-2 1,2-7 0,0 0 52,-1-4 0,-1-4 1,0-7-1,2-3-74,2-4 0,2-3 0,2-2 0,2-3-22,2-3 1,3 3 0,2-3 0,2 0-362,2 2 0,-1-1 1,3 1-1,-1 1-507,0 1 0,1 3 1,2 0 975,-2 2 0,2 0 0,-3 2 0</inkml:trace>
  <inkml:trace contextRef="#ctx0" brushRef="#br0" timeOffset="7333">2284 520 7456,'3'1'728,"-1"1"-550,-1 3 0,-1 1 0,0 2-93,0 0 0,0 4 1,0-2-1,0 3-86,0 2 1,0 4-1,0 3 1,0 1-256,0 4 0,0-1 1,0 3-1,0 0-339,0-2 0,0-3 595,0 0 0,-3-6 0,0 0 0</inkml:trace>
  <inkml:trace contextRef="#ctx0" brushRef="#br0" timeOffset="7980">3233 623 7672,'-1'-4'161,"-1"2"0,-1 7 0,-1 2 1,2 5 346,1 4 1,0 3 0,0 4 0,-1 4-436,0 3 0,2 0 0,0 2 0,0 0-303,0-1 1,0-5-1,0-1 1,-1-3-45,-1-1 1,1-8 0,-2-4 273,0-2 0,0 0 0,-4-4 0</inkml:trace>
  <inkml:trace contextRef="#ctx0" brushRef="#br0" timeOffset="8320">3143 880 7737,'0'-10'327,"0"1"0,0 2 127,0 1 0,0-1 0,1 1 0,1 1-234,2 1 1,5 1 0,2-2 0,1 2-37,3 1 0,0 1 1,2-1-1,1 1-119,3 1 1,-1-1-1,1 0 1,-3-1-2206,-1 0 1,-3 2 2139,1 0 0,-1-3 0,-1-1 0</inkml:trace>
  <inkml:trace contextRef="#ctx0" brushRef="#br0" timeOffset="8733">3432 796 7657,'3'4'209,"0"-1"1,2-1-1,-1 0 138,1-1 1,0-3-1,3-2 1,-1-2-87,2 0 0,0-3 1,-2 0-1,1-1-394,-3-1 1,-1 1-1,1-1 1,-3 0 104,-1 1 1,-2 1 0,-2 3-1,-3 0 181,-4 2 0,-1 1 0,0 4 1,-2 1-79,2 5 1,0 3 0,-1 5 0,1 2 274,2 1 1,3 4 0,1 1 0,1 1-218,1-1 0,2 1 0,4 1 0,3-2-617,1-1 1,5-3 0,-1-3 0,1-3-29,0-4 0,1-4 0,0-1 512,0-1 0,0-4 0,0-3 0</inkml:trace>
  <inkml:trace contextRef="#ctx0" brushRef="#br0" timeOffset="8828">3579 822 8371,'-2'8'0,"0"1"817,1-1 1,0-1 0,2-1-242,1 1 0,3-1 0,5-2 1,0 0-503,1-1 1,0 0 0,1-2 0,1 1-265,1 0 1,0-2 0,0 0 0,0-2-1461,0-3 1,-4-1 0,2-2 1649,-2 0 0,2-7 0,-2 2 0</inkml:trace>
  <inkml:trace contextRef="#ctx0" brushRef="#br0" timeOffset="8829">3753 764 7737,'-10'2'374,"0"1"1,0 1 211,-1 1 1,0 3-1,-2 3 1,1 2-292,-1 2 0,0 3 1,1 4-1,1 3-364,3 1 1,3-5-1,1 0 1,1-3 46,2-5 0,4-4 0,3-3 0,4-4-1220,2-3 1,1-4-1,0-5 1242,0-3 0,2-7 0,2 0 0</inkml:trace>
  <inkml:trace contextRef="#ctx0" brushRef="#br0" timeOffset="9462">3849 706 7737,'6'-3'827,"-2"1"1,-2 4-44,-1 2 0,-1 5 0,-1 2 0,-1 3-392,0 3 1,-2 1 0,2 0-1,0 3-216,-1 1 0,0 1 0,-2 2 1,1 0-699,-1-2 1,2-4 0,0-1 521,0-1 0,0-3 0,-4-1 0</inkml:trace>
  <inkml:trace contextRef="#ctx0" brushRef="#br0" timeOffset="9828">3791 905 12171,'6'-3'506,"4"0"1,0 2-1,3 0-835,2-1 1,-1-3-1,4 3 1,-1 1-3170,2 0 3498,0 1 0,0 0 0,1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26.6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51 7757,'-2'-5'72,"0"1"0,-1 3 183,1-1 1,-1 2-1,-1 2-1,2 2 1,1 2 0,1 3 0,0 2 0,0 1-85,0 3 1,1 0-1,3 1 1,2 0-90,1 1 0,3-3 0,1 0 0,2-2-162,2-1 1,-1-6 0,3-1 0,-1-2-150,0-2 0,-1-4 0,0-4 0,-2-6 11,0-4 1,-1 0 0,-1-6-1,-3 0 126,-1-1 0,0 2 0,-1 3 0,-1 2 41,-1 3 0,0 7 0,3 4 1,-1 4 207,0 4 1,1 4 0,1 8 0,1 3 197,-1 4 1,-1 2-1,-1 3 1,0 2 35,-2 1 0,-1 2 0,-3 0 0,0 0-57,0-2 0,-4-3 1,-1-1-1,-4-3 5,-1-2 0,-1-5 0,-3-1 0,-2-2-343,0-4 0,1-5 0,-2-1 1,1-2-541,-1-3 1,3-4-1,0-4 1,2-1-509,4-1 1,4 0 0,2-1-1,4-2 10,5 1 1,3-1 1042,5-1 0,1 1 0,3-2 0</inkml:trace>
  <inkml:trace contextRef="#ctx0" brushRef="#br0" timeOffset="502">508 153 8100,'-1'10'0,"-1"1"0,-2 3 0,-1 2 798,0 2 0,0 3 0,1 5 0,0 0-67,2 2 1,2-4-1,0 0 1,0-2-483,2-4 1,4-6 0,3-2-1,1-4-217,2-4 0,-2-5 1,0-3-1,0-5-312,0-6 1,-3-1 0,0-6 0,-3-2-45,-1-3 0,-1-1 1,-2 1-1,-1 1 108,-1 1 0,-1 3 0,-4 3 0,1 4-156,0 2 0,-1 5 1,1 3 67,-1 4 0,4 3 0,1 2-796,1 3 0,2 0 0,1 1 1100,2-2 0,5 2 0,1-2 0</inkml:trace>
  <inkml:trace contextRef="#ctx0" brushRef="#br0" timeOffset="634">623 121 7797,'0'10'258,"-1"0"0,0 4 1,-1 2 462,0 1 0,2-3 0,0 4 0,0-1-217,0 2 0,0-2 1,0-1-1,3-2-480,1-2 1,2-3 0,2-2 0,1-2-209,1-2 1,-1-3-1,2-1 1,-1-3 156,0-2 1,2-5 0,-4-2 0,0-2-462,-1-4 1,-3 1 0,0-3 0,0 1 386,-1 1 1,-1 2-1,0 3 1,-2 3 163,0 2 1,3 3 0,2 3 128,0 5 1,2 6 0,1 8 0,1 4 20,1 2 0,-1 3 0,1 2 0,0 0-544,0-2 0,-2-3 1,2-6-1,-2-3 331,-3-4 0,0-2 0,2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51.2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1 7111,'4'3'596,"-2"1"0,0-1 1,-1 2-1,1 0 740,-1 0 1,0 4 0,-1 0 0,0 1-687,0 2 1,-1 0 0,0 3 0,-1 1-290,1 3 1,-2-3 0,0 4 0,0-1-231,0-1 1,-1-3 0,1 0 0,-1-2 188,-1-3 0,3-2-289,-1-4 1,1-6 0,-1 0 0,3-4-223,1-5 0,1 0 0,2-6 0,2-1-296,1-1 0,1 2 0,3 1 1,0-1-1016,1 1 0,-1 0 0,0-1 0,0 4-1380,1 1 2882,-2 4 0,5-4 0,-1 2 0</inkml:trace>
  <inkml:trace contextRef="#ctx0" brushRef="#br0" timeOffset="1">262 123 7737,'0'4'201,"0"0"0,0 1 2151,-3 1-2140,3-3-212,-3 3 0,0-5 0,-1 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49.1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0 7195,'3'3'1039,"0"2"-525,0 3 0,-2 2 1,1 3-1,-2 3-271,0 3 1,0 4 0,-2 5-1,-1 2 44,0 1 0,1-1 1,-2-2-1,1-3-247,-1-2 0,3-7 1,-2-1-1,1-5-42,0-3 0,-1-4-368,3-3 0,0-3 0,1-3 0,1-2 35,3 0 1,1-2 0,3-4 0,1-1-20,2-2 1,2 3 0,1 0 0,2 0 160,1 3 0,0 1 0,0 4 1,1 3 305,-2 3 0,-2 5 1,0 7-1,-3 2 107,-2 3 1,-5 4-1,0 2 1,-5 0 449,-2-2 1,-2-1-1,-4-1 1,-1-2-497,-1-2 0,-1-4 1,-2-3-1,0-1-414,-2 0 1,4-4 0,-2-1 0,1-4-79,-1-2 0,3-2 0,2-3 0,1-2-255,0-4 573,4 2 0,-3-6 0,3 3 0</inkml:trace>
  <inkml:trace contextRef="#ctx0" brushRef="#br0" timeOffset="527">321 45 7838,'7'0'584,"-1"0"0,-2 3 1,-2 1-1,-2 3-228,0 4 0,0 0 0,0 6 0,0 0 246,-2 1 0,0 3 1,-1 5-1,-1 0-486,0 2 0,2-3 0,-1 0 0,0 0-660,1-3 1,2-3-1,0 1 1,0-4-410,3-6 1,0-3 0,4-2-1,0-4-197,1-2 1,0-4 1149,3-3 0,-3-2 0,1-3 0</inkml:trace>
  <inkml:trace contextRef="#ctx0" brushRef="#br0" timeOffset="528">469 160 7737,'-2'-4'0,"-1"1"0,-1 0 522,-1 1 1,-1 2 0,-2 0 0,-1 0 261,-1 2 0,2 5 0,-1 4 1,1 1-395,0 1 1,3 1 0,-1 1-398,3 0 0,0 0 0,3 0 0,1 0 0,2-3-2,3-1 0,2-2 1,4-5-1,3-2-856,0-1 0,0-7 0,2-2 1,-1-5 199,0-4 1,-1-1 0,2-6 0,-1 0 675,1-1 0,-5 2 0,-1 3 0,-2 3 193,-4 4 1,-3 4-1,0 8 119,-4 5 1,1 5-1,-3 6 1,0 2 357,0 2 1,-1 1 0,2 0 0,0 0-881,0-2 1,1-1 0,2 0-1,0-4-637,0-1 0,1-7 1,1 1-1,2-3-1417,2-4 2253,1-4 0,-1-8 0,0-4 0</inkml:trace>
  <inkml:trace contextRef="#ctx0" brushRef="#br0" timeOffset="1069">661 64 13223,'0'7'492,"0"2"1,0 2 0,0 6 0,0 3-320,0 2 0,0-1 0,0 3 1,0 0-5,0 1 1,0-4 0,0-2-1,0-1-444,0-2 0,1-6-469,1 1 1,-1-7 0,3-4 0,-1-4 284,1-4 0,1-2 1,3-3-1,0 0 105,0 0 1,2 1 0,-2 1 0,1 3 332,0 1 0,-2 3 1,2 2-1,0 3 443,-1 3 0,-1 1 0,-3 6 0,0 0-1,0 1 0,-1 4 0,-3 0 0,-1 1 56,-1 1 0,-2-4 0,-3 1 0,-1-2-168,0-3 1,-3 0 0,2-5 0,0 0-1175,-1-3 0,0-4 0,1-3 1,1-3-99,1-3 1,1-2 0,2-2-1,2-2-1558,1-1 2521,1-2 0,0-2 0,0-1 0</inkml:trace>
  <inkml:trace contextRef="#ctx0" brushRef="#br0" timeOffset="1627">853 51 7737,'1'6'462,"1"-2"0,-1 2 0,1-2 0,-1 2 69,-1 0 1,2 2 0,0 0 0,0 3 283,-2 1 0,0 3 0,1 1 1,0 1-603,2 3 1,-1 0-1,-2 2 1,0 1-140,0-3 0,0-2 0,0-2 0,0 0-234,0-2 1,-1-3-201,-1-2 1,1-6-1,-1-4 1,2-4-389,2-5 0,0-3 1,2-1-1,1-1 460,1 0 0,0 2 0,0 1 1,2 1 185,0 3 1,-2 3-1,2 1 1,-1 1 459,1 2 1,-1 3 0,-1 2 0,1 3 363,-1 1 0,-2 3 0,0 3 0,-1 2-298,-2 0 1,-1 1 0,-2 2-1,-2 0-249,-2-2 1,-1-1 0,-1-4-873,-1-1 0,1-3 1,1-4-1,1-1-634,0-3 0,1-3 0,2-4 0,0-3 1331,2-2 0,3-4 0,1 0 0</inkml:trace>
  <inkml:trace contextRef="#ctx0" brushRef="#br0" timeOffset="1628">1007 276 7737,'7'0'430,"-1"0"0,-1 0 0,-1 0 1,2 0 316,1 0 0,-1-1 0,1-1 0,0-2-460,-2-2 0,0 0 0,1-1 0,0-1-94,-2-1 1,-1-2 0,-3 0 0,0-1 104,0-1 0,-3 3 0,-2 2 0,-2 3-89,-2 3 1,-1 2 0,0 3 0,1 3-186,0 4 1,0 5 0,1 2-1,-1 2-24,1 0 0,3-2 1,1 0-1,0-1-922,0 1 1,1-3-1,4 0-743,1-3 1,2-4-1,3-5 1665,1-1 0,2-4 0,3-1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46.9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0 109 8958,'4'7'375,"-2"1"0,1 3 1,-1 5-1,0 4-239,1 4 1,-2 3 0,1 2 0,-1 0-56,-1-2 1,0-2 0,0-3 0,-1-4 316,-1-4-411,1-6 1,-2-3 0,3-7 0,0-6 69,0-3 0,0-3 1,1-1-1,1-2 44,2-1 1,2-2 0,0-1 0,1-2-265,-1-2 1,1 3 0,1-3-494,1 3 1,0 1 0,-1 3 0,0 3 0,1 2 655,0 3 0,-2 7 0,3-3 0</inkml:trace>
  <inkml:trace contextRef="#ctx0" brushRef="#br0" timeOffset="109">206 224 7737,'6'4'246,"0"-2"104,1-2 0,-2 0 0,0 0 0,3-3-55,-1-4 0,-2-3 0,-1-4 0,0-1-131,0-2 0,-1 2 0,-3-1 0,0 0 32,0 2 1,-4 1 0,-2 2 0,-2 3 66,-2 3 0,1 3 1,-1 3-1,-2 3 10,0 5 1,1 5 0,1 3-1,1 3-15,1 4 0,1-2 1,2 5-1,0 1-237,0 0 0,4-3 0,-1 0 0,5-2-593,3-2 1,1-2-1,4-3 1,1-3-508,2-4 1,0-4 0,3-4-1,-1-2-967,1-4 2046,-3-3 0,7-5 0,-1-3 0</inkml:trace>
  <inkml:trace contextRef="#ctx0" brushRef="#br0" timeOffset="110">456 51 7737,'-7'3'2105,"2"2"-1271,0 2 0,2 3 0,1 4 0,0 2-521,1 3 1,0 3 0,1 4 0,0 0-550,0 2 0,0-2 0,0 2 0,0-2 14,0-3 0,1-3 0,0-3-2269,1-2 1,0-5 2490,-2-3 0,-2-8 0,-2 0 0</inkml:trace>
  <inkml:trace contextRef="#ctx0" brushRef="#br0" timeOffset="1130">366 314 7737,'0'-7'848,"0"1"-215,0 0 1,0-1 0,1 1-409,1-1 0,-1 1 0,4-1 0,2 1 0,1 0-464,2-1 1,2 1 0,2-1 0,1 0-493,2-1 1,-2 1-1,1-2 1,1 2-52,-1 1 0,-2-1 782,-2 1 0,-2-1 0,-3 1 0</inkml:trace>
  <inkml:trace contextRef="#ctx0" brushRef="#br0" timeOffset="1674">571 128 7737,'0'6'0,"0"1"0,-1-1 0,0 0 570,-1 1 1,-2 0 0,1 1 0,1 1-17,-1 1 0,3 1 0,-2 2 0,1 2-456,1 0 1,1-1 0,1-1 0,2 0-304,2 0 0,1-3 0,1-2 1,1-1 137,1-3 1,0-1 0,1-4 0,0-2-395,0-3 1,-1-4 0,0-6 0,-1-2 319,-3-3 0,0-4 0,-2 1 1,0-2 323,0 1 0,-2 7 0,2 1 0,-1 3 422,-2 4 1,0 4 0,-1 6-137,0 3 0,1 7 0,0 2 0,1 3-430,0 1 1,1 1 0,1 3-1,0-1-513,0 0 0,-2-4 0,3-2 0,0 0-837,0-1 0,0-4 0,-1 0 1311,1-3 0,1-2 0,0-3 0</inkml:trace>
  <inkml:trace contextRef="#ctx0" brushRef="#br0" timeOffset="1675">808 109 7709,'0'6'-3,"0"0"0,0 1 0,0-1 977,0 1 1,0 2 0,0 2-1,0 1-422,0 3 0,0 0 1,1 3-1,1 1-433,0-2 0,2-1 0,-2 0 0,0-2-362,-2-2 205,3-3 1,0-4 0,2-7 0,-1-7 30,-2-4 1,1-7 0,-1-3 0,1-1-266,0-1 1,1 1-1,1-2 1,-1 4-319,1 0 0,-2 4 0,2-1 0,0 3-101,0 2 0,2 0 1,-1 3-1,1 1 298,2 4 0,-1 2 0,2-1 0,-1 4 393,-1 2 0,-1 3 0,-1 2 0</inkml:trace>
  <inkml:trace contextRef="#ctx0" brushRef="#br0" timeOffset="1676">975 70 8192,'0'7'0,"0"1"382,0 1 0,0 0 1,0-1-1,0 3 1,-3 1 0,3 0 0,-2 0 0,1 2 81,1 2 0,-1-1 0,0 4 0,-1 2-345,0 1 1,1-4 0,1 1 0,0-2-155,0-1 0,0-4-5,0 1 1,1-9 0,1-4-249,0-7 1,1-6 0,-2-3 0,2-5-111,0-3 0,2-1 0,1-3 1,0 0 137,1 1 0,-1 4 0,1-2 0,-1 2 121,1 3 0,-1 5 0,0 3 0,2 4 486,0 5 1,-1 6 0,1 5-1,-2 8 242,1 6 0,-4 6 0,2 7 0,0 2-429,-2 0 0,-1-4 0,2-1 0,0-2-1269,-1-4 1,-1-7 1108,2-2 0,1-8 0,1-3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4:45.2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13 176 7737,'-4'1'324,"0"1"1,1 3 309,2 3 1,0 2 0,1 4-419,0 1 0,1 1 0,0 4 1,2 1-1,1-1-178,1-1 0,1-3 1,0-4-1,1-4-274,2-4 0,-2-3 1,2-4-1,0-4 122,2-5 0,-2-6 1,1-5-1,-2-1-265,1 1 1,1 2 0,-1 1 0,-1 4 205,-1 6 0,-1 5 1,1 3-1,-1 4 339,1 5 0,-4 6 0,0 5 6,0 3 0,-2 1 0,3-1 1,1 1-1,-1 1-42,0-2 0,1-5 1,1 0-1,0-4-1,1-3 0,-1-5 0,1-3 1,-1-5 121,0-4 1,1-5 0,-1-4-105,1-2 0,-2-4 1,0 1-1,-1 0 0,0-1-298,-1 0 0,-1 3 1,0-2-1,-2 2-188,0 1 0,0 3 0,1 2-619,1 2 1,0 4 0,1 6 957,0 4 0,2 6 0,-1 2 0</inkml:trace>
  <inkml:trace contextRef="#ctx0" brushRef="#br0" timeOffset="619">398 132 7737,'0'6'0,"1"0"620,1 1 0,-1 0 1,1 1-1,-2 3-322,0 1 1,0 2 0,0 0-1,0 2-376,0 0 0,0-2 0,1 1 0,1-4-1328,0-2 0,3-3 1406,-1-2 0,2-7 0,0-4 0</inkml:trace>
  <inkml:trace contextRef="#ctx0" brushRef="#br0" timeOffset="714">462 74 7737,'-4'-4'0,"0"1"2108,1 1-3289,-2 1 1091,5-2 0,-2 5 0,4 1 90,2 1 0,2 0 0,0 2 0</inkml:trace>
  <inkml:trace contextRef="#ctx0" brushRef="#br0" timeOffset="715">558 16 7737,'0'7'0,"0"0"804,0 1 0,0-1 0,0 3 1,0 0-293,-2 2 1,1 3 0,-1 3 0,1 3-408,1 1 0,0 1 1,1 2-1,0-2-884,1-2 0,1-7 0,-1 3 0,2-3-165,-1-3 1,3-4 943,-2-5 0,2-4 0,0-1 0</inkml:trace>
  <inkml:trace contextRef="#ctx0" brushRef="#br0" timeOffset="716">667 3 7737,'0'-3'1571,"0"3"0,1 7 1,1 6-1,0 7-1310,2 5 1,-2 5 0,2 5 0,1 4-526,1 0 0,-2-6 1,1-3-1,0-6-1299,0-2 0,2-8 1563,-1-3 0,1-6 0,-1-2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6:15.4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54 7864,'-9'3'279,"0"0"0,3 1 820,0-1 1,5-2-722,1 2 1,5-2 0,7-1 0,3-1-285,2-2 0,2-2 0,0-4 0,4 0-775,3 0 0,-4 0 0,5 1 681,-2 2 0,1-2 0,1 3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6:16.2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9 241 8042,'-5'-1'1533,"2"-2"-1246,2-2 0,6 0 1,4-1-1,5-1-92,3-1 1,2 2-1,1 0 1,1 0-605,2 1 1,-2-2 0,3 3 89,1-1 0,-4 2 319,0-3 0,-2 0 0,-1-3 0</inkml:trace>
  <inkml:trace contextRef="#ctx0" brushRef="#br0" timeOffset="603">438 0 7853,'-6'3'840,"1"1"1,0 1-309,0 2 1,2-1-1,-2 2 1,1 3-69,2 2 1,1 6-1,1 6 1,0 4-331,0 7 1,0-2-1,0 2 1,0 1-498,0 0 1,0-6 0,1-1 0,1-7-1166,1-8 0,4-5 1528,-1-4 0,-2-6 0,0-5 0</inkml:trace>
  <inkml:trace contextRef="#ctx0" brushRef="#br0" timeOffset="721">420 90 10645,'-5'4'573,"2"-3"1,6 2 0,3-2-415,2-1 1,4 0 0,0 0 0,2-1-61,2-2 0,2 2 0,2-3 0,2 1-419,1 0 1,-5 0 319,0 3 0,0-4 0,-4-1 0</inkml:trace>
  <inkml:trace contextRef="#ctx0" brushRef="#br0" timeOffset="722">464 170 8292,'0'9'2253,"0"-3"-2039,0 0 0,1-1 1,2 1-1,4-3-6,4-2 0,3-1 0,4-1 0,1-1-436,2-1 0,-3-4 0,3 2 0,-2-1-736,-1 0 1,-1 4 0,-2-1 963,-3 2 0,-3-3 0,0-1 0</inkml:trace>
  <inkml:trace contextRef="#ctx0" brushRef="#br0" timeOffset="1954">420 411 7853,'0'9'494,"-3"-3"1,0 0 324,1 1 1,2-3 0,3-1-1,3-2-591,2-1 1,5 0-1,1-1 1,3-2-823,1-3 1,1-2 0,1-1-1,1 0-167,-2 0 1,0 0 760,-1 0 0,4-4 0,1-1 0</inkml:trace>
  <inkml:trace contextRef="#ctx0" brushRef="#br0" timeOffset="2535">732 170 7849,'-5'4'842,"-2"-2"0,4 4-119,1 1 1,-2 4 0,1 2 0,1 2-186,1 3 0,1 1 1,0 5-1,0 1-257,0 1 0,0-3 0,0 0 0,0-1-370,0-2 1,0-2-1,0-3-258,0-4 1,1-5-1,1-4 1,1-4-35,-1-4 1,3-6-1,1-6 1,2-5 29,1-3 1,0-5 0,0 0 0,0-2 128,0 0 0,1 4 1,1 1-1,0 3 519,0 4 1,0 7 0,0 5 194,1 5 0,0 12 0,-4 7 0,-2 7-194,-3 4 1,-2 4-1,-1 2 1,1 1-180,2 0 0,-2-8 1,2 1-1,-2-3-2246,-1-3 1,1-5 0,2-4 2126,3-4 0,2-3 0,1-4 0</inkml:trace>
  <inkml:trace contextRef="#ctx0" brushRef="#br0" timeOffset="2536">1125 108 7853,'-12'-5'0,"-1"2"0,-1 2 0,2 1 0,-3 0 1299,-1 0 0,4 1 0,1 2 1,3 3-736,2 1 0,4 3 0,0 3 0,4 5-352,4 5 0,3 1 0,2 2 0,1 2-12,2 3 0,-2-1 0,2 1 0,-1-2-134,-2 0 1,-4-6-1,-2 3 1,-1-4-391,-2-2 0,-2-4 0,-3-2 0,-4-1 35,-4-2 1,1-4 0,-2-2 0,1-1-361,-1-2 1,2-5 0,0-3 0,2-3 68,2-3 1,4 1-1,-1-4 1,3-1-869,3-1 0,2-1 1448,4-3 0,3 2 0,2-3 0</inkml:trace>
  <inkml:trace contextRef="#ctx0" brushRef="#br0" timeOffset="2537">1196 233 7853,'0'-6'2390,"0"0"1,0 3-1617,0-3 1,0 9-1,0 2-441,0 5 1,0 5 0,0-1-1,0 1-127,0 0 1,0 0 0,1 3-1,2-1-979,3-3 1,-1 2 0,2-5-1,2-2-3,2-2 0,1-5 0,-2-1 0,1-6 283,0-7 0,2-5 0,-2-3 1,1-4 304,-1-2 0,-4 0 0,-1 2 0,0 5 931,-1 3 303,-1 3 0,-3 13 1,1 6-1,1 8-643,-1 5 1,-1 3 0,-1 3 0,0-1-409,0 1 1,1-3 0,1 0 0,1-2 85,-1-3 1,2-5 0,-1 0 0,0-3-1879,1-3 0,0-3 0,2-6 1,-1-4 1796,-1-4 0,3-7 0,-2-5 0</inkml:trace>
  <inkml:trace contextRef="#ctx0" brushRef="#br0" timeOffset="2538">1455 206 7853,'6'-14'0,"0"2"941,1 2 38,-3 5 1,1 2-1,-3 6 1,1 3-203,-1 2 0,2 5 1,-1 2-1,-1 2-341,-1 0 1,-1 5 0,0 1-1,0 1-205,0 0 1,0-4-1,0 3 1,0 0-581,0 0 0,-3-6 0,-1 0-110,-1-4 0,3-6 342,-1-7 0,2-8 0,2-7 0,2-5 59,3-4 1,2-2-1,2-1 1,0 0-193,2-3 1,0 2-1,-2-2 1,1 4-986,1 2 1,0 2 0,-3 6 0,0 3-1391,0 4 2625,-4 6 0,3-1 0,-4 4 0</inkml:trace>
  <inkml:trace contextRef="#ctx0" brushRef="#br0" timeOffset="3236">1714 340 8107,'9'5'707,"0"-1"0,0-5 0,-2-2-154,-1-3 1,2-3 0,-2-2 0,2-3-252,1-3 0,-1 0 1,-2-7-1,-3 0-37,-2-2 1,-1 2 0,-1 2 0,-3 3-131,-5 5 0,-1 5 0,-5 3 0,-1 3 21,0 2 0,1 10 0,1 5-35,1 8 0,-1 8 0,4 3 0,3 1 0,2 3 416,3 2 1,1-5-1,2 1-569,2 0 0,5-5 0,6-4 0,2-5 0,4-5 32,2-4 0,-10-6 0,-1-2 0</inkml:trace>
  <inkml:trace contextRef="#ctx0" brushRef="#br0" timeOffset="3878">2338 125 8124,'-8'-9'1914,"3"6"1,3 3-1651,4 4 0,3 4 0,3 2 0,1 2-635,0 3 0,3-1 0,0 1-26,-1 1 1,2 0 0,0-2 0,0-1 0,1-2-662,-1-2 1,2-2 1057,3-7 0,0 0 0,0 0 0</inkml:trace>
  <inkml:trace contextRef="#ctx0" brushRef="#br0" timeOffset="3879">2642 63 8123,'-3'6'0,"-1"-1"795,-1-1 1,0 3-1,-2 0 1,1 3-203,-1 2 1,-2 7 0,-2 2 0,-1 6-249,2 6 0,-3 0 0,1 9 0,0 2-434,-1 2 1,5-5 0,-2 1 0,1-4-215,2-5 1,4-4-1,0-6 1,3-6-928,3-4 0,3-7 0,6-4 0,3-5-936,2-6 2166,-3-4 0,7-8 0,-3-2 0</inkml:trace>
  <inkml:trace contextRef="#ctx0" brushRef="#br0" timeOffset="3880">2758 215 7853,'-7'15'440,"-2"-1"0,1 4 0,-6 5 1,0 3 369,0 5 0,6-1 0,-2 2 0,2-1-317,4-2 0,2-2 1,2-2-1,2-3-505,4-4 1,1-10-1,8-2 1,1-5-415,4-4 1,0-7 0,3-8 0,-1-5-106,-3-3 1,0-1-1,-3-2 1,-3-2 224,-4-1 1,-5 3-1,1-3 1,-1 1 214,-2 2 0,-5 8 0,-3 3 0,-3 2-120,-3 3 1,2 7 0,-2-2 0,1 3-256,0 3 1,4 4-1,-1 2 1,2 1 465,1 2 0,3-3 0,-2 4 0,4-3 0</inkml:trace>
  <inkml:trace contextRef="#ctx0" brushRef="#br0" timeOffset="4520">2892 179 7973,'0'9'181,"0"1"0,0 1 1,0 2 593,0 0 0,-1-1 0,-1 3 0,-1 2-147,1 3 0,1-1 0,2 2 1,2-2-468,3 2 0,2-5 1,1 1-1,0-3-388,-1-3 0,5-4 0,1-2 0,1-1-248,0-2 0,-3-6 0,2-5 0,0-7-175,0-7 0,-1-5 0,1-6 0,-4-1 239,-3-1 0,-1 6 0,2-2 0,-2 4 676,-3 4 1,-2 9 330,-1 6 1,0 8 0,0 4 0,0 9-5,0 7 1,1 2 0,1 5 0,1 2-475,-1 3 0,2-4 0,-1 1 0,0-2-490,1-1 0,-2-4 0,3-1 0,0-4-3723,0-4 4095,-3-6 0,10-2 0,-3-4 0</inkml:trace>
  <inkml:trace contextRef="#ctx0" brushRef="#br0" timeOffset="4521">3213 161 7853,'0'9'214,"0"1"1,0 2 591,0 3 1,1-1 0,1-1 0,1 1 143,-1 0 1,-1 2-1,-1 4-709,0 1 0,3 4 0,0-2 1,-1 2-1,-1 0-232,-1-1 0,-3-3 0,-1 0 0,0-1 16,0-3 0,0-6-214,1-2 1,2-9-1,-2-9 1,3-6 120,3-5 0,3-7 0,5-8 0,2-4-211,1-2 0,2 3 0,2-2 0,2 1-169,0 2 1,-2 6-1,5-2 1,1 5-230,1 1 1,-3 10 0,4 4 676,-3 4 0,-2 3 0,-4 6 0</inkml:trace>
  <inkml:trace contextRef="#ctx0" brushRef="#br0" timeOffset="5207">206 804 9261,'5'-5'1499,"-1"5"0,-4 7 1,0 4-1052,0 3 0,0 7 0,-1 4-369,-2 4 0,1 5 0,-4 6 0,0 0 1,0-1-310,0-1 1,3-4 0,-3-2-1,0-2-2240,1-1 0,1-12-233,4-5 2703,0-12 0,4-5 0,1-9 0</inkml:trace>
  <inkml:trace contextRef="#ctx0" brushRef="#br0" timeOffset="5850">402 875 10126,'-9'6'387,"0"0"0,0 0 0,0 4 1,-1 1 166,-2 1 0,1 3 0,-3 0 0,-2 3-74,-1 3 1,2-1 0,2 2 0,2-2-53,3-4 0,5-3 1,0 1-1,2-1-204,1-2 1,1-1 0,2-2 0,4-1-128,4-1 0,3-3 0,3 2 0,-1-1-567,-1-2 0,0-2 1,2-2-1,1-2-828,0-1 0,-2-2 0,0-5 0,1-3-805,-1-2 0,-4-1 2103,3 0 0,-4 1 0,2-1 0</inkml:trace>
  <inkml:trace contextRef="#ctx0" brushRef="#br0" timeOffset="5851">536 982 7853,'6'9'1122,"0"0"0,-3-4-586,3-2 1,0-2 0,2-1 0,1-1 0,0-2-96,0-3 1,1-6 0,0-3 0,0-2-339,-2 0 0,-2-1 1,0 1-1,-3 1-52,-2 1 1,-1 1 0,-2-1-1,-3 4 107,-4 4 1,-3 4 0,0 3 0,-2 3 27,0 3 1,-1 6 0,3 3-1,1 3 200,1 3 0,2-1 0,2 3-267,3 2 1,2 1-1,1 1 1,1 0-1,3-1-102,5 1 1,1-4 0,5-3 0,0-4-2137,2-4 0,1-6 0,-1-5 1,-1-3-1410,-1-7 3528,0-4 0,-1-9 0,-2-1 0</inkml:trace>
  <inkml:trace contextRef="#ctx0" brushRef="#br0" timeOffset="5852">714 955 10936,'0'9'313,"4"-4"1,2-1 0,2-1-1131,1 0 0,1 0 0,2-3 0,2 0 817,0 0 0,6-4 0,-1-1 0</inkml:trace>
  <inkml:trace contextRef="#ctx0" brushRef="#br0" timeOffset="5853">937 857 8620,'-4'-5'698,"-2"2"1,1 3 0,0 2 0,-2 2 203,-1 1 0,-1 5 0,0 5 0,0 3-392,0 3 1,0 6 0,0 9 0,0 6-529,0 4 1,0 5 0,0 4 0,2 1-964,1-3 0,2-8 0,4-9 0,0-7-3133,0-9 4114,0-11 0,4 3 0,1-7 0</inkml:trace>
  <inkml:trace contextRef="#ctx0" brushRef="#br0" timeOffset="6466">1259 973 8109,'-4'-5'565,"3"0"-244,-2 2 1,-1 3 0,1 0 0,1 6 24,1 5 0,1 4 0,1 6 1,1 4-619,1 3 1,3-2 0,-2 2 0,1-1-652,2-2 1,-2-6-161,0-1 1083,1-8 0,3-10 0,0-5 0</inkml:trace>
  <inkml:trace contextRef="#ctx0" brushRef="#br0" timeOffset="6467">1312 902 7853,'-1'-9'0,"-1"-1"-77,-1-2 0,-1 5 398,1-2-594,2 6 1,-2 3-1,6 6 1,4 2 272,4 1 0,-1 0 0,7 4 0,-3 1 0</inkml:trace>
  <inkml:trace contextRef="#ctx0" brushRef="#br0" timeOffset="7202">1553 848 7853,'-13'0'104,"2"0"0,-4 0 1,0 0 480,-2 0 1,3 3-1,2 1 1,2 1-160,1 2 1,1 2-1,2 2 1,3 2-153,2 1 0,2 1 1,2 3-1,3 2-240,2 1 0,1 4 0,1-1-43,2 1 1,-2 2 0,1 0 0,-3 0 0,-2-1 41,1-3 1,-4-1 0,1-5-1,-1-2-10,0-3 0,0-2 0,-4-1 70,-2 0 0,-2-3 0,-4-2-194,-3 0 0,2 3 1,-3-1-1,1 1 1,-1 0-393,-1-1 1,3-1-1,-1 1 100,2-3 393,2-2 0,3-5 0,1-1 0</inkml:trace>
  <inkml:trace contextRef="#ctx0" brushRef="#br0" timeOffset="7895">2196 902 7853,'-10'-12'-67,"-1"0"282,-1 1 0,0 2 0,2 2 0,-1 2 1,-2 1 348,-1 2 1,3 6 0,-3 5 0,1 6-48,2 5 1,4 7-1,2 5 1,1 4-406,2 3 0,1-3 1,1 3-1,0 3-48,0-1 0,4-5 1,2-2-1,1-3-820,-1-3 1,1-6 0,-4 1-1,-1-6 756,-1-5 0,-1-2 0,0-1 0</inkml:trace>
  <inkml:trace contextRef="#ctx0" brushRef="#br0" timeOffset="7896">1901 1187 7853,'0'-6'782,"1"1"0,3 1 0,4 0-670,3 0 1,5 1-1,-1 2 1,3-1-1,3-1-133,6 1 0,0-2 0,3 0 0,-3-1-281,0-2 0,0 2 0,-1-1 0,-2-1 302,-4-1 0,-5-1 0,-2 0 0</inkml:trace>
  <inkml:trace contextRef="#ctx0" brushRef="#br0" timeOffset="7897">2258 1018 7848,'-6'-1'507,"0"-2"0,0 2-42,-3-2 1,3 2-1,1 2 1,2 2-37,1 3 1,0 3-1,0 3 1,-1 3-316,1 1 1,1 2 0,2 1-1,2 2-295,3 3 1,1-2 0,2-3 0,1-2-170,2-2 0,2-8 0,3-1 0,-1-5 151,-1-4 0,-1-7 0,1-8 1,-1-5 11,-1-2 1,-1-3-1,-3 0 1,-1 0 473,-2 3 1,-1 7-1,-3 1 262,1 3 0,0 7 1,-3 7-302,0 5 0,0 7 1,0 4-1,0 3-335,0 1 0,0 1 1,1-3-1,1 0-617,1 0 1,3-4 0,-2-2 0,1-3-248,2 0 0,-2-5 0,0-4 951,2-5 0,1-10 0,1-4 0</inkml:trace>
  <inkml:trace contextRef="#ctx0" brushRef="#br0" timeOffset="8054">2562 902 7853,'0'-9'1706,"-3"6"1,0 6-880,1 8 1,1 6 0,0 3 0,-1 5-675,-1 4 0,0 4 1,3 4-1,0 4-635,0 3 1,0-5-1,0 4 1,1-5 79,2-7 0,2-9 0,4-6 402,0-5 0,3-8 0,2-8 0</inkml:trace>
  <inkml:trace contextRef="#ctx0" brushRef="#br0" timeOffset="8055">2767 857 9326,'-3'9'0,"-1"0"691,-1 0 0,3 3 0,-2 0 0,1 1-34,0 3 1,-1-1 0,2 9 0,-1 1-529,1 1 0,1 3 1,1 1-1,-1 5-964,-2 2 0,2-6 0,-2 3 1,2-5-599,1-6 1,0-10 1432,0-5 0,4-9 0,1 0 0</inkml:trace>
  <inkml:trace contextRef="#ctx0" brushRef="#br0" timeOffset="8056">2776 1054 7853,'0'5'2143,"1"0"-1163,2-1 0,-1 2-1097,4-3 0,0 3 0,3-3 0,0-1 0,3-1-1171,3-1 1,-1 0 0,1 0 1287,1 0 0,1-4 0,1-1 0</inkml:trace>
  <inkml:trace contextRef="#ctx0" brushRef="#br0" timeOffset="8057">3008 964 7853,'-6'0'644,"0"0"1,-1 0 497,-1 0 0,-1 4 1,1 3-1,1 5-607,1 6 0,0 10 1,-2 10-1,1 10-603,2 7 0,3-3 0,-1 2 0,2-4-20,1-4 0,0-10 88,0-4 0,-4-7 0,-1-3 0</inkml:trace>
  <inkml:trace contextRef="#ctx0" brushRef="#br0" timeOffset="9322">134 1625 9396,'5'4'473,"3"3"0,-3 7 0,2 7-271,2 4 1,-2 7-1,5 3 1,-2 2-109,-1 1 1,-1-1-1,-3-3 1,-1-1 62,0-3 0,-3-6 0,1-5 0,-3-3-391,-2-4 0,-1-6 20,1-3 0,1-7 0,-2-5 0,0-5 149,2-3 1,1-4 0,2-3 0,1-3 168,1-3 0,4 3 0,1-2 0,3 2-172,0 0 0,3 5 0,1-3 0,3 1-824,3 1 0,1 6 0,5-1 0,0 2 435,0 3 1,-3 0-1,-3 5 457,-2 2 0,5-2 0,-5 3 0</inkml:trace>
  <inkml:trace contextRef="#ctx0" brushRef="#br0" timeOffset="10046">536 1598 7853,'-10'6'282,"-1"0"1,-2 1-28,-1 1 0,-1 5 0,-2 1 0,2 4 370,0 3 1,3 3-1,-2 6 1,1 1-208,2 1 1,5 0 0,3-4 0,2-2-402,1-3 0,5-6 1,3-4-1,4-3-231,2-5 1,2-3 0,4-3 0,1-3 72,2-5 0,-2-5 0,2-6 0,0-3-776,-1-2 1,-4-2 0,1-8 616,-2-2 1,0-2-1,-7 2 1,-3 4-1,-2 5 614,-3 5 0,-1 7 0,-2 5 0,-2 5 299,-3 6 0,-2 6 0,-1 9 1,0 6-471,0 4 0,4 5 0,2 3 0,2 2-202,1 0 1,0-2-1,1-2 1,2-2-682,3-4 1,3-7-1,2-1 1,2-4-1872,1-5 2611,-3-3 0,5-9 0,-2-1 0</inkml:trace>
  <inkml:trace contextRef="#ctx0" brushRef="#br0" timeOffset="10047">741 1696 7853,'-3'6'992,"0"0"1,0 1-508,-1 1 0,3 2 1,-2 2-1,2 4-224,1 3 1,0 1 0,0 3 0,0 0-75,0 0 0,0-4 1,0 2-1,1-3-336,2-3 0,-1-6 1,4-6-132,1-2 0,-2-6 1,1-5-1,1-7-37,1-6 1,1-2 0,0-2 0,0-1 113,0-2 0,0 5 0,2-3 0,1 2 221,-1 4 1,-1 3 0,-1 5 427,0 6 1,-1 5-1,-1 8 1,-2 8-175,-1 6 1,2 5 0,-3 5 0,-1 2-458,-1 0 1,2-2-1,0 0 1,0-4-265,0-5 1,-1-4 0,4-3 0,1-3-1284,1-5 1,-2-5 1731,0-6 0,0-4 0,3-8 0</inkml:trace>
  <inkml:trace contextRef="#ctx0" brushRef="#br0" timeOffset="10048">1098 1509 8815,'-4'9'238,"3"1"0,-2 2 0,2 7 788,1 7 1,4 6 0,1 6 0,2 5-636,2 4 1,-2-8 0,5 0 0,-2-5-396,-1-7 0,-1-9-327,1-3 1,-4-9 54,-2-6 0,-7-4 1,-5-5-1,-4 1 155,-4 2 1,-1-2 0,0 4 0,-1-2 179,-2 0 1,3 4 0,-2-1 0,3 2 265,2 1 1,4 4 0,0 2 0,4 2-125,4 4 0,3 2 0,3 4 0,3 0-661,2 0 1,5-1 0,2-2 0,3-5-513,3-3 1,-2-3 0,5-4 0,0-1 351,-1-2 1,3-3-1,-4-5 620,1-4 0,3-10 0,-3-3 0</inkml:trace>
  <inkml:trace contextRef="#ctx0" brushRef="#br0" timeOffset="10888">1303 1776 7853,'-6'-8'484,"0"3"-29,-1 2 1,-1 3 0,0 3-1,0 3 1,1 5 374,1 4 0,0 3 0,-2 2 0,2 2-321,3 1 1,2-3 0,2 2 0,2-2-491,3-3 1,6-6 0,2-2 0,2-5-281,1-3 0,-4-5 1,5-3-1,-2-4-77,-2-4 1,2-6 0,-5-2 155,-3 1 1,-3-4 0,-5 3 0,0 0 0,-1 2-34,-2 2 1,-3 3-1,-5 1 1,-2 3 84,-1 2 1,0 2-1,-2 2 1,2 3-1353,1 2 0,1 1-1177,4 0 2659,3 4 0,5 1 0,5 4 0</inkml:trace>
  <inkml:trace contextRef="#ctx0" brushRef="#br0" timeOffset="10889">1401 1696 7656,'0'9'-270,"3"0"1,1 0 586,1 0 1,-3 0 0,1 1 763,-2 2 0,2-2 0,0 5 0,-1 1 1,0 2-615,1 3 0,-2-1 1,2 2-1,-2 0-438,-1-2 0,0-1 1,1-2-1,1-2-1366,1-3 1125,0-6 0,0-11 0,0-9 0,0-7-77,1-5 0,-3-1 0,3-7 0,-1-3 44,0 0 1,3 5 0,-2 2 0,0 3 406,0 3 1,3 2 0,-1 7 165,2 3 0,-1 6 0,0 12 0,-1 7-8,1 5 0,-2 5 0,0 4 0,0 1 133,0 1 0,-3 0 0,1 2 1,-1-2-258,1-4 1,-2-3-1,2 1 1,-2-1-428,-1-2 1,0-8 186,0-3 0,0-8 0,1-4 0,1-8-465,1-5 1,4-7-1,-1-3 1,2-4 47,1-1 1,0 2 0,0-1 0,-1 2 428,1 2 1,1 2 0,1 2 0,1 3 852,-1 5 1,-1 7 0,-1 4 0,0 3-31,0 3 1,-3 6 0,-1 7 0,0 4-441,0 4 1,-2 3 0,1 1-1,0 2-738,-2-1 1,-1-1 0,-1-2 0,0 0-3306,0-2 0,3-5 3692,0-4 0,4 0 0,-2 2 0</inkml:trace>
  <inkml:trace contextRef="#ctx0" brushRef="#br0" timeOffset="10890">1937 1901 8639,'0'9'-206,"-3"-3"1,-1-1 205,-1-1 0,-1 3 0,-3-2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8:57.6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242 300 7916,'0'-12'0,"0"1"0,0-1 0,0 1 0,-1-1 0,-2 1 278,0-1 1,-6 4-1,1 2 1,-2 1 0,-2 2-1,-1 2 1,-1 2-1,-1 3 102,1 4 1,1 7 0,3 4 0,1 5-266,1 2 1,6 0 0,-1 3 0,4 1-56,3-1 1,5-3 0,-1 1 0,3-3-323,5-1 0,-4-2 1,4-1-1,-3 2 215,-2-2 1,-3 1 0,-2 1 0,-1-2 133,-2-1 1,-3-3 0,-5 0 0,-5 0 14,-5-2 1,-5-8 0,1 4 0,-3-3-659,-1-5 1,1 0 0,3-2 0,2-2-1092,1-2 0,7-2 1647,-3-6 0,8-4 0,-1-2 0</inkml:trace>
  <inkml:trace contextRef="#ctx0" brushRef="#br0" timeOffset="1">346 208 8034,'-4'11'181,"0"1"0,0 0 1,4 4 209,0 3 1,0 3 0,0 2 0,0 3-1,0 4 212,0 2 1,0 3 0,0 0 0,0-1-507,0-1 0,0-6 1,0 1-1,0-2 63,0-5 1,2-5 0,1-10-17,5-3 1,1-4-1,0-4 1,-1-5-229,1-5 0,1-5 1,1-8-1,1-4-580,0-2 0,-4 0 0,1 2 1,2 4 176,-2 3 0,-4 4 1,1 3 690,-1 5 1,-1 11 0,-4 5 0,0 11 100,0 10 1,0 5-1,0 7-562,0 2 0,0 3 0,0-4 0,0-2 0,1-2-714,3-4 1,3-9 0,4-2 498,1-5 1,3-8 471,0-2 0,6-8 0,-3-2 0</inkml:trace>
  <inkml:trace contextRef="#ctx0" brushRef="#br0" timeOffset="2">657 484 7275,'-5'-6'-225,"-2"1"1,-3 6 969,2 3 1,3 3 0,5 9 0,0 2-160,0 0 0,2 2 0,1-3-572,5 1 0,2-4 1,2 0-1,-1-4 1,1-4-33,-1 0 1,1-3 0,-1-5 19,1-6 0,-2-1 1,-2-10-1,-4-2-24,-3 0 1,-1-6-1,0 0 1,0 1-1,0 2-269,0 1 1,-4 4-1,0 1-914,2 1 1,-3 2 485,1 3 0,1 6 1,7 2 718,4 3 0,2 6 0,2 1 0</inkml:trace>
  <inkml:trace contextRef="#ctx0" brushRef="#br0" timeOffset="871">841 392 7853,'0'18'62,"0"-3"0,0-2 274,0-1 1,1-1 0,2 1 154,1-1 0,0 1 1,-4-1-1,0 1 1,0 0-159,0 4 0,4-7 0,-1 2 0,1 0-270,1-1 1,-2-4 0,5-2-154,1-3 0,-1-6 0,1-3 0,-2-3-104,-2-4 0,3-7 0,-3-6 0,0-2-64,0-2 1,0 4-1,-2 2 1,1 5-186,-2 2 0,1 4 540,0 0 0,0 9 1,3 6-1,0 7-37,-4 7 0,3 6 0,0 5 1,2 2-4,2-1 0,-3-1-26,2 2 0,-1-2 1,5 1-1,0 0 1,-1-2-1,2 1 0,0-5 1,-1-1-1,-1-3 1,-1-4-22,0-5 0,2-7-44,-1-8 0,-4-5 1,-2-11-1,-1-3-253,-1-4 1,1-2-1,-4-1 1,0 0 0,0 2-2089,0 2 2375,0 4 0,-5-7 0,-1 3 0</inkml:trace>
  <inkml:trace contextRef="#ctx0" brushRef="#br0" timeOffset="872">1567 0 7887,'-7'13'27,"4"2"0,1 0 0,2 2 0,0 3-99,0 1 0,5 0 1,3 6-1,4-3 10,3-1 0,-1-1 0,4-3 62,-1-4 0,3-2 0,-2-1 0</inkml:trace>
  <inkml:trace contextRef="#ctx0" brushRef="#br0" timeOffset="873">1855 58 7853,'0'8'-10,"0"-1"-33,0 2 0,0 1 0,0 2 1,0-1-1,1 1-122,3 0 1,-2-1 0,6 1 0,1-1 164,1 1 0,2 4 0,-1 2 0</inkml:trace>
  <inkml:trace contextRef="#ctx0" brushRef="#br0" timeOffset="1865">2131 208 7910,'-1'-12'0,"-2"1"0,-2 0 1113,-1 4-662,3 2 0,-2 10 0,5 4 1,0 5-346,0 5 1,0 8 0,0 2 0,0 3-60,0 3 0,4-3 1,1 5-1,0-4 20,0-2 0,3-6 1,-3 2-1,0-4-356,0-3 1,4-8 0,-1-5 0,2-3 111,2-6 0,-2-5 1,0-13-1,1-6 17,1-6 0,2-4 1,-3-1-1,-2 0-33,-2 3 0,0 6 0,2 10 220,-2 7 0,-3 6 0,3 10 0,-1 6 325,0 7 1,-2 5 0,3 3-146,-2 1 0,2-1 1,-1-4-1,0-3 1,3-3-155,1-3 1,-2-7 0,0-2 0,0-3-62,3-1 0,0-6 0,-1-6 1,-1-6-708,-1-3 1,-2-3 0,3 1 68,-1 0 0,-5 0 1,2 0-1,-1-1 646,-1-3 0,6 3 0,-2-4 0</inkml:trace>
  <inkml:trace contextRef="#ctx0" brushRef="#br0" timeOffset="1866">2488 150 7910,'7'-11'-104,"-1"3"-140,-2 0 852,-3 6 0,4-2 0,-5 8-298,0 3 0,0 4 1,2 1-1,0 2-207,2 2 1,0 4 0,-4-1 0,0 2-77,0-2 0,4 3 1,0-4-1,-2 0-23,-1-3 0,3-2 1,0-2-1,-1 1-175,-2-1 1,3-3-1,1-2-50,1 0 1,-3-1 0,2-3-31,0 2 0,-2 0 138,4-4 1,-3 0-1,4 0 155,1 0 0,-3 0-4,2 0 1,-2-1 0,3-2-1,-1-2 1,1 0-55,1 0 0,-3-4 0,-2 2 0,0 1 1,-4-4-1,4 2 1,-1-2-1,0-2 75,-2 1 0,-5 1 0,-5 1 181,-2 1 0,2 5 1,0 1-1,-1 4 190,-1 6 1,-1 4 0,-1 3-1,2 4-459,2 3 1,3 5 0,5 1-1,0 0-635,0 0 0,0-1 1,1-5-1,3-2-1080,4 0 1744,7-6 0,3 2 0,5-4 0</inkml:trace>
  <inkml:trace contextRef="#ctx0" brushRef="#br0" timeOffset="2753">2765 346 7933,'0'8'369,"0"-1"1,-2 1 0,0 0 464,-2-1 1,-4 2 0,3 5 0,0 3-761,0 1 1,-3 1 0,5 5 0,-1 2-230,-1 1 0,3 0 1,-2-6-1,3-1-275,1-5 0,1-5 181,3-6 1,3-8 0,4-14 0,2-6 20,2-4 0,-2 2 0,4-1 0,-2 3 259,1 1 1,0 9 0,-2 4-1,3 3 64,1 5 0,-4 2 0,1 5-149,-2 6 1,-1 6-1,-2 7 1,-3 3 53,-3 4 0,3 2 0,-1 2 0</inkml:trace>
  <inkml:trace contextRef="#ctx0" brushRef="#br0" timeOffset="2754">2039 864 7990,'-6'-7'846,"2"-1"1,4 5-1,4-1 1,3 4-872,4 4 1,4-1-1,2 5 1,1 0-795,2 3 0,3 0 0,3-1 1,1-2-616,-2-4 1434,5-3 0,-1-6 0,6-1 0</inkml:trace>
  <inkml:trace contextRef="#ctx0" brushRef="#br0" timeOffset="2755">2373 784 7967,'-11'7'395,"0"1"0,2 1-78,2 1 0,-2 2 0,-5 0 0,-2 5 163,2 6 0,0 1 0,0 6 1,-1-1-454,1 1 0,5 2 0,2 4 0,2 1-578,3 0 0,2-9 1,3 3-1,6-7-2043,6-5 2594,2-7 0,6-2 0,1-4 0</inkml:trace>
  <inkml:trace contextRef="#ctx0" brushRef="#br0" timeOffset="2756">2454 945 7935,'-17'16'706,"3"-1"1,-3 2-495,5 0 1,-5 2 0,9-2 0,3 0 0,3-1 196,2-2 1,0-1 0,1-3 0,3-2-514,3-4 1,8-3 0,0-2 0,0-3-358,2-4 0,-4-7 1,2-3 215,-2 0 1,-3-4-1,-1 4 1,-3-1-1,1 1-95,-1 2 1,-3 0-1,1 5 1,-2 1-1144,2 2 1483,-3-2 0,4 3 0,-5-4 0,6 4 0,0 2 0</inkml:trace>
  <inkml:trace contextRef="#ctx0" brushRef="#br0" timeOffset="2757">2580 853 8043,'0'11'297,"0"1"1,-3-5 0,-1 1 0,1 2 141,2 4 1,0-1-1,-2 4 1,-1-2-326,2 1 0,0 3 0,2-4 0,2 0-124,2 2 0,-2-8 1,6 3-1,1-3-336,1-3 1,2-2-1,-1-8-290,1-4 1,-1-3 0,-1-5 420,-2-3 0,1 1 1,-4 0-1,0 2 1,2 2 425,-1 1 0,-2 3 0,4 2 60,0 4 0,-1 3 0,1 2 0,-1 4-92,0 7 0,2 1 0,-4 6 0,0 1 0,1 2-1666,1 1 1487,-5 0 0,3 5 0,-5 2 0</inkml:trace>
  <inkml:trace contextRef="#ctx0" brushRef="#br0" timeOffset="3626">2304 1394 8700,'-15'-5'0,"-2"-3"0,0-1 0,1 2 0,0 3 532,0 2 1,-1 2 0,-3 0 0,2 3-1,1 5 152,3 7 1,1 7 0,3 3 0,1 5-384,1 3 0,5-1 1,-4 8-1,2-1-395,2 4 0,3-2 0,3 0 0,2-2-763,2-2 1,-1-1-1,3-4-959,-1-5 1,-2-5 954,2-11 0,-3-9 1,-7-6 860,-1-5 0,-9-8 0,-6-1 0</inkml:trace>
  <inkml:trace contextRef="#ctx0" brushRef="#br0" timeOffset="3627">2028 1705 7907,'0'-11'109,"0"-1"0,1 4 0,3 2 0,3 1 101,4 2 1,1 2 0,4 1-1,3 0-495,3 0 1,2-1 284,3-3 0,7-3 0,7-4 0</inkml:trace>
  <inkml:trace contextRef="#ctx0" brushRef="#br0" timeOffset="3628">2350 1532 7912,'-11'4'141,"-1"0"1,-3 4 0,-2-3 0,0 1 0,1 4 507,2 4 1,1-3 0,1 3 0,2 0-353,2-1 1,3-1 0,5 0-460,0-1 1,5 1 0,3 0 0,4-1 0,3-1-282,4-2 1,3 1-1,1-5 137,0-2 0,0-2 1,0-4-1,0-3 1,0-5-74,0-3 0,-4-3 0,-1-5 1,-1 0 537,-3 0 1,-5 4-1,-3 0 1,0-1 1387,-4 2-1278,-1 2 1,-2 9 0,-3 4-408,-3 1 1,0 7-1,1 3-600,1 2 738,1 2 0,9-6 0,1-1 0</inkml:trace>
  <inkml:trace contextRef="#ctx0" brushRef="#br0" timeOffset="3629">2569 1532 7893,'0'12'212,"0"-1"0,-1 0 0,-2-2 1,-2-2-1,0 3 187,0 4 0,1-1 1,3 3-736,-3-4 1,3 4 0,-3-1-1,2 1 1,4-1 335,2 0 0,2 1 0,5-5 0</inkml:trace>
  <inkml:trace contextRef="#ctx0" brushRef="#br0" timeOffset="3630">2627 1498 7893,'0'-12'-765,"-4"1"1,-1-1 1752,-2 1 1,3-1-1,-2 1 46,1-1-2848,1 6 1814,9 1 0,2 10 0,4 1 0</inkml:trace>
  <inkml:trace contextRef="#ctx0" brushRef="#br0" timeOffset="4352">2765 1417 8191,'-12'1'2083,"1"3"-1917,4-3 1,-2 10 0,6-2 0,0 3 0,2 5 0,1 2-1,0 4 1,1 6 0,2 3 0,2 5 0,0 1 0,0 3 0,-1-3-1,0 1 1,1-5 0,0 0 0,1-6-167,1-3 0,0-2 0,5 0 0</inkml:trace>
  <inkml:trace contextRef="#ctx0" brushRef="#br0" timeOffset="4353">3030 1348 12159,'0'11'0,"0"1"-281,0 0 0,-4 0 1,0 4-1,1 3-2152,2 3 2433,1-4 0,-5 3 0,-1-3 0</inkml:trace>
  <inkml:trace contextRef="#ctx0" brushRef="#br0" timeOffset="4354">3099 1406 10275,'-7'5'393,"2"-3"1,4 5-1,-2 0 237,0 4 0,-1-1 0,4 9-630,0 1 0,-5 2 0,-2 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8:55.8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207 35 7853,'-2'-7'94,"-1"-1"0,-4 1 0,-4 0 0,-2 3 826,-2 3 1,2 2 0,-4 4-770,0 7 0,3 8 0,-5 9 0,1 2 0,2 4-209,0 1 0,10 2 0,-4 8 0,3 0-286,5 0 0,2-7 1,3-5-438,5-4 1,6 2 0,4-13-1,1-4 781,2-5 0,8 1 0,-4-5 0</inkml:trace>
  <inkml:trace contextRef="#ctx0" brushRef="#br0" timeOffset="972">356 185 8060,'-5'-12'458,"-2"1"1,-4 1 0,0 2 38,-1 4 1,-3 3 0,0 1-1,1 0 1,1 1-146,1 3 0,1 4 1,0 6-318,4 1 1,-2 4-1,5-2 1,1 0-1,2 0-257,1 1 0,5-2 1,3 0-1,3-2 40,5-3 0,-2-7 0,4-1 0,0-3 0,-2-3 0,2-5 0,-1-2 1,1-3 169,0-3 1,-4 8 0,0-4 0,-4 2 0,-2 1 438,1 1 0,-4 4 0,-1 8 0,-3 5-484,-1 5 0,-4 5 0,0 7 0,2 1 64,1-2 0,-1 0 1,0-2-1,-2-1-621,1-3 614,2-3 0,6-4 0,2-1 0</inkml:trace>
  <inkml:trace contextRef="#ctx0" brushRef="#br0" timeOffset="973">587 208 9116,'-7'5'697,"2"3"1,5 7-1,0 4-516,0 3 0,0 5 0,0 0 0,0 0 1,0 0 54,0-1 0,0-2 0,0-7-396,0 0 0,2-5 0,1-6 0,4-2-191,-1-5 1,4-10 0,-3-9 148,-1-6 0,4-3 0,-1-6 0,4 1 0,3-1-28,-2 1 0,2 0 0,0 4 1,-1 3 387,2 2 0,-5 11 1,4 4-1,-3 5 195,-2 6 0,1 13 0,-2 12-450,-2 6 1,1 5 0,-6 8 0,0-2 0,-2 0-687,-1 0 0,1-7 1,2-3 782,1-3 0,5-4 0,-3-2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8:54.3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208 70 8130,'-11'-2'0,"1"0"629,-1-2 1,2 0 0,-8 4-393,0 0 0,3 1 1,-5 4-1,0 7 0,0 6 72,0 4 0,4 7 1,1 4-1,5 7-176,6 5 1,1-3 0,4 4-129,1-6 1,4-3 0,6-5-1,1-8 1,2-6-335,2-8 0,1-4 1,3-10-1,0-7-78,1-6 1,-6-8 0,6-9 0,-2-2 276,1-3 0,-3 6 0,1-3 0,-1 3 38,-1 5 0,-2 4 0,-4 6 184,-1 6 1,-3 6-1,-2 7 1,0 3-1,-4 5 90,-1 5 0,-1 9 0,0 6-464,0 1 0,0 2 1,2-5-1,0-2 1,3 0-892,2-2 1,-1-9 1172,2-3 0,7-7 0,-2 1 0</inkml:trace>
  <inkml:trace contextRef="#ctx0" brushRef="#br0" timeOffset="768">761 0 8673,'-8'4'1341,"1"1"0,2 2-798,3 2 1,-1 6 0,1 4 0,-2 6-279,1 5 0,1 2 0,-1 11 0,-1 1-362,2 5 0,0-3 0,2-1 1,0-8-913,0-5 1,2-11-1,2-4 1,3-6-608,4-7 1,0-10 1152,1-5 0,0-7 463,4-9 0,-3-2 0,3-6 0</inkml:trace>
  <inkml:trace contextRef="#ctx0" brushRef="#br0" timeOffset="769">1002 70 7853,'0'-8'1232,"0"0"0,-5 6 0,-2-1-736,-4 6 1,-4 4 0,0 9-1,-1 3-169,0 3 1,2 5 0,-4 1 0,1 1-76,3 3 1,1-2 0,3-1-366,2-1 1,3-2-1,5-7 1,1-5-717,3-5 0,3-4 1,4-5-1,2-1 316,2-3 0,-1-6 0,4-7 0,0-1-362,0-2 1,-2 2 0,1 0-1,0 0 875,-3 0 0,-1 4 0,-2 0 0,1 4-64,0 2 0,-1 5 1,1 0-51,-1 1 0,-3 6 1,-1 0 1362,2-1 0,-2 2 0,0-1-630,2-2 1,-2-6 0,-1-3-1,-1-5-251,-2-3 1,2 1-1,-1-4 1,-2 1-146,0 3 1,-2 1-1,0 2 1,-2 0 49,-1 4 0,-4 2 0,-3 7-49,2 6 1,-1 1-1,4 11 1,0 3-182,0 3 0,1 2 1,3-2-1,-2 2-567,-1 1 0,1-6 0,3 2-368,0-4 0,5 2 0,1-7 0,2-3 0,-1-4-2597,2-6 3489,2-1 0,0-7 0,1-2 0</inkml:trace>
  <inkml:trace contextRef="#ctx0" brushRef="#br0" timeOffset="770">1279 231 10745,'1'6'246,"3"-2"1,-1-3 0,4-1-1,2 0-621,1 0 1,2-1 0,-1-1 0,2-4 374,3 0 0,2-7 0,5-5 0</inkml:trace>
  <inkml:trace contextRef="#ctx0" brushRef="#br0" timeOffset="771">1532 35 8074,'-7'5'852,"0"3"0,1 2-13,-1 2 0,0 7 0,-6 6 1,-1 11-321,-1 8 0,-1 7 0,5 12 0,-1 4-620,1 4 0,3-10 0,2-1 0,0-11-1462,4-9 0,2-15 1563,4-5 0,7-11 0,7-4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8:52.9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0 174 7853,'0'-12'1716,"0"1"-1092,0 4 1,0 21-429,0 13 0,2 17 0,2 3 0,3 3 0,4 3-53,0-1 0,1-3 0,-1-2 0,1-6-13,-1-7 1,1-17-1,-1-5-252,1-9 1,2-9 0,-1-8 0,-3-12 0,0-12-189,0-9 1,2-2 0,-2-3 0,-1 0-15,-1 4 1,-5 9 0,5 7 35,1 7 1,-2 16-1,-1 16 1,0 13 316,1 9 0,-3 3 0,2 9 1,0-1 301,1-3 0,-3-5 0,2-4 0,0-2 321,1-5 0,0-7 0,5-2-246,0-7 1,-5-5 0,1-4-277,1-3 0,0-9 0,0-4 1,-2-5-1,1-3-497,-1-1 1,1-2-1,-2-1 1,-1 3-711,0 2 1,3 5 0,-5-5-1,1 4 1077,1 4 0,-3 2 0,3 6 0</inkml:trace>
  <inkml:trace contextRef="#ctx0" brushRef="#br0" timeOffset="1">542 312 7853,'0'23'-678,"0"-1"862,0-3 1,0 5-1,0-3 1,0-1 0,0 3 266,0 3 0,0-6 0,0 2-2149,0-4 1698,5-3 0,1-18 0,6-5 0</inkml:trace>
  <inkml:trace contextRef="#ctx0" brushRef="#br0" timeOffset="648">703 12 7853,'0'-6'262,"0"1"1,5 10-1,2 1 1</inkml:trace>
  <inkml:trace contextRef="#ctx0" brushRef="#br0" timeOffset="649">864 36 7344,'0'12'301,"0"4"1,0-2-1,0 5 1,0 1 290,0 2 1,0 6 0,0 3 0,2 4-368,1 3 0,-1 3 0,2 4-435,-3-3 1,-1 2 0,0-6 0,0-2 0,-1-4-1205,-3-5 1,1-8 0,-4-5 1413,-2-5 0,-7 1 0,-2-4 0</inkml:trace>
  <inkml:trace contextRef="#ctx0" brushRef="#br0" timeOffset="650">749 485 7853,'-4'-26'226,"1"4"275,0 4 0,2-1 0,1 3-327,0-2 1,5 0-1,2-1 1,5 3 0,2 3-160,1 2 0,6 3 1,-3 1-1,2-2-1499,3-2 1,-6 0 1483,6-1 0,-3 1 0,4-1 0</inkml:trace>
  <inkml:trace contextRef="#ctx0" brushRef="#br0" timeOffset="651">1095 47 7853,'0'12'309,"-2"0"1,0 2 0,-3 3 490,-2 1 1,4 2 0,-4 6 0,2 2-376,2 2 0,2 2 0,1 5 0,-1 2-208,-3 2 0,3-6 0,-2 1 0,5-3-167,1-5 1,5-3 0,-3-8 0,2-5-525,1-7 0,3-5 0,0-5 0,1-7-7,-1-5 0,-2-10 0,0-4 1,3-4 43,1-3 0,-3 6 1,5 0 510,-2 6 1,-2 3 0,1 11-1,-1 4 111,1 5 1,-4 8 0,-2 15-148,-1 7 0,-1 6 1,-4 4-1,0 1 0,0-1-883,0-1 1,0-6 0,0-5 844,0-4 0,5-5 0,2-4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8:51.1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57 116 7853,'-6'1'1429,"2"4"-940,3 7 1,1 10 0,0 10 0,0 7-273,0 11 0,3 4 1,2 10-1,1 0-461,-1 0 1,-1-8 0,-4-1-1,0-6-609,0-8 0,0-10 0,-2-10-1575,-2-8 2428,3-6 0,-14-13 0,2 0 0</inkml:trace>
  <inkml:trace contextRef="#ctx0" brushRef="#br0" timeOffset="1">69 162 7853,'7'-22'0,"1"3"0,0-1 0,2 4 0,0 1 778,2-2 1,-7 10-127,6-1 1,-3 7 0,0 6 0,-5 6-223,-1 7 0,-7 5 0,-3 4 1,-4 5-3,-3 5 0,1 0 1,-4 4-1,1-1-805,3-3 0,2-4 1,0-1-1,0 2-1093,1-2 0,5-5 0,2-2 0,4-4-717,4-6 2187,7-7 0,12 2 0,7-4 0</inkml:trace>
  <inkml:trace contextRef="#ctx0" brushRef="#br0" timeOffset="500">380 139 7853,'-13'0'0,"-1"0"157,-2 0 0,-3 4 0,4 1 0,1 1 0,1 3 688,1 2 0,1 1 1,1 2-1,1 3-470,1 1 1,5 1 0,1 4 0,3 0-188,3 0 0,9-3 1,0-4-1,2-2-144,2-4 0,3-6 0,-1 0 0,3-4-590,1-4 0,-4-2 0,-1-7 1,-1-2 46,-3-4 1,-1 1-1,-3 0 1,-1 0 563,-1 0 0,-5 4 0,4-2 1411,-2 4-1430,-1 5 0,-6 5 0,0 8 1,-3 8-1,0 5 0,-2 7 1,2 2-1,0 5 0,2 2 1,2 1-1271,1-3 1,0-10 0,1-1 0,3-4 1223,4-4 0,7-6 0,3-3 0</inkml:trace>
  <inkml:trace contextRef="#ctx0" brushRef="#br0" timeOffset="501">714 128 7939,'-8'0'192,"0"0"0,1 1 347,0 3 0,2 3 0,5 9 0,0 3-135,0 3 0,0 1 0,1 0 0,3 1 80,4 3 1,1-1 0,0 3-1,-2 0-397,2 1 0,-3-7 0,-3 1 0,-1 0-353,-2 1 0,0-7 0,0 3-16,0-3 1,-5-4 0,-3-6-824,-2-4 1,2-3 0,2-2-1,0-4-1118,4-7 2223,1 1 0,1-16 0,0 3 0</inkml:trace>
  <inkml:trace contextRef="#ctx0" brushRef="#br0" timeOffset="502">944 128 9087,'-6'11'754,"-1"1"0,5 0 0,-2 4-406,1 3 0,2 4 1,1 4-1,0 4-11,0 2 1,5 1-1,1 0 1,2-2-146,0-2 1,-4 0-1,2 1-217,-1-5 1,-1 1-1,-4-1 1,0-3-1,0-1-425,0-6 0,-5-2 1,-3-3-24,-2-4 1,-5-2 0,-1-7 0,2-5 0,0-5-1080,-1-5 1,6-5 0,-1-6 1551,3-3 0,-2-10 0,3 6 0</inkml:trace>
  <inkml:trace contextRef="#ctx0" brushRef="#br0" timeOffset="1108">1128 1 9515,'0'11'495,"0"1"1,0-1 0,0 1-906,0-1 0,-4 5 1,1-1-1,0 0-399,2 2 0,-3-4 0,0 2 809,1-2 0,2-1 0,1-1 0</inkml:trace>
  <inkml:trace contextRef="#ctx0" brushRef="#br0" timeOffset="1109">1359 1 7853,'-7'11'0,"-2"2"0,4 1 209,-1 2 1,-2 3-1,-3-3 1,0 4 0,2 3 319,2 2 0,-1 3 1,-2-2-1,1 1-531,1-2 0,6-4 1,-2-3-1,2-1 2,2-3 0,-5-2 0,-1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8:49.9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81 88 7174,'-10'-6'-125,"1"0"1,2-2 756,-2 1 1,2 4 0,0-1-257,-2 3 1,2 1 0,1 1 0,1 3 0,2 5-64,2 5 1,1 5-1,0 7 1,1 1-306,3-2 1,2 1 0,6 0 0,-1-1-153,1-3 0,5 0 0,0-8 0,4-4 12,2-5 1,-3-5-1,7-5 1,-2-8-194,-2-8 0,-4-8 0,0-6 0,0-3 83,-1 0 1,0-2 0,-5 6 0,0 2 462,-3 6 1,-1 15 0,1 6 293,-2 10 0,-2 14 0,-3 14 0,1 7-32,-2 5 0,-2-1 0,-2 9 0,-4 1 284,0 2 1,-2-2 0,-3 3 0,-1-5-491,1-5 1,-1-10 0,0-4 0,-3-5-673,0-6 1,0 0-1,3-8-466,1-4 0,3-3 0,2-9 1,1-1-481,2-5 0,7-4 0,3-2 1,5-2 1340,3-2 0,3-7 0,5-4 0</inkml:trace>
  <inkml:trace contextRef="#ctx0" brushRef="#br0" timeOffset="1">611 214 8593,'-9'20'0,"-1"0"664,-3 4 1,-1 2-1,3 7 141,-1 3 0,2 6 1,2 0-1,4 1 0,3-4-139,1-4 0,0-9 0,1-3 0,5-8-432,5-6 1,1-5 0,4-9 0,0-8 27,-1-9 0,4-7 0,-4-8-917,0-2 0,-4-8 1,-2-1-1,-3-2 0,0-1-313,-4 3 1,-1 9-1,-1 6 427,0 4 0,-1 3 0,-3 7 0,-3 5-641,-4 5 1,1 5 384,2 8 0,-1 2 797,6 6 0,4-1 0,5 1 0</inkml:trace>
  <inkml:trace contextRef="#ctx0" brushRef="#br0" timeOffset="605">761 157 6952,'0'13'0,"0"1"0,0 1 0,0 0 705,0 2 1,0 1-1,0 5 1,0 0 139,0 0 0,1 1 0,2 1 1,2-1-650,1-2 1,2-3-1,2 0-385,-2-4 0,6-7 1,-2-4-1,0-3 142,1-1 1,3-6-1,-1-7 1,-1-7-302,-1-6 1,-2-9-1,1 2 1,-2 0 0,-1-2 92,-1 3 1,-6 5-1,2 1 1,-3 3 806,-1 3 1,2 5-406,1 7 0,3 10 1,3 9-1,-2 8 59,2 7 1,-2-1 0,0 6 0,2 1-1024,1 1 0,-2-6 0,0-2 817,1-4 0,1 4 0,2-7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28:44.2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1 335 7588,'8'-7'289,"-1"3"1129,-4 3 1,2 6-1,-5 4-1094,0 5 1,0 4-1,0 6 1,0 3-1,0 4-77,0 2 0,0 7 0,0 2 0,1 4-495,3 4 0,-3-6 1,3 0-1,-2-3-1196,-2-3 1,0-9-1,1-7-1018,3-9 2462,-3-7 0,4-11 0,-5-2 0</inkml:trace>
  <inkml:trace contextRef="#ctx0" brushRef="#br0" timeOffset="575">24 392 9328,'-6'-1'774,"2"-3"0,8-1 0,3-3 1,5 3-644,3 0 1,-1 0-1,5-3 1,2 3-399,1 0 0,2 2 1,2-3-1,0 0-757,0-1 0,-2 5 0,-2-2 0,-3 2 1024,-3 2 0,-4 0 0,0 0 0</inkml:trace>
  <inkml:trace contextRef="#ctx0" brushRef="#br0" timeOffset="764">116 519 7853,'0'11'648,"0"-3"0,0 0-200,0 1 0,5-4 1,3-1-1,2-3-413,2-1 1,1 0 0,2 0 0,4-1-208,3-3 0,0 1 0,-2-3 0,-1 1-1219,2 2 1,-5 2 1390,0 1 0,-3-5 0,-2-2 0</inkml:trace>
  <inkml:trace contextRef="#ctx0" brushRef="#br0" timeOffset="1742">70 818 7853,'-8'4'1690,"1"0"335,-2-1-1622,4 3 1,1-5-10,8 3 0,3-4 0,9-4 1,3-3-739,3-4 0,1 4 0,1-1 0,2-1 1,2-1-1057,1-2 0,2-3 0,2 0 1400,-2 0 0,7-2 0,-2-1 0</inkml:trace>
  <inkml:trace contextRef="#ctx0" brushRef="#br0" timeOffset="2338">531 450 7853,'-12'0'861,"1"1"0,-1 3 1,-1 4-449,-2 2 1,2 1-1,-2 2 1,2 2 342,2 5 1,0 1 0,4 1-1,3-1-265,3-2 1,1-1 0,1 0-707,3-7 1,7-1-1,8-6 1,2-1 0,1-3-92,1-4 1,-3-8 0,7-7 0,-3-4-230,-1-4 0,0 2 1,0-5-1,1 1-17,-1-1 1,-4 5-1,-1-1 1,0 4 463,0 3 1,-8 10 0,1 4 633,0 10 0,-5 15 0,0 13 1,-1 6-186,-2 6 1,-2 5-1,-1 9 1,0 1 477,0 0 0,-5-11 1,-3 2-1,-2-3-443,-1-5 0,-2-8 0,-1-3-796,-2-7 1,-3-4-1,1-11 1,-2-1-1,-4-3-385,-1-1 0,0-6 0,-1-7 0,-2-3 35,-2-4 750,5-3 0,-8-11 0,3 0 0</inkml:trace>
  <inkml:trace contextRef="#ctx0" brushRef="#br0" timeOffset="2339">1533 300 7853,'0'-12'0,"0"1"115,0-1 0,-4 1 1,0-1-1,0 1 215,-1-1 0,-1 2 1,-6 1-1,0 3 29,-4 1 1,1 1 0,-6 5 0,0 4 2,0 7 0,-1 6 1,-2 9-1,0 4-33,2 7 0,3 8 1,0 7-1,3 5 114,3 3 0,7-3 0,3 5 1,6 1-410,5-3 0,8-7 0,6-9 0,6-9-679,6-8 0,-2-10 1,7-7-1,1-7-1286,2-7 1931,-2-8 0,10-12 0,-3-7 0</inkml:trace>
  <inkml:trace contextRef="#ctx0" brushRef="#br0" timeOffset="3079">1798 300 9811,'5'8'1408,"3"-1"-1963,2 2 1,0-2 0,-1 0 0,-1 2 554,1 2 0,6 0 0,3 1 0</inkml:trace>
  <inkml:trace contextRef="#ctx0" brushRef="#br0" timeOffset="3080">2005 242 7853,'1'12'-50,"2"-1"0,1 1 1,0-1-139,1 1 1,-3-3 0,6 1 24,1 3 1,1 1 0,2-4-19,-1-2 181,6 2 0,1-3 0,5 4 0</inkml:trace>
  <inkml:trace contextRef="#ctx0" brushRef="#br0" timeOffset="3253">2305 311 8510,'-12'6'853,"6"-4"0,2 6-490,3 1 0,1 1 1,0 3-1,0 2 0,0 6-285,0 4 1,5 1 0,1 3 0,3 1-61,3-1 1,-3-3-1,6-1 1,-1-4-1,0-7 1,3-5-1,-1-5 1,2-4-183,0-4 1,-4-9-1,2-11 1,-4-8-112,0-5 0,-2-7 1,-1 3 60,-1 0 0,-2 4 0,2 9 0,-3 6 176,0 4 1,-4 9 0,3 11 166,-2 8 0,1 17 1,1 11-1,0 6 1,1 4-24,3 6 1,-2-8-1,1 7 1,-1-5 70,0-4 0,2-5 0,4-10-77,-1-10 0,1-4 0,-1-12 1,1-6-23,-1-7 0,-1-11 0,-1-9 0,-1-5 0,0-7 8,-2-4 0,-1 1 0,-5-4 0,0 3-764,0 0 0,0 7 0,0-6-61,0 4 0,0 0 0,0 4 0,0 2 0,2 1 739,1 2 0,0 3 0,5 1 0,1 4 0,1-2 0,1 8 0</inkml:trace>
  <inkml:trace contextRef="#ctx0" brushRef="#br0" timeOffset="3254">2858 12 7853,'3'12'213,"1"-1"0,-1 1 1,-2-1 331,-1 1 1,0 0 0,0 4 0,1 3-151,3 3 0,-3 1 0,3 0 0,-2 1 198,-2 3 1,3 1 0,1 4-438,-1-1 1,-2 2 0,0 3 0,2-3 0,1-1-136,-2-2 0,3-2 0,-1-6 0,0-3-226,1-4 0,-2-7 1,5-6 10,0-4 1,-1-6 0,-1-8-172,-1-8 0,4-4 1,-2-6-1,0-1 0,1 1 160,1-1 0,-3 6 0,2 2 0,1 2 413,1 2 1,2 6 0,-1 1 255,1 3 1,-4 8 0,-2 7 0,0 8-197,1 8 0,-5 9 1,3 3-611,1 4 1,-5 4 0,4 2 0,-1-1 0,0 2-731,-2 0 1,3-5-1,0-3-238,2-8 0,-3-5 1310,3-8 0,1-9 0,4-9 0</inkml:trace>
  <inkml:trace contextRef="#ctx0" brushRef="#br0" timeOffset="3936">3272 473 7853,'16'0'0,"-1"0"292,-1 0 1,-5 0 0,-1 0-1,-1-2 966,0-1 1,3 0-1060,-2-5 0,-2-1 1,0-5-1,1-2 1,-2-3-1,0-5 1,-2-1-1,-3-2 1,-4 0-1,-4 0 66,-2 2 0,-3 4 1,-1 5-24,-1 3 1,-5 4-1,4 9 1,-1 2 0,1 6 97,1 7 0,3 11 0,1 5 0,4 5-74,3 6 0,-1-3 0,1 9 0,3-1-418,3 1 1,5-8 0,4 5-1,2-5-682,2-7 0,3-7 0,5-10 0,0-3-749,0-6 1,0-7 0,0-8-1,0-7 1583,0-6 0,-5-7 0,-1-1 0</inkml:trace>
  <inkml:trace contextRef="#ctx0" brushRef="#br0" timeOffset="4377">3549 381 7846,'-12'0'2292,"4"0"0,2 1-1939,1 3 0,1 0 0,4 6-218,0 3 1,0 6 0,1 0 0,3 1-1,3 1-269,-1-2 1,4-1 0,-2 1-1,2-3-330,2-4 0,-1 0 0,1-2 0,-1-2-93,1-4 0,-5-3 0,1-2 313,1-3 1,-4 1-1,-1-4 1,-3-2 529,-1-2 1,0 0 0,0-1-96,0 1 0,0-1 0,-1 2 0,-2 1 82,0 1-302,-1 6 1,4-4-77,0 2-768,0 2 1,0-1 183,0 6 1,0 0 688,0 5 0,0-6 0,0 3 0</inkml:trace>
  <inkml:trace contextRef="#ctx0" brushRef="#br0" timeOffset="5159">3583 392 7853,'-7'-4'-571,"0"-1"1531,2-1 1,0 3-182,1-1 1,3 4-1,-3 4-501,3 4 0,1 2 0,0 3 1,0 2-68,0 4 1,0 7 0,0 2 0,0 2-109,0 2 1,4 1 0,-1 1 0,1 1 0,0-2 0,0-2 0,0-4 0,0-3-266,-1-1 1,1-5 0,-2-4-294,1-5 1,-1-5 223,1-8 0,-1-7 0,-2-10 1,0-6-1,0-6-47,0-4 0,0-3 0,1 3 0,2-3 79,0 0 1,6 2-1,-2 3 1,0 4 231,1 4 0,-1 10 1,1-2-1,0 6 325,1 6 0,-2 3 1,0 9-1,2 8 21,1 9 0,2 11 1,-1 9-1,1 5-14,-1 7 0,-3-3 0,0 9 0,0 1-934,-2-2 1,3-10 0,-4-6 0,0-9-1994,0-8 2562,-1-15 0,-4 0 0,0-11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0:14.4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45 180 7853,'-7'0'0,"0"0"0,1 1 203,-1 1 0,0-1 1416,1 1-1393,2-1 1,4-1 0,4 0-185,2 0 1,3 0 0,1-1-1,0 0 1,3-2 8,2 2 1,-1 0 0,1 1-558,0 0 1,-2 0 0,0 0-1,1 0 506,-1 0 0,3-3 0,1 0 0</inkml:trace>
  <inkml:trace contextRef="#ctx0" brushRef="#br0" timeOffset="483">285 160 8059,'5'0'1023,"-1"0"-838,1 0 1,1 0 0,2 0-1,1-1 1,2-1-27,1-2 1,2-2 0,-2-2-246,0-1 0,0-1 1,-1-3-1,-1 0-69,-1 2 0,-5-3 1,-1 2-1,-3 0 1,0 0-30,-3 2 0,-3 0 0,-5 4 0,-3 2 158,-1 2 0,-2 4 0,-3 2 0,2 4 316,0 3 1,3 1 0,-1 5-1,3 3 203,2 1 0,2-1 0,4 1 0,3 1-260,2 1 1,0-2 0,2 0 0,4-3-516,2-2 1,2-2-1,4-4-386,-1 0 1,0-4 0,1-4 0,1-2 0,1-2-1426,-1-3 2093,-1-4 0,2-4 0,1-4 0</inkml:trace>
  <inkml:trace contextRef="#ctx0" brushRef="#br0" timeOffset="833">472 47 7853,'-2'6'0,"-1"2"0,-3 0 0,2 2 275,-1 3 0,2-3 0,0 5 0,3 1 229,0 0 1,0 0 0,0 3-1,0 1-264,0 1 1,0-3-1,0 3 1,0-2-137,0-1 1,0-4-226,3 0 0,0-8 1,3-3-220,-1-6 0,1-5 1,-3-5-1,2-2-32,-1-3 0,-1 2 0,1-6 184,1 1 0,0-1 1,1 2-1,-2 1 1,1 0 170,1 2 1,-1 4 0,-2 0 0,1 3 318,0 2 0,-2 5 1,2 5-25,-1 6 0,-1 5 0,-2 2 0,0 4-340,0 2 1,0 0 0,0 2 0,1-3-265,1 0 0,-1-2 1,3-1-1,0-3 49,0-4 1,0-2 0,3-2-1421,-1-1 1697,1-2 0,3-9 0,0-2 0</inkml:trace>
  <inkml:trace contextRef="#ctx0" brushRef="#br0" timeOffset="1047">693 73 8055,'-7'0'0,"1"0"442,-1 0 0,-2 3 1,0 2-1,0 1 78,0 0 0,1 2 0,-1 0 1,3 2-175,1 0 0,0 2 0,3 3 1,0 1-43,1 1 0,2-1 0,1 1 1,1-1-511,0-1 0,3-3 0,2-2 0,1 0-496,-1-2 1,0-3 0,0-3 0,2-2-139,0-2 1,-1-3 0,2-3 112,-2-1 0,2-5 727,-5 1 0,5-2 0,-3 1 0</inkml:trace>
  <inkml:trace contextRef="#ctx0" brushRef="#br0" timeOffset="1313">760 87 7853,'0'6'141,"0"-1"1,0-1 0,0 2 303,0 2 0,0 1 1,0 2-1,0 1-178,0 0 0,-2 2 1,-1 2-1,2 2-105,0 1 1,-1 1 0,0-1 0,0 0-72,2-1 0,0-6 1,0 2-1,0-2 488,0-2-664,0-3 1,0-8 0,0-6 0,0-3 169,3-3 1,0-3-1,3-2 1,-1-1-159,0-1 1,-1 1 0,3 1 0,0-1-222,-1 3 0,-1 0 0,-1 2 0,1 0-295,1 1 1,-1 4 0,-1 0 0,1 2-1489,-2 0 2077,3 4 0,-2 6 0,3 4 0</inkml:trace>
  <inkml:trace contextRef="#ctx0" brushRef="#br0" timeOffset="1463">880 187 7979,'7'0'292,"-3"1"0,1 0 1,0 1 477,1 0 0,-2-1 0,1 1-514,0 0 0,1 0 1,1-1-1,-1 1-857,1 0 1,-2 0-1,-1-2 1,1 0-12,1 0 1,1-2 0,-1-1 0,-1-1-351,-1-1 962,1-1 0,2-1 0,-1 1 0</inkml:trace>
  <inkml:trace contextRef="#ctx0" brushRef="#br0" timeOffset="1629">1027 67 7853,'-3'6'113,"-1"-1"1,2-1 0,0 2 638,1 2 0,-2 0 1,0 4-1,1 0-205,-1 3 0,2 2 0,-3 3 0,1 1-646,2 1 1,-2 0 0,0 2 0,2-1-438,0-2 0,1-3 1,1-3-1,1-3 129,3-3 0,1-3 1,0-2-1,2-4 407,1-4 0,-2-5 0,3-1 0</inkml:trace>
  <inkml:trace contextRef="#ctx0" brushRef="#br0" timeOffset="1812">1114 140 7853,'-1'-4'695,"0"3"1,-1 2 209,0 4 0,2 2 1,-1 2-1,-1 4-690,0 2 0,0 3 0,2 0 0,0 1-556,0 1 0,0 1 0,0-1 0,0-1-538,0-1 0,0-2 0,0-3-173,0-2 1,2-5-1,0-7 1052,0-5 0,-1-4 0,-1-3 0</inkml:trace>
  <inkml:trace contextRef="#ctx0" brushRef="#br0" timeOffset="2013">1114 194 7853,'3'-13'49,"-1"3"1,2-5 0,1 4 149,-2-1 0,3 1 1,-1 1-1,1 0 254,3 2 1,-1 1 0,1 1 0,-2 1 149,0 0 0,2 4 0,0 1-376,-1 4 0,-4 2 0,-2 1 1,-1 2 75,-1 2 0,0 2 0,0 0 0,-1 1-295,-1-1 0,-2 1 0,-2-2 0,-1 0-389,0-1 1,0-3-1,-1 1 1,-1-1-952,1-2 0,0 0 1,2-1 433,-1-3 0,2-2 0,2-3 898,0-4 0,1-2 0,2-5 0</inkml:trace>
  <inkml:trace contextRef="#ctx0" brushRef="#br0" timeOffset="2179">1261 6 7853,'3'5'329,"-1"-1"1,1-1 0,-2 1-1,1 2 263,0 2 1,-1 0 0,1 4 0,0 2-320,0 3 0,-2 1 0,0 2 0,0 2-185,0 3 1,0-2 0,0 3 0,0-2-342,0-3 1,0-2 0,0-2 0,0-1-752,0-1 1004,0-4 0,3-4 0,1-4 0</inkml:trace>
  <inkml:trace contextRef="#ctx0" brushRef="#br0" timeOffset="2329">1248 207 8226,'0'-7'896,"0"1"1,-1-1-1,0 0-458,-2 1 1,1 1 0,3 1-1,1 1-429,3-1 0,-1 2-1,2-2 1,2 1-627,2 2 0,0-2 0,2 0 0,3 0-378,1 0 1,0-3 0,2 2 995,0-2 0,2-1 0,0 1 0</inkml:trace>
  <inkml:trace contextRef="#ctx0" brushRef="#br0" timeOffset="2513">1489 60 7853,'-3'7'130,"-1"-1"0,-1 1 730,1 0 0,2 0 0,-1 2 0,1 2-189,0 2 0,0 0 0,2 1-369,0-1 1,3 2-1,1 2 1,1-1 0,1 0-399,-2-1 1,0 0 0,1 0 0,-1 1-479,-1-1 0,-1-4 0,-3 0 0,-2-2 129,-3 0 1,-3-2 0,-3-1 0,-3-1-510,-1 0 1,-3-4 953,-3 1 0,-2 2 0,-3 0 0</inkml:trace>
  <inkml:trace contextRef="#ctx0" brushRef="#br0" timeOffset="3064">172 668 7853,'-5'-2'0,"0"-1"258,-2-1 1,0 3 0,-2-1 0,1 1 126,-1 1 0,1 0 0,-3 1 0,2 1-43,1 2 1,0 5 0,2 2 0,1 3-115,0 1 0,4 0 0,-1 3-131,1 1 0,4-2 0,1 0 1,2 1-1,2-3-233,1-1 0,-1-6 0,2-2 0,1-3-259,-1-2 0,1-4 0,3-2 0,-2-3 85,-1-3 1,1-4 0,-3-2 206,-1 0 0,0 0 0,-2-1 0,0 1 0,0 2 135,-2 3 0,-2 3 0,1 1 114,-1 3 0,2 2 0,2 6 0,0 4-222,1 3 0,-4 6 0,6 1 0,-1 1-808,-1 0 0,1-3 884,-2 0 0,4 2 0,0 0 0</inkml:trace>
  <inkml:trace contextRef="#ctx0" brushRef="#br0" timeOffset="3996">613 628 7853,'0'-7'0,"-2"3"348,-1 0 0,0 2-78,1 0 1,1 4 0,-1 2-1,1 4-76,1 3 1,3 1 0,-1 6 0,-1 1-184,0 3 0,1-1 0,1 3 1,-2 0-21,0 2 0,-1-1 0,0 1 0,0-5 71,0-2 1,0-6 0,0-1-161,0-1 1,0-6 0,0-6 0,0-5-19,0-4 0,0-4 1,1-2-1,0-4-162,1-4 0,4-2 1,-2 0-1,2-1 173,1 0 1,-1 3-1,1 1 74,0 2 1,0 3 0,1 7-1,1 3 1,-1 2 17,0 4 1,-2 3 0,1 3-1,0 5 441,0 3 1,-1 5-1,0 0 1,-1 3-133,0 3 0,-3-3 0,2 3 0,-1-2-178,1-1 0,-2 0 0,0-2 0,-1-1 19,-1-4 0,0-4-100,3 0 0,-3-6-479,3-3 0,0-3 0,-1-6 0,-1-3 0,1-2 152,0-2 1,-1-3-1,3 0 1,0-3 92,0 1 0,-2 0 0,2 1 0,-1 2 196,1 0 1,-2 8 0,3 0 338,0 3 0,-1 3 0,-1 5 0,1 3-3,0 3 1,-1 4-1,3 0 1,-3 2-165,0 3 0,0-1 1,-1 2-221,0-1 1,2 0-1,-1-3 1,0 1-1,1-1 116,0 0 1,-3 0 0,2-1-37,0-1 0,-2-3-31,1 1 0,2 1 0,0 1 0</inkml:trace>
  <inkml:trace contextRef="#ctx0" brushRef="#br0" timeOffset="4296">981 815 7323,'6'0'-971,"0"1"1657,-1 1 0,1-1 0,-2 1-448,2-1 0,1-4 1,-1-1-1,1-1-234,0-2 0,-1 2 0,0-4 1,0 0-75,-2 0 0,-3-2 0,2 1 0,-3 0-15,0-2 0,0 2 1,-3 1-1,-2 2 35,-3 0 1,0 3 0,-2 0-1,-1 2 277,1 2 1,2 3 0,-1 5-1,1 1 84,2 2 1,1 4-1,1 2 1,1 1-57,2 0 1,1 0-1,1 1-332,2-1 0,4-2 0,0-2 0,1-2 0,2 0-358,1-4 0,-1-1 0,1-2-712,1-3 0,0-3 0,0-3 1147,-1-2 0,0-8 0,3-1 0</inkml:trace>
  <inkml:trace contextRef="#ctx0" brushRef="#br0" timeOffset="4647">1248 695 7853,'-3'-4'0,"-1"1"0,-2 0 175,-1-1 0,0-1 1,0 0-1,1 3 185,-1 1 1,0 1 0,1 0-1,-1 0-98,0 0 0,3 0 0,0 1 0,1 1-245,2 3 1,0 4 0,1 1 0,1 1-41,1 0 0,2 0 1,2 3-1,2-1 17,1 0 0,-2-1 1,2 0-1,-2 1-59,0-1 0,-2 0 0,-2 3 0,1-1 144,0 1 1,-3-4-1,1 2 1,-4 0-121,-2-1 0,-2-1 0,-2-3-50,0-3 0,-1 0 1,-1-3-1,0 0 1,2-1-477,1-1 1,1-3 0,1-2-642,3-1 1,1-3 1207,1 0 0,0-2 0,0 0 0</inkml:trace>
  <inkml:trace contextRef="#ctx0" brushRef="#br0" timeOffset="4912">1328 662 7853,'-7'0'177,"1"0"1,0 0-1,1 2 167,0 0 0,3 3 0,-2 0 1,1 1-85,2 3 0,0 0 0,1 4 0,1 1-162,1 0 0,2 0 0,2-1 1,2 2 64,1 0 0,-4-1 0,2 2 0,-1-2-289,-1-1 0,0-1 0,-1-2 0,-1 0 111,-2-2 1,0 0 0,-2-1-1,-1 1-72,-3-2 1,-3-3 0,-1 0-1,1 0 7,1-1 1,0-1-1,0-2 1,1-1-599,-1 0 0,3-3 1,2 0-1,1 0 678,1-2 0,0 0 0,6 1 0,2-1 0</inkml:trace>
  <inkml:trace contextRef="#ctx0" brushRef="#br0" timeOffset="5245">1475 722 8062,'-7'0'319,"1"0"1,-1 0-1,0 0 1,1 0-91,-1 3 1,0-2 0,1 4 0,-1 0 60,0 1 1,3 0-1,0 1 1,1 1-203,2 0 1,0 2-1,2 1 1,1-1-270,2 0 1,2-4-1,2 2 1,0-4 0,1-1 1,2-1-1,-1-2 1,-1-3-243,1-1 0,-1-5 1,-2-2-1,-1-2 157,1 0 1,-3-1-1,0 1 1,-1 0 394,-1-1 1,-1 3 0,1 1 263,0 0 1,0 5-1,-3 5-244,-1 4 1,1 5 0,-1 2-231,1 1 1,1 2 0,0-1-1,0 0 1,1 1-472,1-1 1,0-2-1,2-3 1,1-2 270,1-2 1,2-2-1,0-2 1,1-3 279,-1-6 0,2-6 0,1-2 0</inkml:trace>
  <inkml:trace contextRef="#ctx0" brushRef="#br0" timeOffset="5545">1629 662 8020,'-7'0'537,"1"3"0,-1 0 0,1 4 1,1 0-203,0-1 0,4 4 0,-1 0 1,1 1-269,1 1 1,0-1 0,1 1 0,1 0-244,2-4 0,2-2 0,1-3 0,0 0-243,2-1 1,-1-1 0,3-2 0,-2-1 53,0-3 0,-2-1 0,0-1 1,-1 1-46,1-1 0,-2 3 654,-1-1 0,-3 4 0,2 1 542,-3 4 0,0 5 0,0 3 1,-3 3-226,-1 3 0,-2 1 0,-1 1 1,0 0-299,-2 0 1,2-2 0,-2-1 0,1-1-705,2-4 0,-1-1 1,0-5-438,1-2 1,2-2 0,2-4 96,1-2 0,1-5 0,1-2 1,3 0 780,3 0 0,1-3 0,-1-3 0</inkml:trace>
  <inkml:trace contextRef="#ctx0" brushRef="#br0" timeOffset="5778">1769 802 7853,'14'-4'-8,"-3"-1"0,-1 2 0,0 0 111,-2 0 1,-1-2 0,0 0-1,0-1 267,0 0 0,-4 1 1,-1 1-1,-1-1-264,-1-1 0,0-1 0,0 0 0,-1 1-80,-1-1 1,-1 0-1,-4 1 1,-1 1 15,-1 1 1,1 2-1,-2 0 1,0 2 133,2 2 0,-2 0 1,2 4-1,0 2 115,3-1 1,0 4-1,2 0 1,2 1 130,0 2 1,2 0 0,1 0-489,3-1 1,1 4 0,3-5 0,2-1-173,2-1 0,3-2 1,1-3-1,1-3 0,3-3 238,0-3 0,0-4 0,-1-5 0</inkml:trace>
  <inkml:trace contextRef="#ctx0" brushRef="#br0" timeOffset="6247">2224 688 7962,'0'7'0,"0"0"251,0-1 0,0 1 0,0 0 0,-1 2-220,-1 2 0,1 2 1,-1 0-1,0 2-104,0 0 0,1-1 1,-1 2-961,1-2 1,-1-4 1032,0-1 0,3-10 0,0-10 0,1-9 0</inkml:trace>
  <inkml:trace contextRef="#ctx0" brushRef="#br0" timeOffset="6381">2244 635 7853,'-3'-7'492,"1"3"-492,-2 2 0,2-1-352,-3 1 1,4 0 0,-1 5-252,1 1 0,2 2 603,1 1 0,2-1 0,2 1 0</inkml:trace>
  <inkml:trace contextRef="#ctx0" brushRef="#br0" timeOffset="6695">2331 688 7853,'0'9'232,"0"0"0,-1 0 1,0-2-1,-2 0 34,2 2 1,0-1 0,1 3 0,-1 1-106,-1 1 1,1 0 0,-1 1-1,1-2-90,1-1 1,0 0-1,1-4 1,1 1-200,0-2 1,1-4-1,-1-1-172,3-2 0,-2-4 0,1-4 0,0-2 119,-1-4 1,1 0 0,1-3-1,-1 0 0,-1 1 0,2-1 0,-1 2 0,0 1 164,1 1 1,-3 3 0,2 0 0,-1 2 226,1 1 0,-2 3 1,2 4-146,-1 2 0,0 4 1,-1 4-1,1 2 102,0 1 1,-1 5 0,2 0 0,0 1-272,0 2 1,-2-3-1,2 2-237,-1-2 0,1-1 1,-2-3-1,0-1 1,1-2 340,-1-1 0,3-6 0,-1 3 0</inkml:trace>
  <inkml:trace contextRef="#ctx0" brushRef="#br0" timeOffset="7346">2719 608 7955,'-4'1'197,"2"1"0,1 5 0,1 4-59,0 1 1,0 3 0,0 0-1,0 3 6,0 1 0,0 1 0,-1 0 0,0 0-53,-2-2 0,0 0 0,2-3 0,-1-2 0,-1-1-247,1-3-77,1-3 0,-2-6 0,4-4 1,1-3 47,2-2 0,2 1 0,2-3 0,0 2 151,1 1 1,0 0 0,0 2 0,2 0 38,-1 1 1,2 2 0,-3 3 0,-1 1 66,-1 1 1,0 3-1,-1 4 149,-1 2 1,0 1-1,-3 2 1,-1-1 70,-3 0 0,-2 1 0,-2-1 0,-1 0 0,0-1-142,-2-1 0,1-5 0,-3 0 1,1-3-143,-1-1 0,1-1 0,-2-1 0,2-1-417,0-1 1,1-2 0,3-3-168,2 1 1,-1-1 0,2-1 0,2 0-1,1-4 576,2 0 0,2 1 0,2-4 0,1 1 0</inkml:trace>
  <inkml:trace contextRef="#ctx0" brushRef="#br0" timeOffset="7511">2846 662 8106,'5'0'930,"0"3"-709,-3 1 1,-1 3 0,-1 2 0,0 2-47,0 1 1,0 2 0,0 1 0,0 2-235,0 0 1,0-2-1,0 2 1,0 0-587,0-2 0,1-4 0,1-3 0,2-3-166,2-3 0,1-1 811,0-1 0,2 0 0,2 0 0</inkml:trace>
  <inkml:trace contextRef="#ctx0" brushRef="#br0" timeOffset="7796">2979 735 7853,'0'5'354,"-1"-1"1,0 2-59,-1 2 0,-3 0 0,3 3 0,1 0-129,0 1 0,1 0 1,0 4-1,0-1-177,0 0 1,1-3 0,1-1 0,2-4-119,2-2 0,1-2 0,0-3 0,-1-1-24,1-1 0,0-5 1,-1-4-1,-1-3 51,-1-1 0,-2 0 1,0-2-1,-1 0 81,-1 0 0,-1-1 1,-1-1-1,0 2 301,-2 2 0,-1 3 1,-1-2-1,-1 2-208,0 2 0,1 2-303,-1 1 0,0 3 0,1 3 0,2 2-326,2 4 0,1 3 0,2 2 0,1-1 556,2 1 0,2 1 0,1-2 0,0-1 0,2 3 0,2-1 0</inkml:trace>
  <inkml:trace contextRef="#ctx0" brushRef="#br0" timeOffset="8011">3166 675 8274,'-3'-5'339,"-1"1"0,-2 3 0,-1-2 0,1 3-36,-1 0 1,0 0-1,1 3 1,-1 2 16,0 3 1,1 2 0,0 4 0,0 2-198,2 2 1,2 2 0,0 1-1,2 0-108,2 1 0,0-3 0,3 2 0,2-4-509,1-4 0,2-4 0,-2-1 0,1-2-260,2-4 1,-2-1-1,1-2 1,1-2 207,-1-4 1,-1 0 0,1-4 545,0-1 0,2-4 0,-2-1 0</inkml:trace>
  <inkml:trace contextRef="#ctx0" brushRef="#br0" timeOffset="8194">3267 682 6757,'-1'-6'2075,"-1"1"-1539,1-1 1,-4 6-1,3 1-196,0 5 1,1 4 0,1 4 0,-2 1-299,0 3 0,0 1 1,2 1-1,0 1-181,0 2 0,0-3 1,0 0-1,0-1-146,3 0 1,-2-5-1,4-2 1,0-4-1208,1-2 0,-2-3 1492,1-1 0,-1-1 0,3-1 0</inkml:trace>
  <inkml:trace contextRef="#ctx0" brushRef="#br0" timeOffset="8445">3367 762 7853,'0'-5'548,"0"1"1,0 2 0,-1-2-285,-1 1 0,0 1 0,-2 2-161,-1 0 1,-1 0 0,0 3-1,1 1 105,0 2 1,3 2 0,-2 0-1,1 4-18,-1 0 1,2 2 0,0-1 0,1 0-89,-2 1 1,3-2-1,-2-1 1,1 1-295,1-2 1,2-2 0,1-2-1,1-1-79,1 0 1,1-4-1,1 1 1,1-4-710,1-2 0,1-5 0,-2-2 0,2-2 980,0 0 0,-1-1 0,2 1 0,-2 0 0,3-4 0,-2 0 0</inkml:trace>
  <inkml:trace contextRef="#ctx0" brushRef="#br0" timeOffset="8643">3447 728 8278,'-4'0'615,"-1"0"0,4 3 0,-1 2 0,2 1-493,2 3 1,1 2-1,4 3 1,0 1 25,0 0 1,0 2-1,0-2 1,1 0-60,-2 0 0,-2-1 0,1-1 1,-3-1 155,-1-1 0,-1-2 0,-1 0 1,-1 0-126,-3-4 0,-1-2 1,-3 1-1,0-1-66,-2-1 0,3-2 0,-1 0 1,1 0-978,-1-3 923,2 3 0,-3-9 0,3 1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0:45.3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3098 3877 7804,'-4'3'-308,"-1"-1"960,2 4 503,2-5-818,-2 3 0,4-4-238,1 0 0,0 0 0,4 0 0,1 0 0,2-1 9,2-2 1,4 2 0,-2-4 0,4 1-237,2 3 1,-1-4 0,4 1-1,1-2 59,0 1 1,3 2-1,-1-3 1,2 1 53,-1 0 0,-2-1 0,4 3 34,0 1 1,-2-1 0,1 0 0,-1 1 0,-2 0 33,1 0 0,-3 1 0,-1-3 0,-1 1-18,-2 1 1,-2-1 0,-2 2 0,-2-1-30,0-1 1,-6 1 0,2 2 18,-1 0-11,-3 0 1,-1 0 263,-6 0 1,2-1-174,-2-2 1,2 1 0,1-3 0,0-2 0,-2 0-46,-1-1 0,0-4 0,3-2 1,0-2 29,0-3 1,0-3-1,0-4 1,0-3-91,0-3 0,0-4 1,0-6-1,1-1-172,2 1 0,1-1 0,5-7 1,-1-5 121,0-2 1,1 5 0,0-3 42,-1 3 1,5-5 0,-5 6-1,1 0 1,-2-3-18,-2-1 0,2 3 0,3-6 4,1 1 0,0-4 0,-3 6 0,0 2 0,0-6-21,0-3 1,1-1 0,-1-8 0,1 3-19,2 4 1,-2 4 0,3-7 54,0 2 0,-3-1 0,3 7 0,-2 5 0,2 2 0,1 2 0,-3 1 1,1-5-1,-2-1 62,-1-1 0,1 5 1,-1-4-1,0 2-60,0 1 1,-2 3 0,-2-3-1,1-4-19,-1-1 0,1 7 0,1 0 0,0 5 7,0 5 0,-1 10 1,-1 2-1,0 2 74,-2 3 0,-2 7 0,0 0 0,0 3 132,0 0 0,0 6 179,0-1 1,0 5 340,-3 0-244,2 2-190,-3 1-141,4 0-11,0 0 1,-2-1 0,-2-1-1,-1 0-254,-1 0 0,-1 1 0,-2 1 0,-2 0-232,-3 0 0,-1 0 0,-2 0 280,1 0 1,-7 0 0,-3 1-1,-1 1 1,-3 1 72,-2 2 1,3-2 0,-5 2-1,2 1 55,1-2 1,3 3 0,1-2 0,1 0 185,-2 1 1,8-4 0,-2 1 0,1 0-84,1 0 0,2 2 0,4-2-86,-1-1 0,0 2 0,5 1 0,0 0 53,0-3 1,0 3 135,2 0-86,4-1-532,0 0-69,4-4 387,4 0 0,-3 0 1,4 0-1,0 3 130,-1 3 0,4 1 0,4 1-78,1 0 0,1 4 1,3 2-1,1 0-39,1 0 0,3 1 1,-3-4-1,-1-1 1,-3 1-357,-1 0 1,-3-2 0,0-4 0,-1 0-2510,-2 0 1930,-6-1 1,-2-5 0,-5-1 967,-2-1 0,-5-7 0,-1 1 0</inkml:trace>
  <inkml:trace contextRef="#ctx0" brushRef="#br0" timeOffset="251">3475 787 7925,'-8'-6'238,"0"1"1,2-1-1,2-2 1,0 0 241,2 0 1,2-3-1,3-1 1,3-2-38,4-3 1,1 0 0,5-4 0,1 0-332,0 0 1,4-2 0,0-2 0,1-1 2,0 3 0,-4 3 0,1 2 0,-1 3-539,-2 1 424,-7 4 0,6-2 0,-6 4 0</inkml:trace>
  <inkml:trace contextRef="#ctx0" brushRef="#br0" timeOffset="1000">369 189 7853,'0'-11'255,"0"0"1,0 0 0,-1 3 128,-2-1 0,2 5 0,-5 1 1,0 2-17,-2 1 1,0 7 0,-1 3 0,-2 4 38,-2 6 1,-3 3-1,0 2-297,-1 3 1,2 1-1,-1 4 1,2 0-1,-2-1-435,2 1 1,0 0 0,0-2 0,3-3-540,2-3 1,2-7 132,2-2 1,2-11-1,6-12 1,3-7 730,4-7 0,-1-3 0,7-8 0,-4-1 0</inkml:trace>
  <inkml:trace contextRef="#ctx0" brushRef="#br0" timeOffset="1167">353 139 7853,'5'-4'948,"1"1"1,-2 4 0,2 5-432,-4 4 0,0 6 0,0 3 0,1 3-326,-2 2 1,0 4 0,-1 2 0,-1 2-253,-1 1 1,1-3-1,-3-1 1,1-2-789,1-3 1,-4-1-1,3-4 1,-2-3-1739,-1-1 2587,-2-9 0,-3 5 0,-2-7 0</inkml:trace>
  <inkml:trace contextRef="#ctx0" brushRef="#br0" timeOffset="1316">205 426 7853,'-3'-5'886,"1"-1"-220,0 0 1,2-1-1,3-2-380,2 1 1,3 0-1,2-1 1,2-1-477,1-1 1,3 0 0,4 3 0,1-1-910,2-2 0,0 1 1,-1-4 1098,0 0 0,0-2 0,3 0 0</inkml:trace>
  <inkml:trace contextRef="#ctx0" brushRef="#br0" timeOffset="1499">582 74 7853,'-4'12'507,"-3"0"1,4 5-1,-1-1 16,0 1 0,2 0 0,1 1 0,-1 2-233,-1 1 1,0 1 0,3 2 0,0-2-411,0 0 0,0-3 0,0 2 1,0 0-1597,0 0 0,0-9 1716,0-1 0,0-7 0,0-1 0</inkml:trace>
  <inkml:trace contextRef="#ctx0" brushRef="#br0" timeOffset="1666">541 180 7853,'1'-5'3254,"2"0"-2737,2 2 0,3-1 0,2 2 0,2-1-833,1-2 0,1 2 1,2-1-1,0-1-905,1 1 1,-2 2-1,0-1 1221,-1 2 0,-4-2 0,1-2 0</inkml:trace>
  <inkml:trace contextRef="#ctx0" brushRef="#br0" timeOffset="1849">590 271 7853,'0'5'562,"0"0"0,1-2 0,2 2 1,2-2-259,3-1 0,0-2 0,0-2 1,1-1-546,2-2 1,2 0-1,2-3 1,0 2-750,-1 1 1,-4 0 0,3 0 989,-1 2 0,-1 2 0,-3 1 0</inkml:trace>
  <inkml:trace contextRef="#ctx0" brushRef="#br0" timeOffset="2049">525 451 8079,'-9'8'502,"-2"0"0,4-2-14,-1-1 1,6-3-1,2 1 176,5-2 1,3-2 0,3-2 0,3-2-493,1-3 0,2 0 0,2 0 0,0 0-942,-1-1 1,0-1 0,0-2-1,2 0 770,-2 0 0,3-3 0,0 3 0</inkml:trace>
  <inkml:trace contextRef="#ctx0" brushRef="#br0" timeOffset="2316">1025 98 7853,'-20'4'375,"-2"2"0,4 1 0,0 1 0,2 0 90,1 0 1,7 1 0,1-1 0,2 1 199,3 2 1,2-1-1,4 4 1,3 0-337,3 2 1,5 0-1,-2 0 1,0 1-240,1-1 0,-3 1 0,2-1 0,-1 1-89,-2 2 0,-5 0 0,-2 2 0,-2-1-179,-1 1 1,-1-5-1,-2 0 1,-3-1-99,-4-2 1,0-2 0,-3-3 0,0-3-521,0-2 0,1-3 1,-3-3-1,2-3-250,1-4 0,4-3 1,4-4 1045,0-2 0,1-2 0,3-4 0</inkml:trace>
  <inkml:trace contextRef="#ctx0" brushRef="#br0" timeOffset="2670">1393 180 7731,'0'-12'-41,"0"1"0,0 2 2194,0 0-1620,0 5 1,0 4 0,0 6 0,0 5-295,0 6 1,0 0 0,0 5 0,0 0-436,0 2 1,0 1 0,0-2-716,0-1 0,0-2 0,0-3 0,0-2 911,0-1 0,0-2 0,0-4 0</inkml:trace>
  <inkml:trace contextRef="#ctx0" brushRef="#br0" timeOffset="2810">1459 57 7853,'-8'0'0,"2"0"0,1 0 0,-1 1 267,2 2 0,-2-1-784,3 3 0,1 0-902,5 0 1419,1-1 0,8-4 0,1 0 0</inkml:trace>
  <inkml:trace contextRef="#ctx0" brushRef="#br0" timeOffset="2983">1623 0 7853,'0'20'352,"0"-1"0,-1 3 0,-1 0 462,0-2 0,-1-3 0,4 5 0,1 1-200,0 1 0,5-3 1,-3 0-1,2 0-309,-1 0 1,0-3 0,0 1-1,-2-4-531,-2-1 0,-1-4 0,-1 1-426,-2-2 1,-4-4-1,-5 0 1,-1-1-811,-1-3 1,-3 0 0,-1-1 1461,-1 0 0,-7 0 0,0 0 0</inkml:trace>
  <inkml:trace contextRef="#ctx0" brushRef="#br0" timeOffset="3450">0 1025 7853,'0'-9'0,"0"1"76,0 0 1,0 0 0,0 0 0,0-1 608,0 1 0,0 0-260,0 0 1,0 2 0,1 2 0,1 1 16,1 4 1,0 1-1,-1 6-362,1 4 0,2 6 0,-1 4 0,0 2 0,-1 4-567,-1 2 0,0 0 1,0 1-1,0 0-31,0-3 0,-1-2 1,-1-3-221,0-4 0,0 0 0,1-9 738,2-3 0,-2-3 0,2-15 0,-3-2 0</inkml:trace>
  <inkml:trace contextRef="#ctx0" brushRef="#br0" timeOffset="3716">107 992 7853,'12'-17'7,"-3"1"1,2 1 0,-1 1 163,1 3 0,-1 5 0,2 4 0,0 1 102,-2 1 1,-2 3-1,-1 4 1,-3 3-54,0 4 1,-1 2 0,-3 3 0,0 3-181,0 2 1,-4 1 0,-2 1 0,-3 2-45,-2-2 1,-3-3-1,2-2 1,-1 0 188,-1 0 0,1-6 0,0 1 0,1-3 193,2-3 1,5-4-236,2-1 1,4-3-1,4 1 1,4-3-94,3-3 0,-1 1 0,2-3 1,2-1-431,0-2 0,3-3 1,0 0-1,1 0-483,-1 0 1,-2 1 0,-1-3-1,2 0-1188,1 0 2051,3 0 0,0-4 0,3 1 0</inkml:trace>
  <inkml:trace contextRef="#ctx0" brushRef="#br0" timeOffset="4017">418 926 8561,'-8'8'824,"3"1"1,3-1-533,1 0 0,1 1 0,1 1 1,1 2-21,0 1 0,7 0 0,0 4 0,0 0-73,0 2 1,-1 2-1,0 3 1,-1-1-370,-1-2 1,-2-1 0,-4 1 0,0 2 121,0 1 1,-2-6 0,-3-2 0,-3-4-261,-1-2 1,-1-1-1,0-4 1,-1-3 224,1-4 0,1-3 0,2-6 0,0-3 97,2-2 0,3-2 0,-1-2 0,3-3-12,3-3 0,1 4 0,5-3 0,-1 0-200,0 2 1,0 3 0,1 0 0,1 2-387,1 3 1,1 4 0,-2 1-337,1 3 0,3 1 920,-3 3 0,3 0 0,-1 3 0</inkml:trace>
  <inkml:trace contextRef="#ctx0" brushRef="#br0" timeOffset="4450">730 820 7853,'-6'1'-32,"1"1"0,0 0 0,-1 4 868,0 0 0,4 1 0,0 2 0,1 2-423,1 3 1,0 2 0,0 3 0,0 3-296,0 2 0,0 0 0,0-2 0,0 0 80,0 1 0,0-3 0,0-1 0,0-2 108,0-4 1,0 2-607,0-4 1,0-5-1,1-5 25,1-3 1,0-7 0,4 0 0,0-2 146,1-1 0,4-1 0,1 1 0,1 0-150,2 0 0,-3 1 0,2 3 0,0 0-13,2 0 0,-3 3 0,-2 2 0,-2 2 525,-1 1 1,-1 4 0,-1 2 0,-4 3 279,-1 2 1,-1 1 0,-1-2 0,-2 2-18,-5 1 0,-2-3 0,-3 0 0,-2-3-419,0-1 0,1-5 0,0 2 0,0-2-972,-2-1 1,4 0 0,1 0-1,2 0-158,0 0 1,5-4 0,1-1 0,2-2 1051,1-1 0,4-1 0,0-3 0,5 0 0</inkml:trace>
  <inkml:trace contextRef="#ctx0" brushRef="#br0" timeOffset="4610">975 918 7853,'5'4'-28,"-1"-3"0,-4 5 1,0 0 281,0 2 1,0 3-1,0 3 1,0 2 273,0 4 1,0 0-1,0 2 1,0 0-1136,0 1 0,-3-6 0,0-1-920,1-3 1527,1-6 0,1 0 0,0-2 0</inkml:trace>
  <inkml:trace contextRef="#ctx0" brushRef="#br0" timeOffset="4754">1025 836 7955,'-6'0'-1431,"1"0"1431,3 0 0,-2 0 0,4 0 0</inkml:trace>
  <inkml:trace contextRef="#ctx0" brushRef="#br0" timeOffset="4907">1131 779 8126,'0'8'709,"0"0"0,0 0 0,0 0-285,0 1 0,0 0 0,0 2 0,0 3-235,0 4 1,3 4 0,0 5 0,-1 1-53,2 1 1,-3 1 0,3 2 0,-2-1-1012,1-1 0,1-9 0,-2 0-795,0-2 1,0-8 1668,-5-6 0,-1-3 0,-4-2 0</inkml:trace>
  <inkml:trace contextRef="#ctx0" brushRef="#br0" timeOffset="5070">1107 1049 7565,'0'-9'16,"0"-1"491,0-1 0,0 0 1,0 3-1,0 0-128,0 0 0,3 0 0,2 2 0,1 1-537,2 2 1,-1-3-1,5 4 1,-1-1-785,3-1 0,-1 0 0,1-5 0,0 1 942,2 0 0,4-4 0,1-1 0</inkml:trace>
  <inkml:trace contextRef="#ctx0" brushRef="#br0" timeOffset="5231">1353 820 8061,'0'8'0,"0"0"1122,3 0-829,-2 0 1,3 1 0,-3 0 0,0 1 0,3 2 0,1 0 0,1 3 197,1 0 1,1 3-1,1 0 1,-1 2-342,0 1 0,-3-2 0,-3 2 0,-1 0-238,-1 0 1,0-6 0,-1 2-229,-1-2 0,-3-3 0,-4-1 0,-1-3 0,-2-2-556,-1-4 1,2-1 0,-1-1 0,-1 0 871,0 0 0,3-7 0,-2-2 0</inkml:trace>
  <inkml:trace contextRef="#ctx0" brushRef="#br0" timeOffset="5781">1762 795 7853,'1'-8'0,"1"0"96,1-1 1,-1 0-1,-2-1 224,0-1 1,0 1 0,-3 4 0,-3 2 143,-1 0 1,-2 2 0,-2 6 0,-3 4-161,-1 5 1,-1 7 0,0 3 0,1 6 177,2 6 0,2-2 0,-1 8 1,2-1-286,3 0 1,4-5 0,0-4 0,3-1-544,3-4 1,2-4 0,6-5-276,-1-5 0,5-5 1,0-7-1,2-1 0,3-1-795,1-4 0,-3-5 1,1-3 1415,-2-5 0,7-5 0,2-5 0</inkml:trace>
  <inkml:trace contextRef="#ctx0" brushRef="#br0" timeOffset="5981">2016 590 8116,'-7'8'585,"1"1"1,0 0-174,0 2 1,-1 5 0,-2 6 0,1 2 435,0 4 1,0 2 0,0 4 0,-1 0-675,1 1 0,4-2 0,1 3 0,2-1-350,1 0 0,0-9 0,1 3 0,2-5-838,2-4 1,2-6 0,2-6 0,0-4-205,2-3 0,-1-1 0,2-1 1218,0-2 0,3-5 0,-2-5 0</inkml:trace>
  <inkml:trace contextRef="#ctx0" brushRef="#br0" timeOffset="6264">2172 762 7853,'-12'8'404,"3"-2"1,-2 7-1,1 0 152,-1 3 0,1 3 0,-2 7 0,1 4-134,3 1 1,1 1 0,4 5 0,1-2 13,2 0 1,3-10 0,3 1 0,2-6-619,3-5 1,-1-7 0,3-3 0,2-3-324,0-2 0,2-7 0,-2-4 1,-1-4 92,-3-1 0,-3-1 0,-2 1 0,-4 0 120,-1-1 1,-1 3 0,-1 2 0,-2 0 207,-5 2 0,-1 1 0,-3 1 1,2 3-240,-1 2 0,-3 0 0,3 0 0,1 0-227,1 0 0,1 1 550,0-4 0,-1 1 0,1-3 0</inkml:trace>
  <inkml:trace contextRef="#ctx0" brushRef="#br0" timeOffset="6732">2475 615 7853,'-1'-5'761,"-1"2"0,0 3 0,-3 0 0,2 4-329,1 4 0,1 1 0,1 5 0,0 2-165,0 2 0,0 0 1,0 4-122,0 1 0,0 2 1,0 2-1,0 1 0,0 2-80,0 0 1,0 1 0,0 0-1,0-2-89,0-2 0,-3-7 0,0 1 1,1-5-270,-2-5 0,3-7 163,-2-4 0,3-6 0,0-6 0,3-2-281,3-3 1,1 1 0,2-4 145,2 3 0,-2-1 0,3 1 0,0 2 0,1 2 68,3 3 1,-2 2 0,-2 3-1,0 2 683,-2 2 1,-1 6 0,-1 3 0,-2 5 144,-1 6 1,-3 0-1,0 4 1,-4 3 34,-3-1 0,-3 0 1,-3-3-512,-3-3 1,-2-3 0,0-2-1,0-4 1,-2-3-573,-1-1 0,5-4 1,-2-1-1,3-2-939,3-5 1,2-2-1,3-2 1,2-2-317,2-1 0,1 0 1671,0-4 0,4 1 0,0 0 0</inkml:trace>
  <inkml:trace contextRef="#ctx0" brushRef="#br0" timeOffset="6910">2623 910 7853,'0'8'2349,"1"-3"-1204,1 1 0,0-3 1,4 1-1105,0 0 1,1 1-1,2-2 1,-1-1-1123,0-1 0,1-1 0,1 0 0,2 0-1891,1 0 2972,-3 0 0,5-7 0,-2-3 0</inkml:trace>
  <inkml:trace contextRef="#ctx0" brushRef="#br0" timeOffset="7080">2836 762 7853,'-6'6'0,"1"-2"0,-1 2 925,-2 1 0,3-1 0,0 6 0,1 1 258,-1 3 0,3 8 1,-3 6-1,1 4-1183,2 4 0,2 1 1,0 6-1,0-2-774,0-3 0,0-8 0,0-4 0,0-6-260,3-6 1,-1-6 0,4-2 0,-1-5-1267,0-5 2300,2-6 0,-3-5 0,5-3 0</inkml:trace>
  <inkml:trace contextRef="#ctx0" brushRef="#br0" timeOffset="7280">2926 738 7853,'-4'3'1994,"0"-1"1,3 4-1081,-2 0 1,2 2 0,-1 2 0,1 3-431,1 2 1,0 2 0,0 7 0,0 5-560,0 2 0,2 5 1,2 2-1,1 2-378,1 1 0,-2-3 1,-1-4-1,0-3-2741,0-3 0,-1-7 3194,-2-1 0,-3-10 0,-2-3 0</inkml:trace>
  <inkml:trace contextRef="#ctx0" brushRef="#br0" timeOffset="7431">2902 1057 8371,'0'-11'0,"0"0"934,3 1 0,-2 1 0,3 1 0,-2 0-234,1 0 1,3 2 0,-3 1-1,2-2-487,1 0 1,1 2 0,2 0 0,-1 2-914,0 1 1,3-2 0,0 1 0,0 1-946,1-2 0,-3 3 1645,2-2 0,-2 2 0,-1 1 0</inkml:trace>
  <inkml:trace contextRef="#ctx0" brushRef="#br0" timeOffset="7714">3065 1025 8440,'5'3'967,"-2"3"1,-2-2 0,0 2-371,1 0 1,0-2 0,4-2-304,0-4 0,1-3 0,1-3 0,-2-1-465,-1-2 1,0-3 0,0-4 0,-2-1-57,-2 1 0,-1 0 0,0 2 1,-1 1 357,-2 1 1,-1 2 0,-4 5-1,-1 1-78,1 4 0,-1 1 0,-1 2 0,-1 5 534,1 5 0,1 4 0,2 4 0,0 2-322,2 2 0,3 0 0,-1 4 0,2-1-1086,1-2 1,1-2 0,2-2 0,3-2-371,1-2 0,4-5 1,1-1-1,0-4-1537,3-3 2728,-3-2 0,7-8 0,-2-2 0</inkml:trace>
  <inkml:trace contextRef="#ctx0" brushRef="#br0" timeOffset="7914">3246 902 7853,'0'8'1012,"-3"-3"0,0 1 0,1 0-473,2 1 1,0 3 0,0 0 0,0 1-114,0 2 1,0 2 0,2 3 0,2 2-317,0 1 0,1-2 1,1 2-1,-1 0-401,-1 0 1,-2-3-1,-2 1 1,0-2-96,0 0 0,-1-4 1,-1-3-1,-4-4-407,-1-3 0,-1 0 1,0-1-1,-1-3-682,1-3 1,4-4 1474,1-3 0,-2-2 0,1-4 0</inkml:trace>
  <inkml:trace contextRef="#ctx0" brushRef="#br0" timeOffset="8130">3262 836 7853,'5'1'1987,"-2"2"-1103,1 2 0,-3 0 0,3-1 1,-1 2-283,3 1 0,-2 1 0,2 8 0,0 3-254,1 4 1,2 4-1,-1 8 1,0 1-242,0 1 0,-3-1 0,-3 0 0,-1-1-136,-1-3 0,-1-5 0,-1-1 0,-5-5-1340,-3-2 0,0-5 1,-3 4-1,1 1 68,-1-2 1301,3-3 0,-9 1 0,2-2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47.7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259 16 7853,'-8'-7'650,"-1"2"1,-3 3-292,-3 1 0,3 1 0,-4 1 0,-2 1 221,-1 3 0,1 6 0,0 4 1,0 6-129,1 3 1,5 3 0,-3 5 0,1 2-120,2 4 0,1 2 0,5 6-336,1 1 1,1 0 0,4-8 0,0-4 0,1-5 212,2-5 0,1-10 0,4-3 0,2-5-975,3-5 1,2-2 0,2-5-1,2-3-859,0-3 1,2-5-1,1-5 1,0-1 1623,1-4 0,-2-1 0,5-3 0</inkml:trace>
  <inkml:trace contextRef="#ctx0" brushRef="#br0" timeOffset="300">374 123 8153,'-12'1'0,"2"3"0,0 3 804,0 1 0,-1 2 0,-2 5 1,2 1-230,0-1 0,6 4 0,-3 1 0,2 2-398,2 1 1,1-5-1,6-2 1,2-1-229,2-2 1,4-2 0,0-2-1,2-3-245,0-4 0,0-2 0,2-6 1,0-5-229,0-5 1,-2-5 0,-1-5 0,0-4 188,0-1 1,-2 0-1,1-2 1,-2 1 524,-2 5 0,-2 6 256,0 3 1,-2 11 0,-3 7 0,0 11-14,0 8 0,-2 4 0,-1 2 0,2 3-230,0 2 1,-2-2 0,1 0 0,0 1-368,1 0 1,2-4-1,1-4 1,1-3-961,1-4 0,1-4 1,3-3-1,0-4-1057,-1-5 2181,1-6 0,0-3 0,-1-5 0</inkml:trace>
  <inkml:trace contextRef="#ctx0" brushRef="#br0" timeOffset="617">572 100 8810,'-8'7'824,"4"2"1,1 1-1,0 3-474,1 1 0,-1 3 0,3 2 0,1 3-92,1 2 0,3-5 0,2 3 0,2-3-455,1-2 1,2-3-1,2-2 1,0-2-194,-2-3 1,1-4 0,2-5 0,-2-5 184,0-5 0,-3-5 0,1-8 0,-2-1-263,-2-1 0,-4 2 1,2-3-1,-2 0 501,-1 1 0,-1 4 1,-1 6-1,0 3 396,0 4 0,0 6 0,0 4 166,0 4 0,0 9 0,0 3 0,0 2-263,0 0 1,0 4 0,0-3 0,2 1-523,1 1 1,2-4 0,-2 0 0,1-3-648,-1-1 1,3-4 0,-1 0 0,2-3-1401,0-3 2237,1-2 0,0-5 0,-1 0 0</inkml:trace>
  <inkml:trace contextRef="#ctx0" brushRef="#br0" timeOffset="866">930 8 8933,'-2'8'0,"-2"0"676,0 3 0,0 0 0,-1 5 0,2-1-196,2 0 0,1 0 1,0 2-1,0 0 92,0 0 0,4 2 0,1-2 1,2 1-304,0-1 1,1 0 0,-1-1 0,-2 3-60,1 1 1,-4-5-1,2 1 1,0-1-240,-3-1 1,0-4-1,-2-1 1,-1-2-946,-3-2 1,-2-3-1,-1 0 1,-2-1-261,0-1 1,1-1 0,3-1 706,1-3 0,1-2 1,-2-2 526,4-1 0,1-2 0,1-3 0</inkml:trace>
  <inkml:trace contextRef="#ctx0" brushRef="#br0" timeOffset="991">1052 237 7853,'20'-1'536,"-3"-1"0,-1 0 0,0-3 428,-1-1-964,0-1 0,-6 3 0,-3 1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46.4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275 54 7992,'-7'-7'323,"-4"-2"1,-1 0 73,0-1 1,-5 2-1,1 4 1,-2 0-1,-1 3 200,-1 0 1,1 8 0,-2 3 0,3 4-237,-1 4 0,5 3 0,0 6 0,2 4-223,3 0 0,1 5 0,3 0 0,3 3-568,1 1 1,2-6 0,4 0 0,4-3 272,5-3 1,0-9 0,6-3 0,2-6-1154,3-6 0,3-3 0,3-5 0,1-4 1310,1-6 0,0-5 0,5-4 0</inkml:trace>
  <inkml:trace contextRef="#ctx0" brushRef="#br0" timeOffset="285">428 100 6727,'-11'-5'0,"0"1"527,-4 0 0,3 2 316,-5 2 1,4 0 0,-3 1 0,0 4 0,1 6 0,0 2 175,2 2 0,2 4 1,2 1-845,3 2 1,3 0 0,3 0-1,1-3 1,4-1-402,6-4 1,3-2-1,4-5 1,2-2-295,2-2 0,1-7 0,0-3 1,0-6-163,0-4 1,-2-3-1,0-5 1,0 0 323,-2 0 1,-2 1 0,-3 2 0,-1 2 668,-3 2 1,-2 5 497,-3 3 0,-4 9 1,-5 7-1,0 8-175,-2 5 0,2 3 0,-1 1-801,-1 0 1,2 3 0,-1 0 0,2 0-1,1 0-1294,1-1 0,1-7 0,1-5 379,2-3 0,4-5 0,3-5 1082,-1-3 0,3-8 0,0-5 0</inkml:trace>
  <inkml:trace contextRef="#ctx0" brushRef="#br0" timeOffset="586">672 92 7853,'0'8'699,"0"0"0,0-1 0,0 1 136,0-1 1,-3 4-1,1 0 1,-1 1-190,0 4 1,2 0 0,-2 5 0,2 1-399,1 2 0,-1-2 1,0 2-1,-2-2-192,2-3 0,0-3 1,2-3-127,1-3 0,0-5 0,2-4 0,0-6-380,1-5 0,0-8 1,2-4-1,1-5 48,-1-3 1,2-4-1,0 0 1,2 1-1,1 3 0,-2 4 1,2 2-1,0 2 381,0 5 1,1 7 0,2 5 191,0 4 0,-1 11 1,0 6-1,-2 7 0,0 6 264,0 6 1,-6 1-1,2 7 1,-2-1-1074,-2 1 1,0-9 0,-2-1 0,1-4-1560,-2-5 0,1-6 2197,1-3 0,-3-10 0,4-6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44.2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259 245 7853,'-1'-13'0,"-2"1"90,-2 1 0,-2 1 1,-1 2-1,-1 1 230,-2-1 0,-2 4 0,-1 1 1,-3 2 130,-3 1 0,1 5 0,-1 2 1,1 5-1,2 4 131,1 5 0,2 0 0,1 7 0,3 1-349,2 3 1,3 1-1,0 2 1,2 2-101,1 0 1,5-2-1,3-1 1,3-5-405,4-4 1,1-8 0,1-1 0,1-6-1173,2-4 1,-1-4 0,3-5 0,-1-5 223,1-7 1,-1-4 1218,1-7 0,2-4 0,-2-5 0</inkml:trace>
  <inkml:trace contextRef="#ctx0" brushRef="#br0" timeOffset="350">373 1 7853,'-3'7'0,"1"1"0,-3 0 0,0 3 352,0 5 0,0 2 0,1 6 0,1 2 553,-1 5 0,1 1 0,1 5 0,0 2-554,0 0 1,1-2 0,1 0 0,0 1-130,0 1 1,3-8 0,0 1 0,1-4-182,2-3 0,1-8 0,1-5 0,-1-6-763,1-3 0,2-6 0,0-2 0,0-6 49,-2-4 1,2-7-1,0-6 1,0-2 261,-2-3 0,1 0 0,0-1 464,1 0 0,0 5 0,-3 6 0,-1 5 0,-2 5 58,0 3 0,-2 9 186,-2 6 1,-1 8-1,-1 9 1,-2 2-1,-2 5 345,1 3 1,3 0 0,-2 2-901,0-2 1,2 1 0,2-4 0,0-2 0,1-2-190,4-6 1,1-5 0,6-5 0,1-4-1644,1-5 2090,0-6 0,5-6 0,-4-4 0</inkml:trace>
  <inkml:trace contextRef="#ctx0" brushRef="#br0" timeOffset="650">701 206 7853,'-11'0'715,"1"1"1,-1 2-138,0 2 1,-3 5 0,1 3 0,0 2-1,0 3-5,3 2 0,1 1 1,3 1-1,1 1-245,2 1 0,2-4 0,2-3 0,2-2-422,2-3 0,4-2 0,2-1 0,1-3-314,1-4 1,2-4-1,0-4 1,0-4-111,0-5 1,1-4 0,-2-3 0,0 0 159,-2-1 1,-2 4-1,-1-3 1,-2 3 449,-2 2 1,-3 7-1,0 2 634,-1 1 1,-1 8-1,-1 5 1,-1 8-494,-4 5 1,2 4-1,0 2 1,0 1-585,0 1 0,2 1 0,-1 2 0,2-2-26,1-3 1,1-5-1,2-3 1,2-2-2810,2-3 3186,-3-6 0,6 4 0,-1-5 0</inkml:trace>
  <inkml:trace contextRef="#ctx0" brushRef="#br0" timeOffset="1000">861 283 7853,'-4'7'322,"3"3"0,-4 1 0,2-1 413,1 1 0,1 2 0,-1 4 0,-1 4-57,2 1 1,0 4-1,1 1 1,1 1-526,1 0 1,0-3 0,2 2-1,0-4-61,1-3 0,-3-6 0,2-2 1,1-2-157,-1-3 0,-2-3 1,3-5-1,-1-2-417,0-5 0,-1-3 0,1-8 0,0-4 134,0-4 1,2-4 0,1-2-1,1-1 124,-1-1 1,1 1 0,0 5 0,2 2 301,0 2 0,3 7 0,-3 0 0,-1 7 257,0 5 0,-3 5 1,0 6-1,-1 6-4,-2 5 0,-1 2 0,-2 4 0,0 2-357,0 2 1,0 1 0,0 2-209,0-1 1,0-2 0,0 2 0,0-5 0,0-1-628,0-3 1,1-6-1,2-6 1,2-3-669,2-4 1,0-3 1527,1-2 0,3-9 0,1-2 0</inkml:trace>
  <inkml:trace contextRef="#ctx0" brushRef="#br0" timeOffset="1333">1204 267 7853,'-9'0'378,"0"0"0,-1 0-36,1 0 0,-1 0 0,1 1 1,-1 2 798,0 2 1,1 3-1,0 2 1,-1 2-762,4 3 1,-1 3 0,4 2-1,2 0-129,0 1 1,2-4 0,2 2 0,4-2-393,2-3 1,2-4 0,-1-3 0,3-3-509,1-3 1,-1-2 0,0-3-1,0-2 108,2-4 0,-1-3 1,-1 3-1,-2 2 246,0 2 0,-3 0 1,3 3-1,-3 3 744,0 1 1,-4 7 0,-2 5 0,-1 4 451,-1 4 0,-1 2 0,-2 1 0,-4 2-150,-2 2 0,-2-4 0,1 2 0,-2-3-474,0 0 1,-2-1 0,2-2 0,-1-4-767,0-3 1,1-4-1,-3-2 1,2-3-233,0-3 0,6-6 1,0-2-1,1-5-748,1-3 1,2 0 1468,3 0 0,0 0 0,0-1 0</inkml:trace>
  <inkml:trace contextRef="#ctx0" brushRef="#br0" timeOffset="1599">1387 542 8246,'8'-3'684,"2"1"0,0-4 1,2 0-363,2-3 0,-6 0 0,-1-2 0,-2 1 32,0 0 1,-4-4-1,2 2 1,-3 0-330,-3-1 0,-2 0 0,-4-1 0,-2 1 116,-1 3 0,2 4 1,-3 2-1,0 0 86,-2 3 0,0 1 1,0 3-1,3 5 226,2 4 1,1 3 0,2 4-1,2 3-20,3 6 0,1 2 1,3 2-1,2 1-375,3-1 1,7-3 0,1-3 0,6-1-495,3-3 0,3-8 0,3-2 0,0-6 157,0-6 1,-3-7 0,5-6 278,0-4 0,1-3 0,-3-2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41.7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69 6727,'5'-3'624,"0"1"1,-3 0-1,1 5 89,1 2 1,-3 6 0,1 5 0,0 6-362,0 5 0,-1 5 0,2 4 0,-2 7-73,-1 3 1,0 0-1,0 5 1,0 0-338,0-2 0,0-8 0,0 0 0,0-3-950,0-4 0,0-9 1,0-5-469,0-6 1,1-7 1475,1-7 0,2-7 0,4-5 0</inkml:trace>
  <inkml:trace contextRef="#ctx0" brushRef="#br0" timeOffset="447">480 153 7988,'-3'-12'0,"-2"2"296,-2 1 0,0 5 1,-2 1-1,0 3 47,-1 0 0,-4 1 0,2 4 1,-1 5 211,1 4 1,2 2-1,1 1-278,3 1 0,0 3 0,4-1 0,1 2 0,3 1-135,6 0 0,3 1 0,5 0 1,2-1-132,2-1 0,0-1 1,0 0-133,1-1 0,0-1 0,-2 0 0,-3-2 1,-1 0-25,-4-1 1,-3 1 0,-3-1 0,-2 0 105,-3-1 0,-6-5 0,-4-1-41,-4-3 1,-4 0-1,0-3 1,-2-2-466,-1 0 0,1-3 1,0-3-1,1-1 1,1-3-499,3-2 0,2-2 1,0-5 1042,3-3 0,2-4 0,0-2 0</inkml:trace>
  <inkml:trace contextRef="#ctx0" brushRef="#br0" timeOffset="1297">679 229 7929,'-1'7'104,"-2"1"1,2-3-1,-1 0 10,1 1 0,1 4 0,0 3 1,0 1-1,1 3 460,1 4 0,0 0 0,2 7 0,1 1-375,-1 4 1,-2-1 0,3 2 0,-2-2-121,-1-2 1,-2-4 0,0-1 0,0-4-71,0-6 0,0-8 0,0-3-133,0-3 0,0-4 0,0-7 0,0-4-95,0-3 1,0-4 0,0-6 0,1-5-11,2-4 1,1 2 0,4-4 0,-1 0 141,1 1 0,0 5 0,2 2 0,1 3 114,1 3 0,-1 4 1,2 6-1,-2 5-31,0 6 1,-2 6 0,1 5 0,-3 5 186,-1 3 0,-1 5 0,-2 3 0,0 3 162,0 0 1,-2 1-1,1 1 1,-1 0-149,-1-1 0,0-3 1,0 3-1,0-3 81,0-3 1,0-5-197,0-4 0,0-8 0,0-4 0,1-8-495,2-10 1,-2-3 0,4-8 0,1-2 218,1-2 1,-2 2-1,0-1 1,1 0 132,1 3 1,1 2 0,1 2 0,-1 6-53,-1 5 0,-1 6 0,1 4 405,-2 2 1,-1 6 0,-2 8 0,0 2 146,0 3 1,-1 2 0,-1 4-1,1 0-659,1 1 1,-1-2 0,2 4-304,1-1 0,-2 2 1,3-2-1,1-4 0,3-2-186,1-5 0,3-5 0,-2-3 0,1-3 709,1-4 0,2-6 0,0-3 0</inkml:trace>
  <inkml:trace contextRef="#ctx0" brushRef="#br0" timeOffset="1581">1182 297 7853,'-8'-4'233,"0"2"1,1 1 0,-1 1 518,1 0 1,-4 4 0,1 3-1,1 4-267,0 3 1,2 1-1,-1 5 1,1 2-185,2 3 1,-1-2 0,4 2 0,1-4-106,3-3 1,2-3-1,4-3 1,0-4-648,2-5 0,0-2 0,4-3-7,-1-3 0,4-4 0,-5-9 1,2-2-1,-1-3 126,0-3 1,-4 2-1,2-3 1,0 0 355,-1 3 0,0 3 0,-3 5 131,-2 2 0,-2 8 0,-3 9 301,0 6 1,0 8 0,0 3 0,-1 3-493,-1 2 1,1-1 0,-2 2 0,3-3-928,0 0 0,0-3 443,0 1 0,3-8 1,2-3-1,1-7 520,-1-5 0,5-9 0,-1-5 0</inkml:trace>
  <inkml:trace contextRef="#ctx0" brushRef="#br0" timeOffset="1795">1426 46 7853,'2'-8'938,"1"1"1,-1 3-133,-2 4 1,0 8 0,0 8 0,0 6-243,0 5 1,-2 6 0,-1 3 0,1 2-336,-2 2 0,3 2 0,-2 2 0,0 0-525,1 3 0,-1-7 1,3 2-1,0-4-502,0-4 0,4-6 0,0-6 0,1-6-237,0-5 0,0-6 0,3-3 0,-1-4 1035,1-3 0,0-5 0,-1-2 0</inkml:trace>
  <inkml:trace contextRef="#ctx0" brushRef="#br0" timeOffset="1978">1631 0 8255,'0'18'0,"0"1"720,-3 3 1,2 0 0,-2 6 0,0 2-262,1 2 1,-3 1-1,1 5 1,1 1-115,-1-1 1,1-1-1,1-3 1,0-1-629,0-1 1,1-4 0,2 2 0,1-1-1037,0-3 1,3-8-1,-1 1 1319,0-4 0,1 1 0,3-4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0.5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38 214 6352,'-5'3'0,"-1"-1"0,4 1 0,-3-3 0,2 2-42,-2 1 577,4 0 393,-3-3 111,4 0-840,4 0 0,0 0 0,3 0 0,2 0 0,0 0-11,1 0 0,4-4 0,-1-1 0,1-2-147,1 0 1,0-2 0,0 0 0,-1-2-96,1-1 0,-3-1 0,2-2 0,-2 0-37,-3 0 0,-4 2 0,-2 0 0,-2 0 95,-1 2 1,-1-1 0,-2 3-84,-2 2 0,-5-3 1,-3 5-1,-1-1 146,-1 1 1,-3 2-1,0 3 1,1 0 0,0 0 191,-1 0 1,5 3 0,-2 2 0,4 3-70,1 2 0,2 2 0,1 3 0,2 1-31,2 2 0,3 2 0,3 2 1,3 1-28,3 0 1,4-2-1,4-2 1,1 0-293,2 1 0,0-6 0,3 0 0,0-4-417,0-3 1,0-5 0,-1 0-169,-2-4 1,1-5 0,-3-6-1,-2-1 745,-2-2 0,0-6 0,-2-1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1.1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175 85 7853,'0'-8'-119,"0"-2"1,0 0-1,0 0 287,0 2 0,0 0 1,-3 1 355,-2-1 1,-3 1-1,-1 2 1,-2 3-147,-1 1 1,-1 1 0,-2 1-1,1 1 1,0 3-77,2 2 0,1 5 1,0 2-1,0 5-97,1 3 0,4 0 0,2 5 0,1 0-333,1 0 1,5-1 0,2 1 0,5-1-609,2-1 0,3-8 0,1-2 78,2-3 0,0-6 1,4-4-1,-3-4 658,0-6 0,5-10 0,0-6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1.2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1 7995,'-4'12'0,"-1"3"85,-2 1 0,2-1 0,1 5 0,0-1-38,0 1 1,2-3-1,-2 1 1,2 0-24,-1 0 1,1-6-1,3-6-1298,1-1 1274,2-6 0,4-10 0,0-5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1.3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0 7388,'-4'4'-1261,"-2"0"919,4 4 342,-1-1 0,3 1 0,0-1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1.7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82 7853,'0'15'96,"0"1"0,0-1 1,0 0 506,0 0 1,3 2 0,-1 3 0,1 3-203,0 0 0,-2 3 1,2 0-1,0 4-336,-1 1 1,1-4 0,-2 2-1,0-4-245,2-3 0,-1-6 0,-2-2-551,0-2 1,0-6-1,0-7-23,0-6 0,-2-4 1,-1-5-1,-2-2 554,-1-5 1,0-1 0,-1-4-1,1-2 203,1-2 1,3 1-1,0-1 1,1 1 17,1 1 0,0 4 0,1-2 0,1 3 234,3-1 1,5 6 0,1 0 0,0 4 152,3 3 0,0 3 0,1 5 1,-2 3 139,0 4 1,-5 3 0,1 5-1,-4 3-64,-2 1 1,0 2-1,-3 2 1,0 1-236,0 1 1,-1 2-1,-1-2 1,-4 2-390,0 1 1,-1-3 0,1-3 0,1 0-934,-1-2 0,-1-6 0,0-2 166,-1-3 0,4-6 0,1-5 1,2-5 906,1-2 0,4-5 0,0-1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2.1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 7853,'5'-1'15,"0"-2"1,-2 2 961,2-1 0,-1 2 1,1 3-1,-1 4-530,-1 2 0,-2 6 0,2 0 0,0 4-255,0 3 1,-1 2 0,-2 1-1,0 1 5,0 1 0,3 1 0,-1 2 0,0-2-142,-1-3 1,-1-2 0,1-3 0,0-3-294,2-3 1,2-3-1,-2-4-470,1-2 1,2-5-1,0-5 1,0-3 460,-1-2 0,0-2 1,3-3-1,0-1 131,-1 1 0,1 0 0,0 1 0,0 1 136,2 3 0,-1-1 0,3 3 1,0 1 115,0 0 1,1 1 0,2-1 0,-1 1-83,-1 1 0,1 2 0,-2-1 0,0 0-53,-2 0 0,-2-1 0,-2-3 0,-2 0-91,0 1 0,-2-2 0,-3 0 0,-1-1 195,-3 0 1,-3 2-1,-1 1 1,-2 2 354,-1 3 0,2 1 0,0 1 0,1 1 67,-1 5 0,4-1 0,-2 8 0,2 2-227,-1 1 0,2 1 1,0 3-1,2-1-504,1 1 0,1 0 1,1 3-1,0-1-1032,0-2 0,4-1 0,2-5 0,2-2-100,2-4 0,3-4 0,-2-5 1336,1-1 0,1-9 0,2-5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2.9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24 152 8453,'4'0'1197,"-1"6"1,-3 2-1,0 1 1,0 3-796,0 3 0,0 5 0,0 5 0,-2 3-325,-1 2 0,-2-2 1,3 0-1,-1 0-94,0-1 1,2-7 0,-2 0 0,0-4-159,0-7 0,1-7 0,2-2-184,0-7 0,0-5 1,1-5-1,0-3 121,2-2 0,3-2 0,-1-6 0,2 1-240,0 1 1,1 6 0,0-3 0,-1 1-113,1 0 0,2 3 1,0 5-1,0 1 169,1 2 0,0 3 0,3-1 0,-2 2 421,-1 2 0,0 1 0,-2-1 0,1 2 0,0-1 0,-2 4 0,0-3 0,-1-1-14,1-1 1,0-3 0,-1 0 0,1 0 95,0 2 0,-4 3 0,-1 1 567,1 0 1,-4 3 0,3 3 0,-2 3 125,-1 2 0,0 1 0,0 3 1,0 2-286,0 4 1,0 3-1,0 3 1,0 2-269,0 0 1,0 2-1,0-3 1,0 3-425,0 3 1,-1-4 0,-1 4 0,0-3-729,0-3 1,1-3 0,1-4-1,0-4 199,0-3 1,0-5 0,-1-6 0,0-6 381,-2-5 0,0-3 1,1-2-1,-1-1 349,-2 1 0,4 0 0,-2 0 0,2 0 85,1 0 0,0 1 0,0 1 0,0 2 290,0 3 0,0-1 0,0 0 307,0-1 0,1 6 0,2 1 0,2 1-125,2 2 0,0-1 1,2 3-1,0 0-374,1 0 1,4 0 0,-2 0 0,4 0-49,1 0 0,-1-2 1,2-1-1,-2 0-249,0 0 0,-2 0 0,-1-3 0,-3 2-540,-2 0 0,-3-2 0,-3 1 385,-1-2 1,-2 1 0,-2 0 0,-4 1 432,-2 2 0,-2-2 1,4 2-1,-1 2 359,1 0 0,-1 2 1,1 1-1,1 3-94,1 2 0,3 1 0,0 0 0,1 2-154,1 3 0,0-1 1,0 1-1,1-1-643,1 0 0,2 2 0,2-3 0,-1 0-970,1 0 1,1-2 0,0-3-1,1-2 647,-1 0 1,1-3 0,0-3 690,-1-3 0,4-5 0,1-2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3.3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0 157 7853,'1'-5'951,"1"2"0,1 0 988,1 1 1,-1-1-1523,2 3 1,0 3-1,3 0 1,-1 1-380,1-1 0,2 2 0,0-1 0,1-1-548,0 0 1,0 2-1,2-2 1,0-1-641,0-2 1,-1 0 0,1-3 0,0-2 672,-2-2 1,0-3 0,-3-1 0,-1 0 358,-2 0 1,-2 1 0,-3 2 0,0 1 817,-3 2 1,-1 2-1,-5 3 1,0 0 142,-1 0 1,-3 6 0,2 2 0,0 4-345,0 4 0,0 0 1,2 5-1,-1 0-408,0 1 1,3 1-1,1 0 1,1 0 85,2-1 0,1-2 0,2-3 1,0-4-1217,3-2 0,2-6 0,4-4 0,2-2-148,1-4 1,1-9 0,2-3-1,0-3 1187,1-3 0,-3 0 0,1-6 0,0-1-51,0-2 1,-2 8 0,1-3 0,-2 0-80,0 1 1,-5 5-1,1 2 1,-2 4 785,-1 5 1,-2 6 0,0 4 341,-1 4 0,-3 4 0,-1 2 0,1 3 11,2 4 0,0 1 1,0 4-1,0 3-849,0 1 0,-1 0 0,-1 3 0,-1 1-506,2 2 1,0-4 0,1 3-1,0 0-264,0-3 1,-3-5-1,1-2-2382,0-4 1,0-7 2991,0-7 0,-2-6 0,-4-1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3.6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1 145 7853,'0'-7'0,"0"-1"0,0 1 568,0-1 0,0 0 0,3 1 0,2-1 163,2 0 1,1 1-1,2-1 1,1 1-662,0 2 0,2-1 0,3 0 0,1 0-835,1-2 1,1 2 764,-2-1 0,3 1 0,3-5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4.0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13 7853,'0'-8'1093,"0"4"0,0 12 1,0 8-860,0 4 0,0 4 1,0 4-1,0 4-127,0 3 1,0 1 0,0 4-1,0 0-410,0 1 0,-2-7 0,-2 0 1,1-5-111,-1-5 1,-1-7 0,2-8-1,-1-3-428,-2-3 0,-1-7 0,-1-3 0,1-6 841,-1-4 0,0 1 0,1-3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4.3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61 7853,'0'-4'458,"3"-2"0,2 4 1,2 0-1,1 1-215,-1 1 0,3 0 0,1 0 0,-1 0-438,1 0 0,1 0 0,2-1 0,0-1 92,-2-3 1,1 0 0,2 0 0,1-1-314,-1 0 1,-3 1 0,0 3 0,-1 1 570,-1 1 0,-4 2 1,-2 4-1,0 6 323,0 7 1,-1 6-1,1 3 1,0-1-56,1 1 0,-3 0 0,3-1 0,0-4-66,-1-5 0,3-8 1,-2-3-415,2-3 1,1-8 0,-1-6 0,-2-4-67,1-4 1,-5-3 0,2-3-1,-2-2-8,-1-2 0,-1 6 0,-2 0 0,-2 2-58,-2 1 0,0 5 0,-1 1 0,0 5-550,1 3 1,-1 1 0,1 4-1375,-1 0 2113,0 0 0,8 0 0,0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5.0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7853,'4'1'1631,"0"2"-1004,-1 2 0,-2 4 0,2 2 0,-3 1-246,0 2 0,0 1 0,0 2 0,0 2-160,0 3 0,0-3 1,0 4-1,-2-2-201,-1-2 0,0 0 1,1-5-1,0-1 121,0-3 1,1-4-359,1-1 0,0-4 0,1-1 143,2-4 0,1-3 1,3 0-1,2 1-218,1 1 0,-1 1 1,3-2-1,0 2-34,0 1 0,1 0 0,1 3 0,0 0 293,-2 0 0,-2 1 1,0 1-1,-3 4 303,-2 4 1,-1-1 0,-4 4 0,0 1-24,0 3 0,-6-1 0,-3 2 0,-2-2 163,-2-1 0,-1-2 0,-1-2 0,2-2-437,0-2 1,1-4-1,-1 2-1014,3-2 1,3-1-1,1-6 57,4-3 0,2-2 0,2-3 0,4 0 649,4-3 1,2 2-1,2-5 1,0 2 334,2 1 0,-2-1 0,5 2 0,1 0-99,-1 2 0,3 2 1,1-1-1,2 1 285,-1 3 0,-5 2 1,1-1-1,-3 2 243,-1 1 1,-5-3-1,-1 1 578,-4-2 0,-3-1 1,-4 1-527,-1-1 0,-3 1 0,-6-1 0,-1 0-201,-3 1 1,2-1-1,-2 0 1,-1 2 265,0 1 0,0 1 1,1 4-143,0 0 0,4 4 0,3 2 0,5 5-201,2 6 0,1 4 0,1 9 0,2 2-97,5 2 1,3 1-1,4 0 1,1-2-472,2-5 0,1-5 0,4-7 0,0-5-1248,0-5 1,1-12 0,0-7 0,2-7-1721,1-8 3333,-2 1 0,8-14 0,-2 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5.5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 0 10510,'3'16'524,"-1"3"1,2 5 0,1 6-19,-1 7 1,1 3 0,3 4 0,-1 0-279,1-2 1,-3-12-1,-1-6 1,-1-6-313,-1-6 0,2-7-144,-2-5 1,-3-6 0,-4-5 0,-2 0-64,0 0 1,-4 0-1,-1 1 122,0 0 0,-2 1 0,1 4 1,-1 2-1,1 3 233,0 0 1,4 3 0,0 3-1,2 4 252,2 5 0,3 1 1,-1 5-1,3 0-147,0 1 1,3 0 0,2-2-1,2-2-357,0-2 0,4-4 0,0-3 0,0-3-785,3-3 1,-2-3-1,1-4 1,1-7-78,3-6 0,-3-5 1,2-3 1049,-1-3 0,1-8 0,-4-3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5.8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16 129 8286,'0'14'0,"0"2"702,0 2 0,-1 0 1,-1 2-1,0 0-585,0 2 1,1-3-1,-1 3 1,-1-2-34,2 0 1,0-9-812,1 2 0,3-13 0,1-2 1,2-9 124,2-6 1,-5-6-1,5-4 1,-1-2 601,-1-2 0,0 5 0,-2-4 0,-1 3 0,-1-1 0,-1 6 0,-1 0 0,0 3-39,0 2 1,0 4 0,-1 4 452,-2 3 0,0 3 0,-3 5-421,1 1 0,4 3 0,1-2-1098,4 0 1105,3 3 0,4-6 0,1 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7.1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160 8 8593,'-8'0'787,"1"0"0,-1 1 272,0 2 1,2 2-1,0 5 1,1 4-330,2 3 0,-2 3 0,2 5 1,2 4-645,0 3 1,1 1-1,0 0 1,0 0-685,0 0 0,0-8 0,0 0 0,0-6-838,0-5 1,0-5 395,0-7 0,-4-2 1,-1-9-1,-2-1 447,-3-3 0,1 0 1,-2-1-1,1 2 588,0 1 0,0 1 0,2 3 2216,0-1-1235,4 4 0,2 1 0,4 5-532,3 0 1,3 3-1,2-2 1,2-1-326,0-1 1,3-1 0,-1 0 0,3-1-925,0-2 0,0-1 0,0-5 1,2-1-48,0-2 1,-1-4-1,1-1 1,0-4 851,-2-1 0,-1-1 0,-1 0 0,-3 1 0,-2-1 0,-5 3 0,-2 3 0,-2 3-88,-1 1 0,-4 6 0,-1 1 0,-1 1 156,-2 4 1,-2 0-1,0 2 1514,0 1 1,4 3-1,2 6 1,0 2-931,0 4 1,2 2 0,-1 5 0,3 1-245,0 0 1,0 4 0,0-2 0,0 2-603,0 1 0,0-1 1,0 4-1,0-1-589,3-2 0,-2-6 0,1-4-1383,-1-3 1,-1-10 1566,0-7 0,-3-4 0,-2-9 0,-1-1 402,1 0 1,-2-1 0,2-1 0,-1 2 299,1 1 1,1 0 0,2 3 0,-1 0 315,2 2 0,0 0 1,1 1-1,0-1 216,0 0 1,1 3 0,0 0-326,2-1 1,4 2 0,0 0 0,2 0 0,1 2-132,1-2 0,1 4 1,2-3-1,0 2-158,-1 1 0,0 0 1,3 0-1,1-1-173,0-1 0,-3 1 1,3-2-1,-3 0 38,-4 0 1,-4-2 0,-2 2 0,0-1 35,-3-2 0,0 2 0,-2-1 0,-2 1 398,-5 0 0,0 2 0,-5 0 0,0 1 332,2 1 0,-3 0 0,4 1 1,0 1 125,-1 3 1,5 5 0,-1 3-581,3 2 1,-1 3 0,2 3 0,1 1 0,2 1-490,3 3 0,1-4 0,5 1 0,1 0-570,3-2 0,0-8 1,1-2-1,-2-3-538,2-5 0,0-5 0,2-7 0,-2-5 815,-1-6 1,0-3 0,-3-1-1,0-2 584,-2-2 0,-1 6 0,-2 0 0,-2 3 0,-3 2 0,0 4 0,0 4 594,-3 3 1,-1 4 0,-3 4 264,2 3 1,-1 2-1,3 1 1,2 3-284,0 1 0,-2 3 1,1 0-1,0 0-274,1 0 1,-1 1 0,-1-1 0,2 0-38,0 0 0,1-2 0,0-1 0,0-1 76,0-2 1,0-3-247,0-1 0,3-7 0,1-3 1,2-7-10,2-5 0,-2-3 0,5-2 0,-1-2-358,0-2 1,0 3-1,-2-3 1,0 3-296,3 0 1,-3 2-1,3 3 1,-1 1-662,0 2 1,1 5 0,-4 1 593,1 3 0,-3 3 0,-1 3 0,0 4 372,1 3 1,-4 4 0,2 5 0,-1-1 252,0 0 1,0 0 0,2 1 0,0-1 567,0 0 1,2 0-1,4-1 1,0-3-157,-1-3 1,0-5 0,1 1 0,1-1 61,1-4 0,-3-3 1,1-6-1,-1-4-143,-2-3 0,0-2 0,-2-3 0,-2 0-135,-3-1 1,0 4-1,0-4 1,0 3-145,-3 3 1,-2 0 0,-4 8 0,-1 2 426,0 3 1,1 5 0,0 4-1,-2 4-98,2 4 0,1 2 0,1 6 1,2 2-178,2 1 1,0 5 0,0-2 0,2 1-400,0 0 0,2-3 1,0 0-1,4-1-647,1-1 0,-1-6 0,4-4 0,0-3-476,0-6 1,-1-3 0,0-5 0,0-4 377,2-7 1,-1-4-1,0-6 949,-3-3 0,1-2 0,-3-1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7.6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16 188 8120,'-4'8'496,"3"-3"0,-1 0 1,1 1-11,1 0 0,-2 2 0,-1 1 0,1 1 399,1 2 0,1 4 1,0 1-1,0 2-436,0 3 1,1-2 0,1 3 0,1 0-326,2-2 1,-3-2 0,2 0 0,1-2 61,-1-3 0,-2-6 0,1-2-506,0-1 0,-1-7 1,2-6-1,1-4-2,-1-5 1,-2-3 0,3-3 0,-1 0 75,0-3 0,1 2 1,2-1-1,-1 1 308,-1 1 0,0 4 1,3 1-1,-1 3 298,1 2 0,-1 2 0,2 4 0,0 2-237,1 3 1,0 5 0,-4 6 0,-1 5-269,1 6 1,-3 2 0,0 0-1,0 2-395,0 2 1,0-5 0,-1 0-553,0-4 0,3-1 0,-1-7 0,0-4 224,2-6 0,1-9 1,1-9-1,1-6 868,1-4 0,3 0 0,-3-5 0,1 1 0,0 1 0,-2 2 0,3-2 0,-1 2-3,-2 2 0,0 5 0,-2 1 0,1 2 464,-1 7 527,-2 6 0,-2 7 1,-4 5-1,-1 2 449,0 4 0,-1-1 0,3 3 0,0 3-788,-3 0 1,2 1 0,-1 6 0,1 0-568,1 0 1,0 0 0,0 1-562,0 1 1,0-1 0,0 2 0,0-1 0,0 2-931,0 0 1,-1-5 0,-2 0-282,-2-3 0,-1-8 0,-2-6 1690,0-3 0,1-2 0,-1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7.8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0 108 9446,'0'-8'2014,"0"0"1,0 3-1074,0 0 0,4 0 1,0-2-1,2-1-504,1 0 0,-1 1 0,4 0 0,0 1-484,0 1 1,2 0 0,3-2 0,-1 1-1632,-1 1 1,1 3 0,-4 0 0,0 1 1677,1 1 0,-3 0 0,3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5:57.9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0 7853,'-4'8'485,"1"-3"1,2-1 0,-1 1 366,0-1-852,-1-2 0,0 1 0,-2-3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0.7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65 7980,'0'5'359,"3"-3"1,2-1-1,3-1 1,0 0 0,0 0-187,3 0 1,2 0 0,4 0 0,1 0-106,4 0 0,2-3 1,1-3-1,2-1-458,-1-1 0,-1 0 0,-2 0 390,-2 0 0,2-4 0,-2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1.4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96 7493,'-4'6'823,"2"3"0,4 3-423,3 5 1,2 4 0,1 4-1,0 4-238,0 2 1,-1 3 0,0 4 0,-3-1-180,0-3 1,-1-2-1,-1 1 1,1-5-203,-2-4 0,0-9 0,-1-1-859,0-5 0,-3-5 590,-3-4 0,-1-7 0,0-8 0,1-1 488,1-3 0,-1-4 0,-2 0 0,0-4 0,0-2 0,0 3 0,1-2 0,2 3 0,-2 0 0,4 5 0,-1-2 0,1-1 103,1 1 0,2 2 1,3 1-1,3 0 422,4 1 1,-1 5-1,5-4-225,0 2 0,1-1 0,2 4 0,1 1-75,1-1 1,-1 2-1,-2 4 1,-1 2-1,-1 0-64,-4 2 0,-2 5 0,-2 2 0,-3 3-198,1 3 1,-3 0 0,1 4 22,-4 2 1,0 1 0,-2-2-1,-1-1 1,1-1-68,-3-1 0,1 0 1,0 0-1,2-2 93,0-2 0,1-1 1,3 0-1,0 0-165,0 0 1,1 0 0,2 0 0,3 0 84,4 0 0,0 1 0,2 1 0,1 1 219,-1 2 1,1 0 0,1 3 0,-2 1 2,0 2 1,-4-2-1,-4 5 1,0 0 49,-2 1 1,-2-1-1,-4-3 1,-3-1 132,-3-3 1,-4-4-1,1-1 1,-1-2-395,-2-2 0,4-3 0,-5-4 0,0-1-688,0-4 1,2-3 0,-3-3 0,4 0 374,3-3 1,2-1 0,2-1 0,2-2-1804,2 1 2173,2 1 0,8-2 0,2-2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1.9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15 7853,'-3'-5'487,"0"-1"0,0 4 1,1 1-1,-1 2-220,1 5 0,2 2 0,0 2 0,0 1-57,3 2 1,-1-3 0,3 3 0,2-1-393,3 1 0,-1-3 0,3 2 1,-2-2-228,1-3 1,2-2 0,-1 0 196,0-2 1,1-2 0,0-2 0,-2-2 0,-2-5 42,-1-1 0,-3-6 0,0 3 0,1-1 63,-2 3 1,3 2-1,-1 2 391,1 4 1,-2 2-1,1 3 1,-1 5 79,-1 5 1,3 6 0,-4 5 0,1 3-4,-1 4 0,0 0 0,-3 3 0,0 0-105,0 1 1,-1-8 0,-2 2 0,-2-3-116,-2-4 1,-2-2 0,-1-5-205,0-5 0,-4 0 0,3-8 0,-2-3-414,-1-3 1,0-4 0,-1-4 0,3-4 0,1-5-455,4-2 0,0-2 0,4-3 0,2-2 930,3-1 0,3-2 0,3-4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2.1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1 8849,'0'8'0,"0"1"0,0 0 745,0 2 1,0 3-1,0 0 1,0 3-272,0 4 0,0 4 1,-1 7-1,-1 1-427,0 1 1,-2 1 0,2 3 0,0 2-775,0-2 0,0-5 0,0-1 0,0-3-297,0-4 0,1-9 0,0-3-579,-1-6 1603,-3-4 0,-3-10 0,0-2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2.2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0 113 7853,'0'-8'70,"3"-1"0,0 0 1,1-1 344,-1 1 0,4 2 0,-3-4 0,1 2-198,1 1 0,-1 0 1,3 1-1,1 1-596,2 0 1,-2 4-1,1 0 1,0 1-528,1 1 0,-2 1 906,1 1 0,-1 3 0,-1 3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2.5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39 200 7956,'8'4'0,"0"-1"305,0-2 0,0-5 0,0-1 1,1-3-38,2-3 0,-2 1 0,2-5 0,-3-2-46,1 0 0,-4-1 0,-1 1 1,0-1-128,-2 0 1,-5 6 0,-2-2 0,-3 3 54,-3 4 0,-2 4 0,-3 1 0,0 2-44,0 2 0,3 5 1,1 6-1,2 1 299,0 3 1,6 4 0,-4 1 0,4 2-172,2 2 0,2 1 0,3 3 0,2 2-386,2-2 1,5-6 0,0-2 0,3-3-45,1-4 1,1-8-1,7-2 1,2-8 107,4-8 88,-1-8 0,10-17 0,-2-5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2.9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33 7853,'-4'4'1677,"3"0"-1570,-2-4 1,6 0 0,3 0 0,2 0 0,2 0-103,4 0 0,1-1 0,1-1 9,0 0 0,0-2 0,1 2 0,1-1-2739,0-2 2725,5 0 0,-6-3 0,2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3.3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 9008,'-5'3'228,"0"3"0,3-2 1,-1 2-90,2 3 0,1 0 1,0 4-1,0 2 1,0 0 73,0 1 1,0 1 0,0 1 0,0 4-104,0 1 0,0-2 1,0-1-1,0-2-46,0 0 0,0-3 0,0 3 0,0-3 91,0-1 0,0-7-400,0 1 1,0-6 0,0-2 0,0-6 19,0-4 0,4 1 0,1-5 0,2 0-28,1-1 1,1 0 0,1 1 0,2 4 57,0 1 1,-1 2-1,2 1 1,1 4 251,1 1 0,-1 2 0,-2 1 1,0 5 293,-2 2 1,-2 2 0,-2 4 0,-2 2 65,0 0 1,-2 1 0,-5-1-1,-2 1 27,-3-1 0,-3-1 0,-2 1-439,1-2 1,-3-2 0,1-4-1,0-3 1,0-1-400,1-4 0,3 0 0,-1-2 1,2-2-606,1-5 1,4-1 0,1-4-79,2 2 0,1-5 1077,0 2 0,4-6 0,0 3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3.8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28 7853,'-6'0'110,"1"0"263,-1 0 1,1 0-160,0 0 1,3 3-1,-1 3 1,3 1-90,0 1 1,0 0 0,4 0-1,3 0 45,3 0 1,1-1 0,-1-1-1,2 0-333,0 0 0,-1-3 1,1 0-1,1-2 9,-1-1 0,-2-1 0,1-2 1,-2-5 67,-1-1 1,0-6-1,-1 3 1,-1-1 47,-1-1 1,-2 4 0,2 0 0,-1 1 28,0 1 0,-1 4 1,2 4-1,-1 6 163,0 3 1,2 7-1,1 6 1,-1 3 150,-1 4 0,0 0 1,0 6-1,-2-1-45,-2 1 0,-1-4 0,0 2 0,0-2 31,0-3 0,-4-5 0,-1-4-171,-2-2 1,-4 0 0,0-7-1,1-3 1,-2-3-565,-1-4 0,0 0 0,1-3 0,-1-3-370,1-4 0,2-3 1,0-5-1,1-1-124,1 1 938,3-2 0,2-1 0,3-3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4.0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32 7853,'4'4'2314,"-3"1"-2113,5-2 1,-1-2 0,3 1 0,0-2-647,0-2 0,3 0 0,0-4 0,2 1-1184,1 1 1629,1-4 0,5 0 0,0-4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4.6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72 7408,'0'-8'0,"0"0"-118,0 0 0,0 0 0,0 0 0,0 0 662,0 0 0,0 2 0,1 2-264,2 0 1,0 3 0,4 3 0,-2 4-99,1 4 0,-1 4 0,0 3 0,1 4 10,1 2 1,-1 0 0,-2 6 0,0 1-162,-2-2 1,-2 2 0,0-3 0,0 4-107,0-1 1,0-3-1,0-3 1,0-3-102,-3-5 1,1-6-194,-3-2 0,3-6 281,-1-7 0,3-1 0,3-8 0,2 0 0,3-1 22,3-1 0,-1 4 0,2 0 0,1 2 76,-1 2 1,-1-1-1,1 7 1,0 0 165,-2 1 1,-1 2 0,-2 2 0,-1 3 246,-1 4 1,-3-1 0,0 5-1,-4 0-147,-3 1 1,-3 1-1,-2-1 1,-2 0-232,0-2 0,-1-3 1,-3-1-1,2-1-518,1-3 1,2-3-1,-1 0-326,0-1 0,2-4 0,5-3 0,2-1 211,2-1 1,2-2 587,2-1 0,1-3 0,4 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5.0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21 7858,'-6'-3'237,"1"1"1,2-1 0,-2 2 368,-1-2 0,1 2-310,0-1 1,2 4-1,-1 4-121,0 1 0,2 4 1,3 0-1,1 1-63,4-1 0,1 4 0,1-2 1,1 2-220,1 1 1,2-3 0,2 0-1,-1-2-156,2-1 1,0-4-1,1-4 1,0-2 73,0-2 0,0-6 0,-1-7 0,-2-2 12,-2-5 1,-2 2 0,-2-1-1,-2 3 6,-2 2 1,-2 1 0,-1 5 219,0 0 234,0 4 1,0 6 0,0 6-1,1 2-74,2 2 0,-2 4 0,5 4-15,0 0 0,-2 5 0,1-2 0,-2 2 0,0 1 38,1 0 1,-4 1 0,3 0-149,-2-1 0,-5 1 0,-1-5 0,-2-2 0,-1-1-8,0-4 1,-3-5 0,0-2 0,-1-4-396,1-1 1,-4-2 0,3-2 0,-1-5 3,-1-5 1,4-3 0,0-1-2817,1-2 3131,4-3 0,-2-2 0,3-5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5.2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 8039,'8'0'791,"-3"1"0,-3 2-401,-1 5 1,2 4 0,0 5-1,-2 1 133,0 4 1,-1 2 0,0 2 0,0 2-632,0 3 1,0-1-1,-1 5 1,0-2-792,-2-1 0,0-5 0,3-2 0,-1-3 140,-1-5 1,1-4-1,-3-6 759,1-1 0,-5-6 0,-5-5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5.5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0 169 7853,'5'-8'488,"2"0"1,-2 0-243,2 0 1,-2 0 0,1 1 0,0 1 29,1 0 0,-2 4 0,1-3 0,1 2-309,3 1 1,0 1 0,2 1 0,0 0-149,1 0 1,-2 0 0,2 0-1,1-1 64,1-2 1,-1 2-1,-1-1 1,1 0 11,1-1 0,-2 2 0,-2-5 0,-3 0 85,0-1 0,-3-1 1,-2 0 259,-3 0 1,-3 0 0,-2 0-1,-3 0 183,0 0 0,-2 3 0,-1 3 0,0 1 56,0 1 0,2 1 0,-1 1 1,3 5-56,2 2 0,3 1 1,-1 4-1,2 1-426,1 2 0,4-1 0,1 1 0,2 1-558,1-1 1,4-1-1,0-3 1,3-2 52,1-2 0,-2-5 0,5-1 0,0-3-873,0-3 1,0-5 1379,-3-5 0,0-6 0,0-1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6.2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 36 7507,'-8'-7'0,"0"0"-21,0 2 1,0 1 0,0-3 823,0 2 1,0 4 0,1 2-418,1 6 0,2 6 0,2 5 0,0 4-251,0 4 0,2 3 0,2 3 0,1 0 103,2 0 1,-3-1-1,4-2-590,0-2 0,-2-3 1,1-2-1,-1-2 0,0-3-1622,-1-5 0,0-6 1974,-3-6 0,-4-7 0,0-6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6.8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16 177 7853,'-4'-8'430,"1"0"-230,-3 0 1,4 3 0,5 3-14,5 1 0,1 1 0,4 0 1,3 0-14,1 0 1,1 0 0,4 0 0,0 0-567,1 0 1,-2 0 0,0-1 0,-1-1-128,1 0 0,-3-5 0,3 2 231,-2-2 0,-6 2 433,-5 3 0,-5 4 0,-2 4 0,-2 2 191,-5 2 1,2 3 0,-1 3 0,2 1 245,1 2 0,1-4 0,1 2 1,1-1-355,2-2 0,1-6 0,5-1 0,1-3-391,1-2 1,2-3 0,-2-3 0,-1-6 113,2-4 0,-3 0 1,1-5-1,-4 1-141,-4-1 1,-1 3-1,-1-3 1,-1 1 104,-1-1 1,-6 2 0,-6 0 0,-1 1-140,-1 3 1,0 3-1,1 0 1,1 2-96,0 2 1,5 3 0,-2 3-177,2 0 1,6 1 494,3 1 0,6 0 0,5 3 0,2-2 0,-1 2 0,3-2 0,1-1 0,0-1 0,1-1 0,4 2 0,-1 1 0,1 0-10,-3 0 1,-1 2 0,-1 3 0,0 1 541,-3 1 1,-2 3 0,-3 3-1,-2 0 132,-1 0 1,-3 3-1,1-1-425,-3 0 1,-3 2-1,-2-1 1,-3 1 0,0-1-75,0-1 0,0-2 0,0-2 1,-2-4-122,-1-1 1,0-2 0,3-1-176,0-4 1,4-5 0,0-5 0,2-5 123,-1-2 1,1-2 0,5-1 0,2-4 99,2-1 0,2-1 1,1 0-1,2 0 39,0 0 1,1 3-1,3 3-729,0 1 0,2 2 0,0 1 0,-1 4 0,2 1-1427,0 1 1,0 2 2023,2 1 0,-3-4 0,2-3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7.7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 7869,'0'-8'993,"0"0"-716,0 3 1,0 3 0,0 5 0,0 5-57,0 5 1,0 3-1,0 2 1,1 5-112,2 2 1,-2 1 0,1 3 0,-1-1-68,-1 1 0,3-3 0,-1 2-87,0-3 1,-1 2 0,-1-8 0,0-3-31,0-2 1,0-8 0,0-7-161,0-6 0,0-8 0,0-7 0,1-2 116,2-2 0,-2-2 1,4-2-1,-1 1 73,1 2 1,0 0 0,3 4-1,1 1-47,2 0 1,-1 7 0,2 1 82,0 4 0,-2 1 0,-2 7 0,0 3 1,0 5 83,0 3 1,-3 7-1,-3 5 1,0 0 50,1 1 0,-2-1 0,1 2 1,-1-1-32,-1 0 0,0-5 0,0 2 50,0-2 1,0-2-350,0-1 1,0-7 0,0-7-1,1-6 24,2-3 1,0-7 0,4-6 46,-2-1 1,0-4 0,3 0 0,0 0 0,1 0 82,2 2 1,-2 5-1,2-1 1,0 5 53,0 3 1,-1 7 0,-2 1 366,-3 6 0,1 5 0,-2 4 1,-1 5-1,1 2-123,-2 5 0,1 2 1,0 1-1,0 0-347,0-2 0,-1-4 0,2 3 0,1-1-2,-1 0 1,2-5-1,2-4 1,0-2-790,0-3 1,1-4-1,0-3 1,2-3 889,-1-5 0,-1-9 0,-1 0 0,0-7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7.9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25 121 8920,'-7'3'0,"1"3"0,3 2 440,-1 3 0,3 1 0,-1 4 0,1 0 0,1 0-237,0 0 1,3 0 0,3-1 0,1-1-64,1-4 1,1-4 0,0-4-1,2-1-310,-1-1 1,-1-6 0,-1-3 0,-1-3-203,-2-2 0,1-4 0,-3-1 0,-1-1 170,-1 1 1,-2 0 0,-2 3 0,-2 0-43,-2 0 1,-1 1 0,0 1 0,0 4-50,0 1 0,-1 3 0,0 1 1,0-1-39,2-1 0,2 1 0,-1 1 331,4-1 0,1 2 0,-3-3 0,0 3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8.2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65 7853,'3'8'0,"-1"0"0,4 0 0,0 0 0,-3 0 0,0 0 0,-1 0 588,0 0 1,-1 3 0,2 0 0,-2 1-1,-1 0-108,0 1 1,0 0 0,0 3 0,0 0-328,0 0 1,0-3 0,0 0-1,0-2 181,0-1-422,0-1 0,0-6 0,0-5 1,0-7-116,0-5 1,0-1 0,0-6 0,1 1 8,1-1 1,0 1 0,4-2 0,0 1 38,1 2 1,-2 0-1,1 3 1,0 0-409,1 0 1,2 1-1,0 1 1,0 4-294,-2 1 1,-1 4 0,2 3 855,0 1 0,0 8 0,0 2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8.4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8 161 7853,'8'0'355,"-3"3"0,1-1 1,0 0 69,1-1 1,1-1 0,0 0 0,1-1-237,2-2 0,-1-2 0,2-5 0,0-1-246,-3-2 1,0 1 0,-2-2 0,0 0-131,-2 0 1,-3 0 0,0 0 0,-2 1 2,-2 1 1,-5 3 0,-5 3-1,0 4 219,-3 1 0,0 2 1,-1 2-1,0 5 204,0 5 0,4 3 0,1 2 1,3 1 186,3 2 1,1 0 0,4 3 0,1 1-201,2 2 0,5-5 1,5 1-1,3-3-428,3-2 0,2-4 0,5-5 0,1-4 273,2-8 0,1-7 0,3-11-71,-1-6 0,9-7 0,-3-2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8.9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16 6727,'3'-6'120,"-1"1"676,1 3 0,0 0-333,-1 4 0,4 6 1,-3 7-1,1 2-206,-1 5 1,4 3-1,-2 4 1,1 7-218,-1 5 0,3-1 0,-4 3 0,1 3-28,1 3 0,-4-6 0,3 1-564,-2-8 1,0 0-1,-3-9 89,0-5 1,-1-12 0,-1-10 0,-1-10-563,-2-7 1,0-2 1024,-3-5 0,0-2 0,0-6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9.2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1 135 7904,'0'-19'0,"0"2"0,1 0 0,1 2 0,1-1 146,2 2 0,1 3 1,4 2-1,0 1 1,1 4-1,0 0 1,0 4-1,1 2 196,-1 6 1,0 1-1,-3 4 1,-1 2-178,-1 0 1,0 4 0,-4 2 0,0 0-295,-1 1 1,-1-5 0,-1 2-1,-1-2-164,-4-1 0,2-3 0,-2 0 0,0-2-411,-1-1 0,2-1 1,-1-2-662,0-1 1365,-1-3 0,-1-3 0,0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39.4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24 177 7853,'13'0'65,"-3"0"1,-1 0-1,-1 0 1,1 0-1,1-1 1,1-1 278,2 0 0,-2-5 1,1-1-1,1-2-136,-1-3 0,-1 0 0,0-2 0,-1 1-228,-3 0 0,-4 2 0,0-2 0,-3 3 111,0-1 1,-6 6 0,-3-2 0,-2 2-167,-4 1 0,-1 2 0,-1 3 0,-2 2 180,1 3 1,2 1 0,2 7 0,1 3 112,2 1 1,0 1 0,3 4 0,1 0-163,2 1 1,1 2 0,5 0 0,2 0-290,2-2 1,6-4-1,1-1 1,2-2-354,2-2 1,-1-5 0,3-5-1,-1 0-445,-1-3 0,0-7 1031,0-5 0,-3-3 0,-2-2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0.2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80 8121,'-4'3'397,"0"2"0,2 3 1,-1 1-101,1 1 0,1 4 0,1 4 0,1 1-157,2 2 1,-1 1 0,2 3 0,1 1-32,-1-1 0,-1-4 1,1 2-1,0-2-39,-2 0 1,-2-6 0,0 0 0,0-2 43,0-4 1,0-4 0,0-5-167,0-5 0,0-4 0,-2-4 0,-1-6 68,1-3 1,1-5 0,1-3 0,1-1-243,2-1 0,-1 3 0,2 0 1,1 1-264,-1-1 0,1 7 0,3 1 1,1 5-310,-1 3 0,-2 6 0,1 0 798,2 2 0,0 4 0,-3 3 0,-1 4 0,-2 1 0,2 0 0,1-2 0,-1-1 0,0-4-56,2 0 1,0 0 157,1 0 1,-3 3 166,0 3 0,-3 1 0,1 1 0,-2 1 313,-1 1 1,0 0 0,0 4 0,0 0-171,0 1 1,0 4 0,0-1 0,0 1-236,0 1 0,-3-3 0,0 5 0,2-1 70,0 0 1,1-5 0,0-6-385,0-1 0,0-5-153,0-4 0,1-7 0,0-8 0,3-3 0,-1-6-65,1-5 1,1 0-1,-1-1 1,0-2 114,3 2 0,-1 3 0,0 2 0,-1 2 195,2 5 1,-1 4-1,0 5 1,-1 2 63,2 5 0,-3 3 1,1 4 150,-2 6 0,1 6 0,-3 6 0,2 1 0,-1 1 51,-1 1 0,-1-3 0,1 4 0,0-2-77,2-1 0,1-3 0,-3-4 1,2-2-41,-1-1 1,1-4 0,1-1-281,0-2 0,-1-6 0,2-5 70,-2-4 1,0-9-1,-2-2 1,0-3-1,2-3-66,-1-2 1,2 2 0,-1-3 0,2 2 113,1 3 0,-1 3 1,2-3-1,2 2 222,0 4 1,0 1 0,-1 6 0,0 3-45,0 4 1,0 6 0,-1 5 0,-1 6 21,0 3 1,-4 4 0,3 3 0,-2 0-166,-1 0 0,2 0 1,-2 0-1,1 0-382,1 0 0,-4-3 0,3 0 0,-1-2-838,1-1 1,-2-5 734,5-5 0,-5-5 508,2-5 0,2-6 0,-1-5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0.6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24 108 8186,'-3'-8'592,"1"3"0,-4 3-275,0 1 0,3 4 0,0 4 1,2 2-33,1 5 1,0-1-1,0 2 1,1 2-202,2 0 0,-2 0 0,5-1 0,0 1-159,1 2 0,1-5 0,0 1 0,0-2-192,0 0 0,0-7 0,0-1 0,0-3-96,0-2 0,3-8 0,0-6 0,-2-8 138,0-7 0,-2-3 0,0-2 0,-2-1 274,1-2 1,-1 6 0,-1 1-1,0 5 400,-3 7 0,0 9 0,-1 9-101,0 5 0,1 9 1,1 5-1,1 3-156,-2 2 0,3 1 0,-1 0 1,2 0-227,1-2 0,-1-1 1,0 0-1,1-2-577,1-4 1,-1-4-1,-1 0 1,1-5-127,1-3 1,-1-3-1,-1-5 1,0-6 736,0-4 0,-2 0 0,1-13 0,0 2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1.3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30 181 7120,'0'-22'0,"0"1"0,0 2 0,0 4 954,0 4 1,0 7-1,1 5-309,2 6 1,-1 5 0,2 4 0,1 4-371,-1 4 1,1 2 0,3 4 0,-2 2-276,-1 1 1,0-3 0,3 2 0,0 1-386,-3 0 1,2-4 0,-3 1 0,2-2-758,-1-3 0,-3-5 0,1 1 500,-2-6 1,-1-8-1,-1-7 1,-3-6 641,-4-3 0,0-5 0,-4-4 0,1-1 0,-2-2 0,1 4 0,1-2 0,2 2 138,1 1 1,0 3 0,1 0 0,1 1 561,1-1 0,3 3 0,0 0-339,4 1 1,1 2-1,4 1 1,2 3-352,-1-1 1,5 3-1,-1-1 1,2 1-467,-1 1 1,-2 0 0,2 0 0,1-1-96,2-2 0,-3 2 1,0-5-1,1 0 551,-2-1 0,0-1 0,-4 0 0,0 0 0,0 0 0,-4 2 0,-1 1 177,-2-1 0,-2 2 0,-2 2 0,-2 1 422,-2 1 1,-1 1-1,0 1 1,0 4 94,0 1 1,0 3 0,0 2 0,3 0-409,2 3 0,0 0 1,0 1-1,1 0-142,2 0 0,0-3 0,2 1 0,3-1-466,2-1 0,-1-1 0,5-6 0,-2-2-206,2-2 1,2-5-1,2-4 1,-1-6 294,-1-4 0,0-6 0,1-5 1,-1-3 283,-2-3 1,0 1-1,-3-1 1,0 1 494,0 3 0,-3 9-75,0 3 0,-3 11 1,1 11-1,-2 6 48,-1 6 1,0 4 0,0 3-1,0 2-488,0 2 1,1 2-1,0 0 1,2-2-504,-1-1 0,1-8 1,1 3-1,1-4 114,1-5 0,-2-5 1,2-3-1,0-4-856,1-4 1,-2-5 0,1-9 0,-1-2 1213,-1-2 0,1-6 0,-3-2 0,3-3 0,-1 1 0,3-1 0,-4 1 0,1 0 0,-1 2 0,0 8 0,-3 2 518,0 6 0,0 8 374,0 7 0,0 4 0,0 7 0,0 2-140,0 2 1,0 6 0,1 2 0,1 5-640,0 3 1,2 0-1,-2 6 1,0 2-73,0 0 0,0 1 0,0-1 0,0-1-890,0 0 1,0-7-1,0-1 1,0-3-524,0-4 0,-1-11 1,-1-3 242,0-6 1129,-4-8 0,-4-11 0,-4-5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1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1 204 7853,'0'-13'144,"0"-1"0,0 3 0,0-1 0,1 0 205,1-1 1,0 3 0,4 0 0,0 1-71,1 1 1,1 0 0,0 1 0,1 0-523,2 2 0,-3 2 0,3-1 1,-2-1-109,-1 1 0,0 1 1,0-2-1,0 0-236,0 0 0,-3-2 1,1 2-1,0-1 587,1 0 0,-2-1 0,1 7 0,-4 0 0,0 5 0,-1 5 0,-1 3 0,0 0 582,0 0 0,-3 2 0,1 2 0,0 0 34,1 1 0,1-3 0,0 4 0,0-1-815,0 0 1,0-3 0,0 1 0,0-2-771,0-2 1,0-3-1,1-4 969,2-2 0,1-7 0,4-5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2.2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 7853,'0'-6'-521,"0"1"611,0 3-492,0-1 1,1 3 401,2 0 0,-1 0 0,2 0-7,0 3 0,-1 2 0,-1 3 0,1 0 179,-2 3 0,0-1 0,-1 3 1,0 2 714,0 3 0,-2 3 0,-1 3 0,1 1 47,1 1 0,2-2 1,1 1-1,2 0-1032,3-3 0,0-2 0,4-7 1,1-5 43,1-5 0,2-4 1,0-4-1,-1-7-156,-4-5 1,-2-4-1,-1-5 1,-3 0-336,0 0 0,-2 1 0,-2 2 0,-3 0 459,-3 2 0,-1 3 0,-1 1 0,0 5-49,0 4 1,-2 5 0,-1 1-586,1 1 1,4 1 377,1 0 1,4 0 0,1 0 0,4 0-38,3 0 0,2-1 0,1-1 1,1-2 378,-2 0 0,1 2 0,0-1 0,1 3 0,-1 0 0,-2 0 0,0 0 0,0 1 389,-3 5 0,1-1 0,-3 7 0,-1 0 862,2 4 1,-3 1 0,2 3 0,-3 1-580,0-1 1,0 2 0,0 2 0,0 0-444,0 0 0,0-4 1,0-1-1,0-2-146,0-1 1,0-6-1,0-4-312,0-4 0,3-10 0,0-9-442,-1-3 1,-1-2 0,1-4 0,2-1 354,0-2 0,-2 3 0,1 1 0,0 1 357,0 3 0,4 3 1,0 1-1,4 5 95,1 4 0,2 6 0,2 3 0,2 7 93,1 7 1,0 6-1,-3 4 1,0 4-165,0 2 0,-4-4 0,-2 2 0,-3-3-1333,-2-2 0,-3-6 0,1-2 1268,-2-1 0,-5 0 0,0 1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2.9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176 80 7853,'0'-11'0,"-1"2"0,-2 1 685,-2 2 0,-3 0 0,-3-2 1,-2 0-269,-2 0 1,0 2 0,0 2 0,-2 0 35,0 3 0,3 4 0,2 5 0,0 6-44,2 7 1,5 1 0,2 7 0,3 0-302,3 2 1,2-2 0,3 4 0,3-1-149,2-2 1,3-6-1,2-3 1,1-4-591,-1-4 1,2-9 0,1 1 0,0-4-602,0-3 0,-2-6 0,2-7 0,-1-2 421,1-5 0,-4-2 0,2-2 810,-2 0 0,-1-5 0,0 3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3.2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1 7853,'-7'1'123,"1"1"0,-1 3 0,2 4 1,-1 1-1,0 5 244,0 2 1,4 1 0,0 4 0,2 0 367,2 1 0,4-2 1,4-1-1,4-2-792,1-3 1,2-5 0,0-2 0,1-5-132,-1-2 0,-2-2 1,3-1-1,-3-5-172,-1-3 0,-5 1 1,-1-5-1,-5 0 287,-2-1 0,-1-1 0,-1 1 0,-2 1 346,-5 0 0,-1 4 0,-5-4 0,0 1-25,-1 0 0,-1 2 0,0 3 1,0 0-242,0 0 1,3 3 0,0 3-2017,2 1 900,0 1 1,10 3 0,4 2 1108,3-1 0,5 7 0,2-2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3.7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57 7853,'-3'8'565,"2"0"1,-2 0 0,2 1 0,1 0 0,0 3 232,0 0 0,0 0 0,0 3 0,1 2-608,2 0 0,-1 3 1,2-2-1,0 1-163,1 1 0,-2-6 0,1 1 0,0-3-100,-3-2 0,1-5-251,1-2 1,-2-6 0,1-6 0,-1-6 100,-1-6 0,0-3 0,0-2 0,0-1 39,0-2 0,3 3 1,0 1-1,-1 1 99,2 3 1,-2 6 0,3 0 0,0 2 54,0 4 1,2 3 0,-3 4 0,2 4 251,-1 4 0,-1 4 0,3 4 0,-2 1 101,1 1 0,-1 3 1,-1 2-1,1 0-38,-1 1 1,-1-4 0,1 3 0,0-3-1,-3-3 0,0 1 0,-1-6-450,0 0 1,0-5-1,0-6-161,0-6 1,0-6 0,0-6 0,0-2 35,0-2 1,0-4 0,1 0-1,2 2 114,2 0 1,2 4 0,2 3-1,1 2 82,1 2 0,3 6 0,-1 6 485,2 1 1,-1 5 0,-2 4 0,0 5 0,-1 3-211,0 2 0,-3 3 1,1 2-1,-3-1-675,0-1 0,-2-2 0,-1 1 0,-2-3-469,-1-5 0,0-4 963,0-5 0,0-8 0,0-7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4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9240,'0'8'1243,"0"0"0,1 2-727,1 1 1,-1 1 0,2 1 0,-1 3-255,0 1 0,0 3 0,2 1 0,0 1-95,-2 2 1,1-5-1,0 2 1,-1-3-284,-1-2 1,-1-4 0,0-1-128,0-2 1,0-5-31,0-4 1,0-4-1,0-4 1,1 0 148,1 0 0,0 0 0,2 0 1,1 0-112,-1 0 1,3 3 0,2 0 0,2 2 141,-1 1 0,-1 1 0,-1 2 0,1 1 327,1 4 1,-3 1 0,1 2-1,-1 1 443,0 4 1,-3-1-1,-1 1 1,-2 2-248,-1-2 1,-1 0 0,-2 1-1,-2-2-339,-2-2 1,-1-2 0,-1-2 0,-1-1-451,-1-4 0,-3-2 0,2-2 0,-1-4-903,3-1 1,0-1 0,1-1 0,0-1 254,2 0 0,4-2 0,1 2 0,1-1 1007,1-2 0,3 4 0,2-7 0,3 4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4.4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7853,'8'0'561,"0"0"0,-1 1 1,-1 1-267,0 4 1,-4 4-1,3 1 1,-2 1 0,-1 0 148,-1 1 0,-1-3 0,0 3-1131,0-2 0,-1-1 0,-2-5-2521,-2-2 3208,1-6 0,-3-5 0,3-4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4.5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 9421,'-5'3'-97,"2"-2"1,3 6-1,0-2 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4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17 137 7853,'0'10'0,"0"2"661,0 0 0,3 2 0,-1 2 1,0 0-34,-1 0 1,-1 0 0,0 0 0,1-1-262,2-2 1,-3 2 0,3-5 393,-2 0-810,-1-5 1,0-2 0,0-6-1,-1-5-249,-2-5 1,2-6 0,-4-2 0,1-4-84,-1-4 1,3 2 0,-3-4 0,2 2 66,1 4 1,1 2 0,2 3 0,2 0 625,2 3 0,2 4 0,2 5 0,1 4-49,0 4 0,5 4 1,-3 5-1,1 6 12,1 6 0,-4 5 1,3 4-1,-1 2-431,1 2 0,-3-3 1,0-1-1,-1-3-650,-1-1 0,0-10 0,0 0 0,0-6-1051,0-5 0,1-1 1857,2-4 0,-2-4 0,2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5.1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 18 7853,'-4'3'503,"-3"2"0,1 3 0,-1 0 358,-1 0 0,3 3 1,1 3-1,-1 2-189,1 2 0,2-1 0,-1 2 1,3-2-589,3-1 0,1-1 1,4-2-1,1-2-381,2-2 1,-1-4-1,2 0 1,0-3-580,-3-6 1,3-2-1,-1-9 1,-1-3 268,-2-2 1,-3-2 0,-2-4 0,-3 0 802,0 3 0,3 0 0,0 5 0,-1 3 918,-2 4 1,0 3-462,0 6 0,0 7 1,0 11-1,0 5-534,0 2 0,1 3 0,1 1 0,2-1-773,0-1 1,1-2 0,3-2 0,-2-3-1583,-1-4 1,0-6 2235,4-5 0,-1-2 0,0-1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5.6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1 7853,'0'8'0,"-1"0"0,-1 0 1218,-1 0 1,1 3-1,2 3 1,0 2-253,0 2 1,1 4-1,0 3 1,3 4-956,0 2 0,-1-6 1,2 3-1,2-1-1263,0-2 1,-2-4-1,-1-3 1,0-3-824,-2-5 1,-1-4 2074,-1 0 0,-4-4 0,0 1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6.0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1 129 6352,'2'-8'0,"1"0"1209,-1 0 1,2 3 0,1 3-555,3 1 1,-3 0 0,0-1-1,2 0-750,0 0 1,1 1 0,0 1 0,0-1-1086,0-2 1,0-1-1,0-4 1180,0 0 0,3-4 0,2 0 0</inkml:trace>
  <inkml:trace contextRef="#ctx0" brushRef="#br0" timeOffset="1">193 17 6727,'0'15'0,"0"-1"914,0 0 0,0-3 0,0 4 1,0 2-412,0 0 1,0 0 0,0-2-1,0-2-529,0-2 0,0-2-2465,0-1 1,0-4 2490,0-4 0,3-8 0,2-4 0</inkml:trace>
  <inkml:trace contextRef="#ctx0" brushRef="#br0" timeOffset="2">193 1 6023,'-5'0'0,"2"0"0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6.3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24 7853,'0'11'644,"0"3"0,0 2 340,0 2 0,0-1 0,-1 3 0,-1-1-298,0-1 1,-1 2 0,4-2 0,1 0-517,4 0 0,2-4 0,2-1 0,1-2-554,2-1 1,0-4 0,3-4 0,-1-2-469,-2-2 1,-1-4 0,-4-4 0,-1-4 495,-1-1 1,-3-2 0,-3-1 411,0 0 0,-3-1 0,-3 2 1,-1 0-7,-1 1 0,0-1 0,-1 6 1,-1-1-1,0 0 21,0 3 0,4 0 0,0 1 0,0 0-2490,-1 0 1044,2 3 1,2 3 1374,3 4 0,3 3 0,2 3 0</inkml:trace>
  <inkml:trace contextRef="#ctx0" brushRef="#br0" timeOffset="1">193 16 7853,'21'0'-294,"-3"0"1,-2 0 47,-2 0 0,-3 0 1,-3 1-1,0 1 1437,0 4 1,-2 2 0,-2 2 0,1 5-199,-1 2 0,-2 4 1,0 2-1,-1-1-705,-1 0 1,0-4-1,-1 2 1,0-2 173,-2-3 0,-1-5-668,2-2 1,1-5 160,-2-6 0,2-5 0,1-5 1,-1-3-267,-1-3 0,1 2 0,-2-5 0,2 0-80,1-1 1,0 2 0,0 3 0,1 1 705,2 1 1,-1 3-1,3 3 252,1 1 0,1 4 0,2 3 0,1 2-411,1 2 0,-1 6 1,-1 7-1,1 2-322,1 5 0,-1 1 0,-2 1 0,0 0-973,0 0 1,-3-3-1,-2 0 1,0-2-3039,0-1 4177,-1-5 0,2-1 0,0-4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46.7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1 7923,'-8'1'0,"2"1"50,1 0 1,0 4 0,-3-4-505,0 0 454,0-1 0,0 3 0,-1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53.9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0 167 7853,'1'-4'948,"1"0"-128,3 1 1,3-1 0,4 1 0,2-1-692,3-3 1,3 0 0,2-4 0,3-1-296,1 0 0,-5 2 0,1 0 0,-2 0 83,-2 3 0,-5-1 0,-1 3 83,-2 0 0,-5 0 0,-2 1 0</inkml:trace>
  <inkml:trace contextRef="#ctx0" brushRef="#br0" timeOffset="213">154 141 7853,'-4'7'0,"1"0"343,0 1 0,-2 0 0,3 2 0,-1 1-57,0 1 0,0 0 0,2 5 0,-2 2 163,2 1 0,0 4 0,1 3 1,0 1-352,0-1 0,0-3 0,0-2 0,1-1-783,1-3 0,0-6 0,5-4-134,2-4 0,0-8 1,0-4-1,-1-4-335,1-1 1154,-1-4 0,-1-2 0,-1-4 0</inkml:trace>
  <inkml:trace contextRef="#ctx0" brushRef="#br0" timeOffset="763">244 128 7853,'4'-6'655,"-2"0"0,-1 1 35,-1 1 0,0 4 1,0 1-241,0 5 0,0 6 0,0 0 1,0 3-217,0 4 0,0-1 0,0 4 0,0-1-86,2 1 0,-1 0 0,1-2 0,0 0-269,0-2 1,-1-4-1,3-1 1,-1-4-283,-2-1 1,3-5 0,-1-1 57,1-4 1,1-2 0,0-5 0,0-2 0,0-3-6,-1-3 0,0-2 0,3 0 0,-1 0 235,1-1 1,-1 3 0,0 1 0,0 3 527,-2 3 1,2 3-15,-2 3 1,1 4-1,0 7 1,-3 5-120,-2 2 0,1 4 1,1-1-1,0 1-249,-1-1 1,0 1-1,-1-1 1,0-1-789,0-1 1,1-2 0,0-2 0,2-3 41,0-1 0,2-3 1,0-3-1,0-2 715,0-3 0,1-3 0,3-1 0,-2-1 0,1-1 0,-2 2 0,0 0 0,1 0 0,-1-1 0,-1 4 0,-1-1 314,1 0 0,0 1 0,1 0 0,-1 0 164,-1 0 1,-2-5-1,1 3 1,-1-1-1,0-2-250,-1 0 1,-1-1 0,-1-2 0,-2 1-15,0 1 0,-2 0 0,-3 3-156,-1 2 0,0 3 1,1 4-1,0 3 0,0 4 250,1 3 0,0 4 1,1 6-1,2 1 172,2 1 0,1 1 0,2 2-269,1 0 1,5 0 0,3-6 0,2-1-390,1 0 1,3-5-1,1-8 1,2-5 0,1-7-5560,1-7 5737,2-4 0,2-8 0,1-1 0</inkml:trace>
  <inkml:trace contextRef="#ctx0" brushRef="#br0" timeOffset="1248">898 0 7549,'0'7'-142,"0"0"1,0 1-1,0 4 773,0 2 1,-2 6 0,0 6 0,1 6-287,0 3 1,1 4 0,0 0 0,0 0-177,0-1 1,3-7-1,0-2 1,2-6-478,2-6 1,-2-8 0,4-3 0,0-3-914,2-1 0,1-8 0,0-4 1221,-1-4 0,4-6 0,-2 0 0</inkml:trace>
  <inkml:trace contextRef="#ctx0" brushRef="#br0" timeOffset="1496">1078 180 7853,'-4'9'0,"-1"2"191,0 4 1,0 0-1,-1 3 1,1 3 406,1 1 1,2-1 0,0-1 0,2-1-316,2-2 1,1-6-1,2-1 1,3-4-357,1-4 1,1-2 0,2-3 0,1-4-107,1-5 0,-3-4 1,-1-5-1,0-2-99,0-2 1,-3 0 0,0-4 0,-5 1-22,-1 0 1,-1 5-1,-1 2 1,-1 2 67,-2 4 1,-4 1-1,-3 6 1,-1 2 48,-1 3 1,0 6 0,1 1-1,1 2-98,3 3 0,1-2 0,1 2 0,2 0 280,1-1 0,3 1 0,0 0 0,0 1 0</inkml:trace>
  <inkml:trace contextRef="#ctx0" brushRef="#br0" timeOffset="1830">1232 141 7853,'-1'11'0,"-1"0"0,1 1 0,-3 3 0,1 0 558,-1 1 1,3 0-1,-2 3 1,1-1-150,-1-1 1,1-3 0,2 1 0,-2-2-293,0-2 1,0-2-1,3-3 1,0-1-216,1-1 1,3-3 0,-1 1 0,1-4-166,0-5 1,0-2 0,0-5-1,1-1-92,3-5 1,-2-2 0,3-5 0,0 0 108,0 0 1,-1 2 0,1-2-1,0 2 246,0 2 0,-2 4 0,2 1 0,0 4 69,0 4 0,-2 5 0,1 4 0,-2 3-76,-1 4 1,-2 4 0,-2 6 0,-1 3 280,-1 4 0,0 0 0,-1 3 1,0 2-345,-2 0 0,-1 1 0,2-4 0,1-2-474,0-1 1,1-5 0,0-3-1,0-3 544,0-2 0,6-5 0,1-1 0</inkml:trace>
  <inkml:trace contextRef="#ctx0" brushRef="#br0" timeOffset="2163">1514 77 7853,'-7'7'0,"-2"2"0,2-1 0,-3 2 0,0 0 710,3 2 1,-1 0 0,3 3 0,0-2-144,0 0 0,4-2 0,-1-1 1,1-1-540,1-1 1,3-4 0,1-2-1,3-1-272,1-1 1,2-3 0,1-1 0,0-3 30,0-1 0,-1-2 0,1-2 0,0 1-626,1 3 0,-1 1 1,0 3 820,0 2 1,-2 7 0,-3 4 0,-2 5 624,-2 6 1,-2 5 0,0 7-1,-3 2 315,-3 1 1,-3-3 0,-2 1-1,-1 0-523,-1 0 1,3-5 0,-1 1 0,-1-6-285,0-3 0,2-8 0,2-2 0,1-5-769,0-3 1,3-4 0,0-5 0,2-3-821,0-5 1,1-1 0,2-3 0,1-1-866,3-2 2339,0 5 0,5-7 0,0 4 0</inkml:trace>
  <inkml:trace contextRef="#ctx0" brushRef="#br0" timeOffset="2396">1642 308 7853,'7'0'0,"0"1"0,1 0 0,0 1 735,0 0 0,0-2 1,0-2-1,0-3-261,0 0 1,-3-2-1,-1 0 1,-1-2-254,1-1 1,-3-2 0,1-1 0,-4-1-138,-2-1 1,-2 2-1,0-1 1,-1 4 144,-2 4 1,1 4-1,-1 0 1,-1 4-27,2 5 0,1 5 0,1 5 0,0 3-171,2 4 1,-1-3 0,3 4 0,0-2-511,2 0 1,0-4 0,2-1-1,3-1-959,0-3 1,4-3-1,0-4 1,1-2-492,2-5 1928,0-6 0,1-4 0,-1-3 0</inkml:trace>
  <inkml:trace contextRef="#ctx0" brushRef="#br0" timeOffset="2641">1777 237 7853,'0'7'516,"0"-1"229,0 1 0,-2 0 1,0 1-1,0 2 0,1 2-112,-1 1 1,1-1-1,-2 5 1,1 1-467,0 3 1,-1-2 0,2 0-1,-2 1-241,-1-2 0,2-4 1,-1 1-1,0-4-195,1-2 1,2-4 13,0-5 1,0-3 0,0-9 0,0-3 191,3-3 0,-1 0 0,3-3 0,2 0 127,1 0 0,2 1 0,0-2 0,1 2-405,2-2 1,-3 3 0,5-3 0,2-2-991,3 1 1,3 0 0,3-1 1330,2 0 0,4-6 0,3 4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57.6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23 7853,'0'-7'674,"0"1"1,0 2-25,0-1 1,0 5-1,0 0 1,1 4-103,1 4 0,0 3 0,1 6 1,1 5-309,-1 5 1,1 3 0,1 3 0,-2 2-462,0 1 1,2 0 0,-3 1-1,-1-2-659,0-3 1,-1-8 0,0-2 0,0-6-951,0-2 0,-1-7 1830,-1-3 0,-2-5 0,-2-3 0</inkml:trace>
  <inkml:trace contextRef="#ctx0" brushRef="#br0" timeOffset="244">1 298 7853,'0'-10'414,"0"1"1,1 3-1,0-1-302,1 1 0,3 2 0,-1-1 1,2 0-17,1 0 1,2-1-1,1 1 1,1 1-537,2-1 0,-2 1 1,4 0-1,-1-1-603,-1-1 0,0 0 1043,-1-1 0,1-5 0,0-1 0</inkml:trace>
  <inkml:trace contextRef="#ctx0" brushRef="#br0" timeOffset="731">225 29 7853,'-4'1'2630,"1"1"-2269,0 2 1,0 3 0,1 0 0,0 3 184,1 0 0,0 1-351,1 4 0,0 2 1,1 4-1,0 2 1,2 0-1,0 2-114,0-1 1,1-2 0,-1-2-1,0-2-455,0-3 1,1-4 0,-1-3 185,0-3 1,-1-2 0,2-5 0,0-1-96,-1-4 0,-1-4 0,3 1 1,-1-1-14,-1-2 1,3 1-1,-2-4 1,0 0 240,0 2 1,1 0-1,0 2 1,0 1 207,-1 0 1,1 3-1,1 0-82,1 3 1,-3 3-1,-1 2 1,0 3 206,-1 4 1,1 2 0,-1 6 0,1 0-248,0 2 1,1 0 0,-1 1 0,-1 0-333,0-3 0,-1-4 0,2-1-726,0-1 0,0-3 628,4-4 1,-1-4 0,0-3 0,-1-2 266,-1-2 1,-2 0-1,3 0 1,0-1 181,0 0 0,0-1 0,-2 2 0,1 1 284,-1-1 0,1 2 0,1-2 0,-1 2 72,1 0 1,-2 1 0,0 0-1,-1-1-53,0 1 0,2-1 0,-1 1 119,-2 0 0,0 1 0,-2 1-394,-1-1 1,-2 2-1,-2 1 1,-1 1 105,1 1 1,-1 0 0,0 1 0,0 2-21,1 3 1,1 1 0,-1 4 0,2 1-42,2 2 1,1 1 0,1 2-1,1 1 215,1 3 1,2-3 0,5 1-1,2 0-668,1-1 1,3-4 0,2-2 0,1-4-1062,1-5 0,-2-3 1,5-5 1390,1-5 0,2-8 0,-2-5 0</inkml:trace>
  <inkml:trace contextRef="#ctx0" brushRef="#br0" timeOffset="1081">796 74 7853,'0'-6'9,"0"-1"226,0 1-235,0-1 0,0 1 0,0-1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06.4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77 7853,'0'-6'288,"0"2"0,0 0 2142,-3 1-1730,3-2 1,-3 6 0,3 0-401,0 5 0,0 5 0,1 2 0,1 4-152,2 4 1,0 0 0,0 4-1,0 0-107,0 2 0,1-4 1,0 3-1,0 0-116,2-2 0,-3-4 1,0-2-1,1-1-515,-2-3 0,2-4-616,-3-1 855,0-5 1,-4-4-1,-3-6 155,0-2 1,-2-4 0,1 0 0,-1-3 229,1-2 0,0 0 0,-1-4 0,1-1 187,-1-1 1,4 2-1,1-2 1,1-1-36,1-1 0,1 3 1,1-3-1,4 0 98,2 3 1,3 2-1,-1 4 1,1 2-74,0 2 0,-6 6 1,2 2-47,-1 2 0,-3 7 0,1 2 0,-1 0 25,-2 3 1,-1 0 0,-1 2-1,-2-1-74,-1 0 0,1-3 0,-2 2 0,1 0-53,1 0 1,-1-3 0,2 1 0,0-1-74,2 1 0,0-1 0,0 1 0,3 2-159,1 0 0,4-2 1,3 2 29,1-1 1,1 4 0,1-1 0,0 1 98,1 1 1,1 3-1,-2-2 1,-3 1-1,-1 1 278,-2-1 0,-2 0 0,-1 1 38,-3-2 0,-2-2 0,-2-1 0,-3-2 0,-3-2-81,0-2 0,-3 0 1,0-4-1,-1-1-431,-1 0 0,0-2 0,1-1 0,1-2-1293,0-2 1,3-3 0,0-2 0,3-1-73,3-1 1,1 0 1600,1-2 0,0 1 0,0-2 0</inkml:trace>
  <inkml:trace contextRef="#ctx0" brushRef="#br0" timeOffset="328">264 129 9180,'-4'6'588,"-1"0"1,1 3-1,-2 0 1,-1 1 92,1 2 0,2-2 0,2 2 1,1 3-331,1 0 1,1 0 0,1 1 0,3-1-403,3-1 1,2-4-1,3 2 1,0-4-577,2-2 1,-2-4 0,1-1 0,0-3 135,0-4 1,-1-3 0,-1-5 0,-1-1 169,-3-2 1,-3-2 0,-1-1 0,-1 0 459,-2 1 1,0 4 0,-1 1 0,0 3 1355,0 2 0,-1 5-854,-1 2 0,1 2 0,-1 5 0,2 3 1,0 4-706,0 3 1,0 0-1,0 1 1,2 0-700,3-2 1,-2-1 0,2-1 0,0-2-50,3-3 1,-2-4-1,2-3 1,0-3 811,1-4 0,-1-5 0,2-4 0</inkml:trace>
  <inkml:trace contextRef="#ctx0" brushRef="#br0" timeOffset="543">508 64 8084,'0'7'1026,"0"-1"1,2 1-1,0 2 1,0 2-1,1 1 1,1 3 22,2 2 0,-1 3 0,1 3 0,1 4-871,0 1 1,0-2 0,-1 0 0,-1 0-683,-1-2 0,-1-5 0,2 0 0,-3-3-2997,-1-2 1,-2-4 347,-1-3 3153,-2-4 0,-8-3 0,-1 0 0</inkml:trace>
  <inkml:trace contextRef="#ctx0" brushRef="#br0" timeOffset="778">488 315 7853,'3'-4'316,"1"-2"0,2 3 0,1-2 652,-1 1 1,3 2 0,0-2-570,1-1 1,1 0-1,1 0 1,1 0-1,1 0-966,1 0 1,-3-2 0,2-2-2029,0-2 2595,3-1 0,-3-3 0,2-2 0</inkml:trace>
  <inkml:trace contextRef="#ctx0" brushRef="#br0" timeOffset="1531">899 148 7396,'-6'-5'920,"2"1"1,-2 3 677,2-1-1089,1 1 0,1 2 1,4 1-1,2 5-105,2 3 0,0 5 0,1 3 0,0 2-173,2 4 1,-2 1-1,1 0 1,-1 1-66,0 0 1,-3-3-1,0-1 1,-2-2-200,0-3 1,-1-5-211,-1-1 1,0-8 0,-1-2 0,-1-8-93,0-4 0,-2-2 0,1-5 0,0-3 38,1-1 1,-1-2 0,1-3 0,0-1 92,1 1 0,2 2 0,2 0 1,1 1 11,3 2 1,0 6-1,3 5 1,0 3 400,0 5 1,1 3 0,1 5 0,0 6-12,-2 7 1,1 3 0,1 4 0,-1 2-45,-3 1 0,0-2 0,-3-1 0,0 0 200,-1-3 0,-2-3 0,0 1 1,-1-4-101,-1-3 0,0-4 1,-1-1-86,-1-1 1,1-4-1,-2-3 1,1-4-449,0-4 0,0-3 1,2-3-1,0-2 12,0-3 1,0 0-1,1-5 1,1-1 10,2 1 0,2 2 0,0-1 177,1 3 1,2 1 0,1 4 0,1 4 0,-2 3 343,1 3 0,-1 4 1,-1 2-1,0 5 34,0 4 0,-1 3 0,-1 3 0,0 2-229,0 2 1,-3-1 0,3 2 0,0-3-537,0-1 1,0 0-1,1 2 1,-1-2-808,1-2 0,0-4 0,0-4 1273,2-2 0,2 1 0,-1-2 0</inkml:trace>
  <inkml:trace contextRef="#ctx0" brushRef="#br0" timeOffset="1824">1354 180 7853,'-3'6'999,"2"3"0,-3 2 1,-1 2-1,0 1 0,0 2-214,1 0 0,2 1 1,0 2-1,2-1-257,2-1 0,2-6 1,3 0-1,1-4-595,3-3 0,-1-1 0,1-3 0,0-3-502,1-4 1,1-3 0,-2-6 0,-1-3 50,-1-1 0,-6 1 0,1-4 0,-2 1 148,-2 2 1,-2 4 0,-1 2 0,-4 2 270,0 0 1,-3 4 0,-1 0 0,-1 3 127,-1 3 0,1 1 0,-1 2 0,0 0-566,0 1 1,3 3 0,2-1 0,3 2-105,3 1 0,1-3 0,2-1 0,1 0 641,3-1 0,3 1 0,2 1 0</inkml:trace>
  <inkml:trace contextRef="#ctx0" brushRef="#br0" timeOffset="2091">1489 135 7853,'6'9'0,"-1"1"878,-1 0 1,-2 2 0,2-1-365,-1 1 0,-1 2 0,0 1 0,0 2 1,-1 1-105,0 1 0,-2 1 0,0-1 0,-1-1-166,0 0 1,2-3 0,-1-3 0,0-1-557,-2-2 0,1-6 202,2-3 0,0-6 0,0-4 1,0-3 208,0-2 1,0-1-1,0-4 1,0 1 193,0 0 1,2 0 0,1-1-1,1 1-180,1 0 1,-2 2 0,1 3 0,-1 0-859,1 1 0,0 0 1,3 1-1,-1 2 224,1 1 1,1 5 0,1 2 0,-1 1-3851,-1 1 4371,-1 6 0,3 4 0,1 6 0</inkml:trace>
  <inkml:trace contextRef="#ctx0" brushRef="#br0" timeOffset="2356">1669 257 7853,'6'6'313,"0"1"0,1-2 1,-1 0 81,1 0 1,-1-4 0,1 1 0,-1-2 111,0-2 0,0-2 0,-1-5 0,-1-2-195,1-1 0,-2-1 0,-1-1 1,-1-2-208,-1 0 1,-1 1 0,-1-1 0,-3 2 100,-3 1 0,0 5 0,-2 0 0,-2 3 180,0 3 1,2 1 0,-1 3 0,-1 2 83,0 5 1,2 3-1,3 3 1,1 2 9,2 4 1,2 2 0,0 3 0,2 0-241,2 2 0,5-4 0,3 1 0,2-3-126,1-3 0,1-4 0,0-5 0,2-3-1013,0-5 1,-2-2 0,1-5 0,0-4-1103,-1-4 1,1-5 0,1-4 0,1-3 2000,-1 1 0,1-3 0,2-2 0</inkml:trace>
  <inkml:trace contextRef="#ctx0" brushRef="#br0" timeOffset="2848">2246 116 7853,'0'-7'181,"0"1"0,-1-1 497,-1 1 0,-2 2 0,-2-1 0,0 0-74,-1 0 0,-2 1 0,-1 2 0,-1 1-197,-2 1 1,3 4-1,-2 2 1,2 2-133,0 2 0,3 1 0,0 2 1,4 0-144,3 2 0,0-3 1,3 3-1,4 0-168,3 0 1,2 0 0,1 1 0,2-2-174,2-2 0,-1 0 1,0 0 56,-1-2 0,-2 2 1,0-3-1,-4 0 1,-2 1 181,0 0 1,-4-2 0,-1 1 0,-4-2 204,-5-1 1,-1 1 0,-4-2 0,-2 0-236,-2 0 1,1-3 0,-2 1 0,-1 0-151,0-1 0,-1-2 0,2 0 0,2 0-1078,2-3 0,3 0 0,2-4 0,3 0-2495,3-1 3723,1 1 0,4-3 0,1 4 0</inkml:trace>
  <inkml:trace contextRef="#ctx0" brushRef="#br0" timeOffset="3129">2304 282 7853,'16'-3'333,"-2"1"1,-1 1-1,-2 0 1,2-1-1,-3-2 1,0-2 804,-2 0 1,-1-1 0,-1-2 0,-2-2-800,-2-1 0,-1-1 0,-1 1 0,-1-1-209,-1 0 1,-1 0-1,-4 1 1,-1 1-96,-1 3 1,-2 3-1,0 1 1,-1 1 195,-1 2 1,0 4 0,1 3 0,1 4 0,0 2 1,3 4 0,0 2 0,1 2 21,3 4 1,1 1 0,3 0 0,1 0 16,1 1 1,4-5-1,5 2 1,1-4-476,1-2 1,1-8 0,0 0-1,1-3 226,2-3 0,-3-4 0,1-5 0,-1-5-1128,-2-3 1,1-2 0,-2-4 0,0 1-3093,0 0 0,-1 0 4198,1-1 0,-1-2 0,3 0 0</inkml:trace>
  <inkml:trace contextRef="#ctx0" brushRef="#br0" timeOffset="3395">2554 84 7853,'-10'0'0,"1"0"741,2 2 1,-1 2 0,-1 3 0,1 2 0,1 2 455,1 3 1,-1 1 0,2 5 0,0 2-379,3 2 1,1 2-1,1-2 1,0 0-448,0-3 1,3-2 0,2-3 0,0-4-119,2-2 1,0-2-1,1-4-1169,0-2 1,3-1-1,-2-2 1,0-1 0,1-3-1427,0-3 0,0-3 0,1-3 0,-2-2 2341,1 0 0,-3-1 0,2-2 0</inkml:trace>
  <inkml:trace contextRef="#ctx0" brushRef="#br0" timeOffset="4128">2611 141 8198,'-3'7'853,"-2"-3"1,3 0 0,0 1 15,2 1 1,0 1 0,0 1 0,0 1-407,3 1 0,0 0 0,3 2 0,2-2-522,0-1 1,0-1 0,2-1-1,0-2-209,0 0 0,-2-2 1,2-4-1,0-1-105,-2-3 1,-2-4 0,-2-3 0,-1-3-129,0-1 0,-2 1 0,1-1 0,-1 3 1478,-1 3 0,0 2-150,0 1 1,2 4-1,1 4 1,-1 5-537,1 4 1,2 5 0,-1 1 0,2 2-458,1 1 0,-1-4 1,0 2-1,1-2-685,-1-3 1,1-4 0,-1-2-1020,0-2 1,-1-6 0,-2-4 0,0-4 1869,-1-2 0,-1-2 0,0 0 0,2-2 0,-2 0 0,0 4 0,-1 0 0,2 1 0,0 1 0,0 4 0,-1 0 763,1 3 1,-1 1-1,2 5 1,-1 2 304,0 2 0,2 1 1,-1 3-1,0 0-731,0 1 1,0 2-1,-2 0 1,1 0-33,0 0 0,0-1 1,0 3-1,0 1-470,-1-1 0,-1-3 0,0 0 0,0 0-1543,0-4 1,0-1 1431,0-2 0,0-6 0,0-4 0,0-5 256,0-4 1,0-2 0,0-2 0,0 0 491,0-3 1,0 5 0,0-4 0,2 2-296,0 1 1,1 1 0,-1 0-1,1 1-718,1-1 1,2 4 0,-2-1 0,2 4-345,0 2 0,1 2 0,1 0 0,1 2 321,1 4 1,-1 2-1,2 4 1,-1 3 563,0 1 0,0 1 0,-2 0 0,1 0 208,-2-1 1,1 1 0,1 0 481,2 0 1,-4-3-1,1-2 1,0-3 70,-1 0 1,1-4 0,0 1 0,0-2-373,0-2 1,-1-2 0,0-4-1,-1-1-370,1-1 1,-4-2-1,-1-2 1,-1-2 50,-1 0 1,0 1 0,0-1 0,-1 0-270,-4 2 1,1 1 0,-5 2 0,0 2 166,-2 0 0,2 4 1,-1 1-1,2 3 326,-1 4 1,1 1 0,1 4 0,1 4 470,-1 2 1,4 0 0,0 3 0,1 2 78,0 2 1,0-3-1,2 3 1,0-1-359,0-2 1,2 1 0,3-3-1,0 1-774,2-2 1,-1-3 0,1-1-1,1-2-1449,1-2 0,0-3 1,0 0-1,1-2-5028,0-3 6765,2-2 0,-2-3 0,2-1 0</inkml:trace>
  <inkml:trace contextRef="#ctx0" brushRef="#br0" timeOffset="4443">3214 257 9847,'0'6'1225,"0"1"-1495,0-1 270,0 0 0,3 1 0,1-1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6:59.8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321 6 7815,'3'-1'1598,"0"-1"-1211,-3 1 1,0-1-1,0 4-165,0 3 0,0 0 0,0 3 1,-2 1-114,0 4 0,0 2 1,2 5-60,0 2 0,0 1 0,0 3 1,0 1-1,0 1-41,0-1 1,0-1 0,0-1 0,0-1-36,0-3 0,0-6 1,0-3-1,0-2-24,0-2 36,0-4 1,0-2-689,0-4 1,2-1 548,0-4 1,2 1 451,-2-1 1,1 1-317,-3 0 0,0 2 0,2 1 44,0 0-6,0 3-1048,-2-6-198,0 5 0,0-2-132,0 0 1357,0 3 0,3-6 0,0 3 0</inkml:trace>
  <inkml:trace contextRef="#ctx0" brushRef="#br0" timeOffset="400">340 231 7853,'-3'-4'530,"2"-2"-123,-1 2 0,2-2 0,0 0 0,0-1-124,2 1 1,3 2 0,3 0 0,3-1-168,1 2 1,2 0 0,1 3 0,2 0-83,1 0 1,-1 1 0,0 3-1,-1 3 45,1 2 1,-4 2 0,0 2-1,-5 0 12,-3 2 1,-2-1 0,-3 3-1,0 0 142,-3 2 1,-3-4 0,-5 4 0,-1-3-95,-3-2 1,-2 0 0,-1-3 0,0-1-286,1-4 1,2-3 0,-2 0-1,2 0-451,0-1 0,4-4 1,2-3-1,1-3-241,2-3 0,4-1 0,0-1 1,2 0 78,2 0 1,2 0 758,2-2 0,3-1 0,1-4 0</inkml:trace>
  <inkml:trace contextRef="#ctx0" brushRef="#br0" timeOffset="740">565 57 9499,'0'7'876,"0"0"0,0 1 0,0 3-465,0 1 1,-3 4-1,1 1 1,-1 2-207,0 3 0,0-1 0,2 3 0,-2 1-726,2-3 0,1-2 0,2-2 0,2-2-452,2-3 0,3-5 0,-1 0 1,1-3-285,0-3 1,-1-6 1256,3-3 0,-1-6 0,3-1 0</inkml:trace>
  <inkml:trace contextRef="#ctx0" brushRef="#br0" timeOffset="1045">680 205 9217,'-2'6'986,"-1"1"0,-1 3-479,-1 3 0,3 2 0,-1 4 0,3 1-251,0-1 0,0-2 0,3-2 1,1-2-330,2-3 0,1-7 0,1 1 1,1-5-170,1-3 1,-2-5-1,0-4 1,-1-4-141,0-4 1,-2 1 0,0-1 0,-3 1 140,-1 1 1,-1 0 0,-1 2 204,-1 2 0,-2 3 0,-2 3 0,-1 2 0,-1 2-347,-1 2 0,1 0 1,1 3-378,1 0 1,0 3 0,2 1 759,2 2 0,1 0 0,4 0 0,0 1 0</inkml:trace>
  <inkml:trace contextRef="#ctx0" brushRef="#br0" timeOffset="1162">860 102 8878,'-8'1'0,"1"1"525,-2 2 1,0 2-1,1 1 1,-1 0 192,-1 1 1,2 3-1,-1 3 1,3 3 70,2 1 0,-1-2 1,3 3-1,1 0-601,2-1 1,3-2-1,2-1 1,1-2-962,2-2 1,-1-2 0,2-3 0,0-2-581,0-2 1,0-2-1,3-2 1,0-3 114,0-3 1,-2-2 1237,2-5 0,-2-2 0,5-2 0</inkml:trace>
  <inkml:trace contextRef="#ctx0" brushRef="#br0" timeOffset="1532">988 38 7853,'-1'7'992,"-1"-1"0,1 1 0,-3 1 0,0 2 0,2 2 0,-1 4-295,1 2 0,-1 2 0,1 2 0,0 3-719,-1 2 0,3-3 1,-2 1-1,1-2-303,1-1 1,0-7 0,1 0 0,1-5-929,2-5 1,2-1 0,0-4 0,0-1 30,1-1 1,-1-4-1,1-5 1222,-1-1 0,3-1 0,1 0 0</inkml:trace>
  <inkml:trace contextRef="#ctx0" brushRef="#br0" timeOffset="1726">1065 141 7853,'-7'6'921,"1"1"1,0 1 0,-1 1-315,1-1 0,-1 1 0,2 2 0,0 1-300,0 1 0,4 0 0,-1-1 0,1-1 110,1 0 0,1-4 1,1 0-1,3-2-725,3-2 0,0-1 0,2-3 0,0-1-943,0-2 0,0-1 0,2 0 1,0-3 129,-2 1 0,1 0 0,1 1 1121,-1-1 0,1-2 0,-2-1 0</inkml:trace>
  <inkml:trace contextRef="#ctx0" brushRef="#br0" timeOffset="1727">1193 192 8295,'-6'0'1073,"1"1"0,1 1 1,-1 3-447,-1 3 1,0 3 0,-1 6-1,-1 5-454,0 5 0,-3 1 0,2 1 1,1 2-524,-2 0 0,5-7 0,-1 3 0,0-3-1451,1-4 1,0-6 1800,-2-3 0,2-3 0,-4-2 0</inkml:trace>
  <inkml:trace contextRef="#ctx0" brushRef="#br0" timeOffset="1982">32 551 11008,'-4'3'878,"0"2"1,1 3-628,-1 3 1,2 4 0,-1 5-1,0 4-380,1 4 0,1 2 0,-1-1 0,0-1-707,1 0 0,1-6 0,2 1 0,2-5-257,2-3 0,0-6 1,1-3 1092,-1-3 0,3-6 0,1-4 0</inkml:trace>
  <inkml:trace contextRef="#ctx0" brushRef="#br0" timeOffset="2265">173 718 8121,'7'0'623,"-3"0"0,0 0 0,1 0-502,1 0 0,0-1 1,1-2 52,-1-3 0,1 0 0,-1-4 0,0 1-86,-2-2 0,1 1 0,-3 0 1,0-1-67,-2 1 0,0-1 1,0 3-1,-3 2 109,-1 3 1,-4 3-1,0 0 1,-1 1 245,0 3 0,2 3 1,-2 6-1,2 1-20,1 1 0,0 1 1,2 3-1,2 1-299,1 2 1,1-2 0,0 1 0,1-1-366,1-1 0,3-2 0,5-1 0,0-2-791,1-4 1,1-5 0,1-3 0,1-3-536,1-3 0,-2-4 1633,2-7 0,-1-2 0,-2-2 0</inkml:trace>
  <inkml:trace contextRef="#ctx0" brushRef="#br0" timeOffset="2499">359 596 7853,'-4'3'0,"0"1"732,2 2 1,-1 1 0,3 1-1,0 2-300,0 2 0,1 0 0,1 5 0,1-1-18,3 0 1,0 1 0,4 0 0,0-1-395,0-1 1,-3-3 0,2 2 0,-2-1-47,-1 1 1,-2-4 0,-2 2-1,-1-1-253,-1-1 1,-4-2 0,-1 0 0,-4-1-180,-1 0 1,2-4 0,-2 0 0,0-1-310,0 0 1,4 0-1,-1-4 1,2-3-1274,2 0 2040,0-2 0,3-2 0,0-1 0</inkml:trace>
  <inkml:trace contextRef="#ctx0" brushRef="#br0" timeOffset="2736">526 596 7853,'-3'13'462,"0"0"0,-3 0 1,2 0-15,2 2 1,1-3-1,1 3 1,0 1-231,0 0 1,3 0-1,1-2 1,2 1 261,0-1 0,3 1 0,-1-2 1,0 1-393,-1 1 1,0-5-1,-1 5 1,0-1-166,-2-1 1,-1-1 0,-4-2 0,-1-1-167,-2-1 1,-5-1-1,-1-1 1,-1-1-266,1-1 1,-2-3 0,-2 2 0,-1-3-2833,1 0 3340,3-3 0,-4 0 0,2-3 0</inkml:trace>
  <inkml:trace contextRef="#ctx0" brushRef="#br0" timeOffset="3298">904 769 8693,'7'2'1756,"0"1"-1271,2-2 0,-2 2 1,3-1-381,0-1 1,2-1 0,0-2-1,-1-3 1,1-2-44,1-1 0,-3-4 0,-2 2 1,-2 0 37,-1-1 0,-2 2 0,-4-1 0,-2 1-229,-3 1 0,-4 4 0,-2 2 366,-1 1 0,0 2 1,0 2-1,0 3 55,0 4 1,1 3 0,2 2 0,1 1 0,3 2 36,1 1 1,2 1 0,3 4 0,1-2-403,1 0 0,3-4 1,3 0-918,3-1 1,1-4-1,2-3 1,0-5 0,2-1-3660,3-3 4649,-4-3 0,6-4 0,-5-4 0</inkml:trace>
  <inkml:trace contextRef="#ctx0" brushRef="#br0" timeOffset="3529">1238 609 7954,'-11'-2'0,"1"0"684,-2 0 0,1 2 0,-1 0 1,2 2 13,-2 3 1,2 2 0,0 3 0,2 3-116,2 3 0,0 2 1,4 3-1,1 3-363,0 4 0,4-1 0,2 2 0,2-1-641,2-1 1,1-5 0,-1-4 0,-1-1-1181,2-3 0,-3-1 0,1-3-918,0-1 2519,-5-5 0,0-1 0,-3-3 0</inkml:trace>
  <inkml:trace contextRef="#ctx0" brushRef="#br0" timeOffset="3779">1116 872 7853,'-3'-6'-1501,"-1"-1"2515,2 1 0,1-1 1,0 2-575,2 0 1,3 0-1,3 3 1,1 0-387,3-1 1,2 2 0,2-3 0,2 1-587,2-1 0,1 0 0,0-3 0,2-2 404,1-2 128,-5 2 0,9-6 0,-4 2 0</inkml:trace>
  <inkml:trace contextRef="#ctx0" brushRef="#br0" timeOffset="3895">1437 603 7853,'-11'0'136,"0"2"1,1 2-1,-2 2 1,0 2 855,2 0 0,2 1 0,-1 3 0,2 4-102,1 2 0,1 3 0,2 1 0,0 3-444,2 1 1,1-1 0,1 2-1,2-2-353,0-1 0,2-6 1,0 1-1,0-3-3055,0-2 1,-3-3 2961,2-3 0,-3-6 0,2-3 0</inkml:trace>
  <inkml:trace contextRef="#ctx0" brushRef="#br0" timeOffset="4277">1277 846 7853,'0'-3'781,"2"0"-58,0 0 1,1 2 0,-1-2-502,2 1 0,4-1 0,1-2 0,1 1-341,2 1 1,0-1 0,1 2 0,2 0-793,2-1 1,0-1 910,3-2 0,-5 0 0,3-1 0</inkml:trace>
  <inkml:trace contextRef="#ctx0" brushRef="#br0" timeOffset="4487">1546 757 7853,'-3'9'225,"2"4"1,-4-3 0,1 3 258,1 2 1,-2-1-1,2 3 1,0-1-711,0 1 1,1-5 0,2 0-2458,0-2 2683,0-5 0,3-2 0,0-3 0</inkml:trace>
  <inkml:trace contextRef="#ctx0" brushRef="#br0" timeOffset="4488">1539 712 7853,'0'-4'901,"-2"2"1,0 0-22,-2 0-1181,3 2 1,-2-3-1,6 3 411,1 3 1,4-3-111,0 2 0,6-1 0,0-1 0</inkml:trace>
  <inkml:trace contextRef="#ctx0" brushRef="#br0" timeOffset="4735">1655 667 7853,'-6'3'0,"-1"2"855,1 2 0,-3 1 0,1 3 0,0 0 281,1 1 0,2 2 0,2 1 0,0 2-742,2 2 0,0-2 0,1 0 0,1 0 110,1-1 0,2 2 1,4-4-1,0-1-1065,0-1 1,1-7-1,1 1 1,-1-2-1389,0-3 1,0-1-1,-1-2 1,1-3-1308,-1-3 3256,-1-2 0,-1-6 0,1 0 0</inkml:trace>
  <inkml:trace contextRef="#ctx0" brushRef="#br0" timeOffset="4977">1751 769 8463,'-1'7'721,"-1"2"0,2-1 0,-3 2 1,2 0-483,-1 0 1,1 1 0,-1 3 0,1 0-80,1 0 0,0-2 0,0 3 1,0-3-984,0-2 0,3-5-3407,1 0 4230,-1-7 0,3-4 0,-2-4 0</inkml:trace>
  <inkml:trace contextRef="#ctx0" brushRef="#br0" timeOffset="4978">1764 731 7853,'0'-7'1061,"0"1"0,-1 0-516,-1 2-1298,1-2-259,-4 6 1,5-3-1,0 3 1012,3 0 0,3 5 0,0 3 0</inkml:trace>
  <inkml:trace contextRef="#ctx0" brushRef="#br0" timeOffset="5083">1847 789 7853,'0'9'0,"1"0"0,1 2 0,0-3 930,2-1 1,-1-1-1,2-2 1,3-1-621,-1-3 1,1 0 0,-1-3 0,3-2 0,-1-2 0,0-4 0,-2-1 0,-1-2-444,-2-1 1,-2 2 0,0-2 0,-1 1 159,-1 1 0,-3 3 0,-2 2 0,-1 1 214,-3 0 1,2 4-1,-1 1 1,1 2 344,0 5 0,1 2 1,-1 6-1,1 0-121,0 2 1,2 2-1,2 2-403,1 0 0,1 2 1,0 1-1,0 0 1,1-1-1444,1-3 0,2-5 1,4-2-1,1-2-91,-1-3 0,-1-5 0,1-1 1,1-4 1471,-1-4 0,-1-5 0,-1-3 0</inkml:trace>
  <inkml:trace contextRef="#ctx0" brushRef="#br0" timeOffset="5464">1956 737 10583,'0'10'1837,"0"1"1,0 3-1322,0 3 1,3 5-1,-1 0 1,-1 2-157,0 0 0,1-3 1,0 1-1,0-2-202,1-4 0,-2-2 0,2-4-322,0-4 1,-3-4 0,3-6-429,0-4 1,-2-5 0,3-2 0,-1-2 170,-2-4 0,3-3 0,-1-2 0,2-1 49,-1 0 0,2 4 0,3-3 0,-1 2 486,2 1 0,-3 4 0,3 6 1,0 3 416,0 6 0,-2 3 0,0 2 1,-2 4-2,-2 6 1,0 4 0,1 5-1,-1 2 145,1 3 0,-2 0 1,1 2-1,0-1-384,-1-2 1,-1 0-1,2-5 1,-1 0-752,1-3 1,-2-7 0,2 0-643,1-6 0,0-3 0,0-2 1,0-5 164,0-3 0,-2-3 1,1-2-1,-1-2-200,-2-4 0,2-2 1,-1-2-1,-1 0 987,0 0 1,1 2 0,1-1 0,0 1 149,0 2 0,0 4 0,-1 3 1044,2 2 0,0 6 0,0 5 529,1 5 1,-2 4-1,1 6 1,-1 2-857,-2 0 1,2 2 0,0 2 0,0 3-489,0 2 1,1-3 0,-2 3 0,0-1-475,1 1 0,-2-5 1,1 3-1,-1-2-634,-1-3 1,-1-2-1,0-4 1,-2-2-6468,-1-3 7346,0-4 0,-3 0 0,1 0 0</inkml:trace>
  <inkml:trace contextRef="#ctx0" brushRef="#br0" timeOffset="5706">2168 866 8552,'4'-3'0,"1"1"1249,0 1 0,1-2 0,2 0 0,2 0-343,2-2 0,1 1 0,5 0 0,3 1-751,1-1 0,-1 1 0,2-2 0,-1 1-714,-1 1 1,-1-1-1,-3 1 1,-3 0-2573,-3 1 1,-7-3 3130,0 0 0,-6 0 0,-1-2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2.8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90 7853,'-4'-19'0,"-1"9"0,0 5 572,0 5 1,1 3 292,2-1 0,2-2 0,3 3-297,3-3 0,1-2 0,5-1-505,1 0 0,1 1 0,4-2 0,1 1 0,2-1-499,2-1 0,1 0 1,1 0-1,-1 1-365,-1-1 0,-1 1 801,1 0 0,-2 0 0,1-3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3.6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0 116 7853,'0'-5'-169,"0"1"0,0 2 389,0-2 1,0-1 274,0-1 0,0 2 53,0-1 0,1 3-93,1-2 1,-1 3-1,4 1-200,0 4 1,-2 7-1,1 5 1,-1 4-38,1 3 1,0 5 0,2 1-94,-2 1 1,2 0 0,-2-6 0,3-3 0,0-5-279,2-5 1,0-5 0,0-7-38,1-5 0,0-8 1,1-9-1,0-3 0,-1-5-241,1-2 0,-1 0 0,1 0 140,-3 2 1,1 5 0,-2 6 0,-1 6 173,-1 6 0,-2 7 0,0 9 0,-1 7 225,0 5 1,1 3-1,-1 4 1,0 0-5,-1 3 1,2-1 0,0-1 0,1-3 54,1-1 0,0-5 0,2-5-104,-1-5 0,3-1 0,-1-6 0,1-2 0,0-4 18,2-4 0,-4-4 1,1-3-1,0-1-154,-1-3 1,0-1 0,-3-5-1,-1 0-298,0-1 0,-3 3 0,3-4 0,-3 4 21,0 1 1,0 2 0,-2 4-1,-1 1 358,0 3 0,-2-1 0,-1 3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4.1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8566,'0'7'498,"1"-3"0,0 0 0,1 2 4,0 2 1,-2 0 0,0 5-1,0 3-227,0 2 1,0 4 0,0 1 0,0 3-187,0 2 1,0 0-1,1 2 1,1 1-25,0-3 1,0-5-1,-2-6 1,1-2-226,1-5 1,-1-5 0,3-4 0,-1-2-121,1-4 0,0-4 0,2-4 0,1-5 44,-1-4 0,-1-1 1,0-3-1,2 0-43,0-1 0,-1 5 1,2-3-1,-1 4 246,0 2 1,-1 9 0,0 0 228,1 4 0,-1 5 0,-2 8 0,-2 3-135,-1 5 0,-1 1 0,0 3 0,0 1-239,0 2 0,0-2 0,0 4 0,0-1-393,0 0 0,0-3 0,0-4 0,0-2-21,0-2 0,0-5 1,3-2 591,1-1 0,2-5 0,0-2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4.8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33 192 7853,'6'-2'131,"1"0"1,-1-1 0,1 1 0,0-3 277,1 0 1,-2-2 0,2 1 0,0-1-31,-1-2 1,-1-1 0,-1-3 0,-1 1-159,-1-1 1,-1 0 0,-2 0 0,-1 0-164,-1 0 0,-2 1 1,-5 2-1,-2 1 59,-1 2 0,2 3 1,-1 3-1,0 3 1,-1 5-1,1 3 1,3 4-1,1 4 311,0 3 1,4 0-1,1 4 1,1 2-272,1 2 0,0-1 1,1-1-1,3-1-493,2-3 0,5-7 0,0 1 0,1-5-1004,1-4 0,0-3 1,-1-5-1,1-3-71,0-6 1,-1-2 1410,-1-2 0,-2-3 0,-2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5.6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43 7853,'0'6'1346,"0"1"-933,0 2 0,-3-2 1,1 2-1,1 1 42,0 3 1,1 1 0,-1 5 0,0 1-17,-1 0 1,0 3 0,2-1 0,0-1-345,0-2 1,0-1-1,2-2 1,0-3-150,-1-4 0,1-5 1,-1-2 137,1-4 0,3-5 1,-2-6-1,-1-4-695,1-3 0,2-3 0,-1-3 0,0 0 232,0-2 1,1 3 0,1-1 0,0 1 289,1 3 0,0 3 0,1 3 0,0 3 219,0 3 0,2 5 1,-2 4-1,0 5 125,-1 4 1,-3 8 0,0 5 0,-1 4 146,1 4 0,-3 1 0,2 3-604,-3-1 1,0 1-1,0-5 1,0-2-1,1-2-2106,1-2 1,-1-10 2307,1-3 0,2-7 0,-1 1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6.1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90 7853,'0'-7'-82,"-2"1"1,-1-1 300,0 1 1,1 3-1,-2 0 86,1 0 1,-1 3 0,2 0 0,0 3-45,2 3 1,0 2-1,0 2 1,0 3-160,0 3 1,0-1 0,2 2-177,3 1 1,0 0 0,3 0 0,-1-2-1,3-1-219,0-3 1,-2-2 0,3-4 0,0-3-3,1-5 0,-1-8 1,0-10-1,0-5 163,-2-5 0,1-1 0,-4 0 0,1 1 227,-1 2 1,-2 5 182,1 4 0,-1 10 0,2 9-43,1 10 1,-1 7 0,1 8 0,1 2 0,1 3 115,-2 4 0,1 2 0,-3 1 0,0 0-58,0 0 0,-4-5 1,1 3-1,-2-1 27,-2-2 1,-2-6 0,-2-1-248,0-2 1,-4-2 0,0-4 0,-2-4 0,1-3-334,0-6 1,0-3 0,-1-4 0,-1-4-408,0-5 1,1-3 0,1-2 0,3-3-122,0 0 1,5 2-1,1-3 1,1 3 787,1 0 0,6 4 0,1-1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6.5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90 96 7853,'-6'13'289,"-2"-3"0,0 6 0,-3 2 439,-1 2 0,1 3 0,1 2 1,2 4 11,2 2 1,0-4 0,4 2-606,1-4 1,4-6 0,3-1 0,4-6 0,2-4-273,1-5 0,1-3 0,0-4 1,1-6-277,-1-6 0,0-4 0,-2-6 0,-2-3 135,-1-3 0,-3 0 0,-1-4 1,-3 2 210,-1 2 0,-1 1 0,-1 5 0,-2 1-9,-3 3 1,-3 9 0,-2 1 0,0 3-268,0 3 1,1 2 0,2 2 0,1 2-968,3 2 992,1 2 0,3 2 0,0 0 0,1 1 318,1-1 0,2 4 0,2 0 0</inkml:trace>
  <inkml:trace contextRef="#ctx0" brushRef="#br0" timeOffset="1">205 84 8127,'-2'8'229,"-2"1"200,0 1 0,-1 1 0,1 2 1,1 0-1,0 2 15,3 3 1,0-1-1,0 0 1,3 2-341,1-1 0,4-3 1,0 0-1,1-2-257,0-3 0,0 1 0,3-5 0,-2-2 137,-1-3 0,0-2 0,-1-3 1,1-6-175,-1-3 0,-1-4 1,-2-5-1,0-2-100,-3-3 0,1 0 0,-1-2 0,0 0 417,1-1 1,-2 5-1,3 1 1,-1 4 172,1 6 0,0 7 0,3 8 180,-1 7 1,0 6 0,1 8 0,-1 3-361,1 5 0,-1-1 1,0 0-1,-1 0-579,-1-2 0,0-3 0,2-2 0,-1-2-1349,-1-4 0,-2-4 1808,3-4 0,-1-3 0,2-3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7.1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222 52 7401,'0'-7'-300,"-3"1"0,-1 0 0,-2-1 822,-1 1 1,0-1 0,-3 2 0,-3 0 7,-1 3 1,0 2 0,-1 0 0,-2 4-206,-2 4 1,2 4 0,2 6 0,0 4 51,3 2 1,3 4 0,0 5 0,1 3-293,2 2 0,5-6 0,1 3 0,4-5-373,4-3 1,2-7 0,3-3 0,0-5-892,2-6 1,2-4 0,2-4-1,1-3-583,1-5 1762,-4-3 0,10-11 0,-3 1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7.7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0 7853,'-4'10'244,"-1"0"1,-1 3 91,0 2 0,1 0 1,-1 4-1,1 2 253,1 3 0,2 2 0,-2 5 1,1 3-169,2 1 0,0 1 1,0 2-1,0-1-327,-1-1 1,0-5 0,2-2 0,0-4-149,0-4 0,2-6 0,1-5-270,0-5 0,2-5 0,0-5 0,0-5 0,0-4-84,0-4 0,0-3 1,2-6-1,0-2 132,1 0 1,-1 1-1,3 0 1,-2 1 206,1 2 0,-1 3 0,-1 3 1,-1 2 251,1 4 1,-3 8 0,-1 2 0,0 6 107,-1 8 0,-2 8 1,-2 5-1,0 4-125,1-1 0,-1 1 0,1-1 0,-1 0-677,0-1 0,5-5 0,1 0 0,2-5-307,3-2 0,-1-7 1,4-3-1,2-6 818,-1-4 0,1-6 0,-1-5 0</inkml:trace>
  <inkml:trace contextRef="#ctx0" brushRef="#br0" timeOffset="1">289 186 7853,'-6'-8'279,"0"-1"1,-1 7 0,1-3 0,-1 5 413,-2 2 0,1 2 0,-2 5-350,1 4 1,1 2 0,3 4 0,2-2-1,-1 2 61,0-1 1,3-1 0,0 0-1,2-2-422,3-2 0,3-2 0,1-2 0,1-2-367,1-3 0,-2-3 1,3-1-1,0-4-193,2-4 1,-3-4 0,1-7 0,0-3 293,1-2 1,-3 0 0,-1 1 0,0 1 348,-1 2 1,-3 2 181,-2 4 1,-1 6 0,-1 7 0,0 6 193,0 5 0,0 6 0,-1 2 1,0 4-97,-1 0 0,0 0 1,2 1-1,0-1-1378,0-2 1,0-2 0,0-2-302,0 0 0,0-2 1334,0-3 0,2-2 0,2-2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8.1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 31 7853,'0'4'29,"0"0"1,0 2-24,-2 2 1,1 2 0,-1 2 885,1-1 1,-1 4 0,0 0 0,0 2 0,-1 3-287,1 2 0,0-4 1,2 2-1,0 0-381,0 0 0,0-4 1,0 0-1,1-4-161,1-3 1,-1-5 0,4-2-1,0-5-701,0-3 0,0-5 0,-1-5 1,1-5-171,1-3 0,1 0 1,1-4-1,0 2 449,0 0 1,0 3 0,0 0-1,1 1 278,1 1 0,-2 6 0,0 4 1,-1 3-41,0 4 0,-3 4 0,0 4 0,-1 6 1037,-2 3 1,0 4 0,-2 4 0,0 2-371,-2 2 1,-2-3 0,2 3-729,-1-2 0,-1 0 0,3-1 0,1-3 0,0-1-1100,1-6 1,3-2 0,2-6 1280,3-2 0,2-4 0,2-2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8.7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0 7853,'-13'0'930,"3"1"0,2 0 0,0 3-330,-1 2 0,4-1 1,-1 4-1,1 0-262,1 2 0,-1 1 1,3 1-1,1 0-168,0 0 1,4-3 0,1 0 0,3-1-390,1-4 0,0 0 0,2-4 0,0 1-506,0-3 0,1-3 1,1-4-1,-1-3 532,0-1 0,-2 2 0,0 1 0,1 1 157,-2 1 0,-1 2 0,-2 6-4,0 1 1,-2 8-1,-3 5 1,0 4 1347,0 4 0,-4 2 0,-2 4 0,-2-1-533,1-1 0,-3 0 1,2 0-1,-1-1-728,0-1 1,0-4 0,-2-2-1,2-4-181,-1-4 0,5-2 0,-3-5-689,0-2 1,3-4 0,3-5 0,1-3-6330,1-2 7152,3-4 0,1 0 0,2-3 0</inkml:trace>
  <inkml:trace contextRef="#ctx0" brushRef="#br0" timeOffset="1">218 244 8064,'9'-1'0,"0"0"473,1-1 1,-1-3-1,1 1 1,-1-3 80,-1-1 0,0 0 1,-1-3-1,-1 0-262,0-1 1,-3 1-1,-1 0 1,-2 0-143,0-1 1,-2-1 0,-3 3 0,-3 1-162,-3 2 0,1 4 0,-1 0 0,-1 3 195,-2 3 0,3 4 0,-1 6 0,1 3 101,1 2 0,2 5 0,0 0 0,3 3 13,3 1 1,1 0 0,2 0 0,2-2-317,3-2 0,5-2 0,5-1 1,4-4-781,2-6 0,1-5 0,1-3 0,1-4-1696,-1-5 0,-3-3 2494,1-5 0,-5 2 0,-1-3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9.3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10 7853,'0'-4'-303,"0"-1"0,0 5 984,0 0 0,0 4 0,0 7 0,0 4-355,-3 2 1,3 6-1,-3 0 1,1 2-406,0 1 0,-1-1 1,3 1-1,0-1-373,0-2 0,1-3 0,1-7 0,3-3 74,0-3 378,2-5 0,2-5 0,1-4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29.7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0 8253,'0'6'340,"0"-1"0,0-1 0,0 2 0,0 1 0,0 3 0,0 2 0,0 4 66,0 1 1,0 4 0,0 1 0,0 3-328,0 1 1,0 2 0,0 1 0,0-1 0,-2-3 0,0-3-1,1-4 1,0-4-279,1-4 0,-1-3-115,-1-2 0,2-5 0,-1-5 0,3-2 28,2-3 192,0-1 1,6-5 0,0 1-1,2 0 1,1 1 0,0 1-1,1 2-134,1 0 0,-2 6 0,3 1 0,-1 3 346,0 1 1,-2 3-1,-4 3 1,-1 4 202,-3 3 0,-3 2 0,1 2 0,-4 0 250,-3 0 0,-1-1 0,-6 1 1,0-1 35,-2 0 1,0-5 0,-1 1-1,-1-3-792,0-3 0,1 0 0,1-4 0,-1-1-557,2 0 1,1-2-1,1-1 1,3-3 353,2-3 1,4 1 0,1-4 0,4-1 387,2-2 0,3 0 0,1-2 0</inkml:trace>
  <inkml:trace contextRef="#ctx0" brushRef="#br0" timeOffset="1">228 199 7853,'6'1'269,"-2"1"1,0 0-1,-3 4 1,1 1 429,0 3 1,-1 3 0,-2 4 0,-1 2-264,0 0 1,-3 1 0,2 0 0,-1 0-748,-1-2 1,3-3 0,-1-2 0,0-4-1427,1-2 0,2-5 1737,2-4 0,2-4 0,2-7 0</inkml:trace>
  <inkml:trace contextRef="#ctx0" brushRef="#br0" timeOffset="2">305 109 7853,'-3'-4'1750,"1"-1"-2868,-2 4 0,4-1 1118,0 4 0,3 2 0,3 2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0.2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1 8535,'-2'6'0,"0"1"527,1 2 1,-2-1 0,1 2 0,0 2 125,2 0 0,0 4 1,0 1-1,0 3-689,0 3 0,0 1 0,0 3 1,-1-2-682,-1-2 0,1-2 0,-2 0 1,0-4 660,-1-2 1,0-4-1,-2-3 56,-1-3 0,-4-2 0,1-3 0</inkml:trace>
  <inkml:trace contextRef="#ctx0" brushRef="#br0" timeOffset="1">0 277 7853,'0'-9'225,"0"1"0,0 0 1,0 0 219,0-1 1,0 1-1,1-2 1,1 0-165,2 1 1,3 3 0,1-1 0,2 2-59,2-1 1,-2 2-1,4 2 1,1 1-1276,1-1 1,-1 1-1,0-1 1052,-1 1 0,3 1 0,-4 0 0</inkml:trace>
  <inkml:trace contextRef="#ctx0" brushRef="#br0" timeOffset="2">276 168 7853,'-10'12'813,"0"-1"1,2 6-1,-2 2-52,-2 1 1,3 3 0,-3 3 0,1 0-586,1 2 0,2-2 1,-2 1-1,0 1-88,2-2 0,4-6 0,1-2 1,1-1-3661,0-3 3572,0 0 0,-4-2 0,-1 1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0.6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 8495,'2'-3'766,"0"0"0,1 3-686,0 3 1,0 3-1,-1 5 1,0 2 138,-1 4 0,2 3 1,-1 7-1,0 0-317,-2 1 0,0-1 1,0-2-1,0-1-1611,0-3 1,0-4 1708,0-5 0,0-5 0,0-4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1.0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7 7639,'-3'-4'42,"2"1"1,-4 3-195,0 0-392,3 0 1,-1 3 543,3 2 0,3 0 0,0 2 0</inkml:trace>
  <inkml:trace contextRef="#ctx0" brushRef="#br0" timeOffset="1">161 20 8306,'0'9'0,"0"2"411,0 1 0,0 1 0,0 2 0,-1 0 136,-1 2 0,1 0 1,-1 5-1,-1 2-266,1 3 1,-2-1 0,1 2-1,0 1-827,-2-1 0,2-3 0,0-3 1,1-1-3107,0-2 3652,-3-7 0,-2 3 0,-3-5 0</inkml:trace>
  <inkml:trace contextRef="#ctx0" brushRef="#br0" timeOffset="2">58 289 7853,'0'-6'0,"0"-1"117,0-2 0,0 3 1,1-2-1,1 1 248,3-1 1,0 1-1,2 1 1,2 0-585,2 2 1,1-2 0,3 3 0,1-2-470,3 1 1,-2-1-1,5-3 688,-2 0 0,2-4 0,1 2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1.3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122 0 7853,'0'7'153,"-2"-1"1,0 1 0,-1 2-1,0 1 422,1 3 1,2-2 0,2 1 0,3 3-20,0 3 1,2-2 0,-1 4 0,1 0-206,-1 0 1,0-3 0,0 3-210,-2-1 1,-1 0-1,-3-3 1,-3-1-1,-4-1-186,-3-2 0,-2-3 1,-1 0-1,0-1-723,-2-5 0,1-1 0,-3-3 1,2-2-645,0-3 1,5-2 0,2-4 1410,3-2 0,-1-3 0,3 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1.6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141 52 7853,'0'-6'0,"0"-1"157,0 1 0,-1 0 0,0-1 1,-2 1 122,-1-1 1,0 4-1,-2 1 1,-2 1 48,0 1 0,-2 1 0,-3 3 1,0 4-199,0 3 0,1 1 0,0 5 0,1 0-93,2 1 1,4-2-1,2 2 1,0 0-38,1-2 0,7-2 1,2 0-1,3-3 36,3-4 0,1-4 0,3-4 1,1-1-344,0-2 1,1-5 0,-2-3 0,-1-4-45,-1-3 1,-3 3 0,0-4 0,-2 1 345,-2 1 0,-3 5 0,-2 1-29,0 2 1,-1 5 0,-2 6-1,0 5 64,0 3 1,0 6 0,0 3 0,1 0 366,1 1 0,2 1 1,2-2-1,0 0-646,1-1 0,0-3 0,1 1 0,2-3-2777,2-2 3025,-4-5 0,10 4 0,-4-6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2.0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16 7853,'0'-6'499,"0"0"0,0 3-284,0 3 1,0 6-1,0 6 1,-1 4-21,-1 3 1,1 1 0,-1 6-1,2 1-50,0 3 0,-1 1 0,-1 3 0,0 1-382,-2-2 1,0-6 0,-1 2 0,1-4-620,-1-5 0,2-6 0,-2-6 1,0-3 855,0-3 0,-2-4 0,1-5 0,-1-3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2.4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13 200 7749,'-1'-9'0,"0"1"-21,-2 0 1,-1 1-1,2 0 424,1 1 1,1-1 0,2 2-1,4 0-332,2 0 0,3 3 1,0-1-1,2 0-5,2 1 0,2 1 0,4 0 0,1-2-589,1-1 0,-4 0 1,1-3-1,0-1 115,-2-1 1,-1-1 0,-5 0 0,-2 1 404,-1 0 0,-5 0 0,-2 4 0,-4 0-5,-2 3 1,-4 2 0,-1 0 353,-1 2 0,-1 4 1,-2 3-1,1 1 1,2 2-1,1 3 0,2 1 1,1 1-1,2 0 183,2 1 1,1-1 0,2-2-1,1-1-620,2-1 0,5-5 0,4 0 0,4-3-63,1-3 1,-1-3 0,0-3 0,-2-4-21,0-4 0,-4-1 1,-2-2-1,-2-2 216,-3 1 0,-3-2 0,-2 3 1,-3 1-9,-2 0 0,-2 2 0,-1 1 0,-1 3-396,0 1 1,0 3-1,2-1-271,0 0 1,1 2 0,4-2-446,3 0 1078,1 3 0,8-7 0,1 2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2.5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7 7853,'-3'-4'-87,"-1"2"935,-2 1 0,3 5 0,1 3 0,1 5-384,1 4 1,-2 4 0,0 3-1,0 4-375,2 1 0,0 3 0,0 2 0,-1 2-280,-1 1 0,1-6 1,-1 0-1,1-5-562,1-1 1,0-9 0,0-2-3172,0-5 3924,0-4 0,-6-4 0,-1-4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2.9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0 116 7853,'0'-11'126,"0"1"1,0 2-1,0-1 1,0 2 88,0-2 1,3 3-1,1-1 1,2 1-63,0 1 0,4 2 0,0-1 0,1 1-346,2 2 1,-2 0-1,5 1 1,-1 0 313,0 0 0,1 0 0,-3 0 0,1-3-200,1-1 79,-6 1 0,6-5 0,-5 1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3.1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 32 7853,'-7'0'0,"0"1"0,-1 0 0,-1 2 263,-1 1 0,4 0 0,-2 5 0,-1 2 124,0 1 0,3 4 1,1 0-1,1 1-205,0 0 0,3-3 1,-1 1-1,4-3-191,2-2 1,4-4 0,2 0 0,1-3-77,0-1 0,-1-2 1,3-3-1,-1-3-547,-1-4 1,1-3 0,-2-1 0,0-2 396,-1-1 0,-2 2 1,-2-2-1,0 0 357,0-2 0,-4 3 1,1 1-1,-1 4 130,-1 2 0,-3 3 0,-1 2 420,-2 2 0,0 7 0,0 3 1,1 4-411,1 3 1,2 0 0,0 4-1,2 1-360,0 0 0,0 0 0,2 0 0,1 0-450,0-1 1,2-6-1,3-1 1,0-2 65,0-3 1,2-2 0,-2-3 481,0-1 0,-1-7 0,0-1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3.3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16 7894,'0'-6'0,"-1"0"700,-1 2 0,2 4 1,-3 5-1,1 4-292,-1 3 1,1 7-1,0 5 1,-1 1-383,0 3 0,1 2 1,0 3-1,-1 0-509,1 1 0,0-7 1,2 1-1,1-6-229,1-4 0,2-6 0,4-5 0,1-5-1076,-2-4 1788,1-1 0,-2-9 0,0-2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3.5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16 8855,'0'-6'788,"0"0"1,-1 3-317,-1 3 1,1 5-1,-2 7 1,1 2-1,-1 4 1,0 3-273,0 2 1,1 3-1,0 2 1,0 1-634,1 0 0,0 0 0,1-3 0,0-3-1335,0-4 1768,3-4 0,3-8 0,4-1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3.6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 8244,'7'0'0,"-1"0"0,1 0 0,-1 0 0,0 0 0,1 0 0,2 0 0,1-6 0,3-1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3.8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160 1 7853,'-2'7'0,"-3"1"0,0 1 146,-2 1 1,-1 2 0,-2 5 0,0 5 830,-1 4 0,-1 6 1,-1 5-1,0 4-657,0-1 1,3 1 0,0-3-1,1-3-1145,3-3 1,2-8 0,3 0 0,-1-3 824,0-2 0,-1-7 0,-1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4.2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128 22 7853,'-3'-7'0,"0"1"314,0-1 0,2 5 1,-3 5-1,1 7 1,2 6-1,0 6 1,1 3-1,0 5 176,0 1 1,2 4-1,1 0 1,0-1-450,0-2 1,2-7 0,-2-2-1,1-5-139,-2-3 0,1-8 39,-1-4 0,0-6 1,-5-3-1,-1 0-353,-2-1 1,-3-1 0,-2-1 0,-1 1 207,0 1 0,-2 1 1,0 0-1,1 2 251,1 2 0,3 1 0,1 2 0,1 1 31,3 5 0,1 2 1,4 4-1,1 0 138,2 0 1,5-1 0,2 1 0,1 0-432,0 0 1,3-3-1,1-2 1,0-3-324,2-3 0,-2-3 0,0-2 0,-1-5 61,0-4 1,0 0 0,-3-5 0,-1-1 476,0 0 0,-3 1 0,-1 2 0,-1 1 0,-2-1 0,-2 5 0,0-1 0,-2 4 94,-2 2 1,0 3 0,-1 3-1,-1 3 254,1 5 0,1 4 0,0 3 0,1 1 36,1 3 1,0-3 0,0 2-1,1-1-515,1-1 0,2-2 0,2-3 1,1-2-393,-1-3 1,1-4 0,-1-3 0,0-2 522,1-3 0,-1-6 0,1-3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4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10 7853,'0'-4'-603,"0"-1"0,0 5 603,0 0 0,3 0 0,1 5 0,2 0 0,1 0 0,-1 2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5.1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0 7853,'-4'0'191,"0"0"0,-1 1 134,-1 1 0,0 2 0,0 5 0,1 2-8,1 4 0,2 2 1,0 4-1,1 3-114,1 3 1,1-1 0,1 0 0,2-1-590,2-1 0,-2-4 0,1-2 0,0-2-1183,0-4 0,0 0 1569,-1-3 0,-3-3 0,2-4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5.5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1 104 7853,'3'-4'-53,"0"-1"0,3 3 0,1 0 60,-1-1 0,4-1 0,0-1 0,3-1-382,2-1 0,-1 3 1,3-5-1,-1 1 375,1 0 0,-3 0 0,1-7 0,-2 2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5.6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12 7247,'-6'-3'62,"-1"-2"0,1 3 701,-1 0 0,2 5 0,0 3 0,3 4-285,-1 2 1,2 5-1,-1 1 1,1 4-278,1 3 0,0 0 0,1 5 0,1-2-328,2-1 1,0-3-1,-1-1 1,1-1-586,0-1 0,-3-5 0,1-3 0,0-4-876,0-4 0,-2-3 1588,0-4 0,-1-3 0,-3-2 0,1-3 0,-1 0 0,0 2 0,-2-2 0,-1 0-45,1 0 0,2 2 1,0 0-1,1 0 360,2 2 0,0 0 0,1-1 153,0 1 1,1-1 0,1 1-73,2-1 0,2 3 0,0 1-224,1 0 0,1-1 0,1 1 0,-1 0 0,1 0-175,-1 2 0,3-1 1,-2 1-1,-1-1-53,1 0 0,-1 1 0,0 1 0,-1 0 59,0 0 0,-3 0 1,0 0-59,1-2 0,-2 0 0,-1-2-15,-1-1 1,-2 2 0,-1 0 0,-2 1 145,-2 0 0,0 0 1,-1 2 246,1 0 1,2 0-91,-1 0 0,2 3 0,-2 1-51,3 2 0,2 0 0,0 0-270,2 1 0,0-1 0,2-1-75,1-1 0,1-3 0,0 1 1,1-1 103,-1-1 1,0 0-1,1 0 1,-1 0 36,1 0 0,-1-1 1,1 0-1,-1-1 166,0 0 1,-1 0 0,-1-1-106,1-1 0,-2 2 1,2-2 6,0-1 0,-2-1 0,2 0 27,0-1 1,-3 1 0,1-1-1,-3 1 50,0 0 0,0-1 0,0 1-9,0-1 0,0 3 0,-3 0-12,-1 2 1,-2-1 0,0 3-1,0 0 95,-1 0 0,1 3 0,-1 2 0,1 1 138,0 3 0,0 1 1,2 2-1,1 2-81,0 1 1,2 1-1,-1 3 1,2 1-356,2-1 0,2-2 1,3-1-1,1-2-530,0-2 0,2-3 1,-3-1-1,3-3-424,0-3 0,-2-3 0,2-3 0,-1-3-1125,-1-5 2180,-1 1 0,3-5 0,0 3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6.4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7 7853,'-4'2'435,"1"1"1,0 1-115,1 1 1,-1 1 0,1 1 0,1 0 140,0 2 0,-1 2 0,0-2-234,0 1 1,2 2-1,0 2 1,0 0-1,0 0-113,0 0 0,0-1 0,0-1 0,-1 0 74,-1-2 0,1-4-84,-1 1 1,1-6 0,1-1 0,0-4-237,0-4 0,1-2 0,1-3 0,2-1 74,-1 0 1,3 0 0,-2-1 0,2 1-184,0-1 1,0 3 0,-1 0 0,-1 0-12,1 2 1,0 0 0,0 2-1,0 0-1104,0 0 0,-2 4 0,1 2 1355,1 1 0,-2 4 0,-1 1 0,-1 5 0,-1 1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36.8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7 188 8290,'10'0'653,"-1"0"0,-2 0-372,-1 0 0,0 0 0,1-2 1,-1-1-101,1-3 0,-1 0 1,0-4-1,1 0-162,-1 0 1,-1 0-1,-2-3 1,0 0 11,-2 0 0,-1 0 0,-1 1 0,-2 1 254,0 0 1,-4 3 0,-2 0 0,0 3-8,-1 1 0,1 2 0,1 1 1,0 3 50,0 4 0,1 3 0,1 5 0,1 1-271,1 2 0,2 2 1,0 2-1,2 1-205,0 1 0,2-2 1,3 1-1,0-1-419,2-2 0,1-2 1,1-1-1,-1-3-266,2-4 0,-2-5 0,2-1 0,-1-3 148,1-3 1,-2-4 0,1-5-1,-2-3 684,-1-1 0,-1-1 0,-2-2 0,0 1 0,-1 1 0,-2 3 0,0-1 0,0 2-11,0 0 0,0 3 0,0 1 423,0 2 0,0 5 589,0 4 1,0 2 0,0 7-478,0 0 0,0 4 1,0 0-1,0-1 1,0 0-39,0 1 0,0-1 0,0 2 0,0-1-266,0-1 0,0-4 0,0 2 0,0-2 71,0-2-636,0-4 0,0-11 0,1-6-112,1-4 1,1 0-1,2-3 1,-1 1 50,1 0 0,-1 2 1,0 0-1,1 2 236,1 0 1,0 4 0,1 1 377,-1 1 0,0 3 0,1 5 0,-2 4 192,0 4 0,0 4 1,-1 1-1,0 3-431,1 1 0,-3 2 0,1 0 0,1-1-59,-1-2 1,-1-2-1,1-2 1,0-3-806,1-1 0,-1-3 1,2-3-1,0-2 61,0-3 0,2-6 0,-1-2 0,1-3 834,-1-4 0,0 3 0,0-5 0,-1 0 25,-1 1 1,1 0 0,1 0 0,0 0 252,-2 1 0,1 3 1,-3 0 2723,0 3-1854,-2 8 1,0 4 0,0 8-1,0 3-246,0 4 1,0-1-1,0 4 1,0 1-603,0 1 0,0 1 0,0 0 0,0 2-411,0-2 0,0 0 0,-2-1 1,0-1-730,1-1 1,0-4 0,1 0 0,-1-4-1809,-1-2 1,1-3 0,-3-3 2188,1-2 0,-1-5 0,1-2 0,0-1 499,0 0 1,1 0-1,0-2 1,0 2 272,1-1 0,0 3 0,1-1 0,0 1 890,0 0 1,2-1 0,1-1 0,0 1-574,2-2 0,1 3 1,0-1-1,2 0-1718,0-1 0,0 4 0,2 0 0,0 1 1088,0 3 0,-2 3 0,1 1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7:44.1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128 118 7853,'-9'0'82,"0"0"1,1 1 250,0 1 0,0-2 0,-1 3 0,0 1-80,-2 2 0,2 3 0,0 5 0,0 2 28,1 6 1,0 1 0,3 4 0,1 0-151,1-2 0,2-1 1,3-2-1,3-2-144,3-4 1,2-6-1,3-5 1,0-2 7,2-4 0,-1-2 0,3-6 1,-1-1-449,-2-2 0,-1-5 0,-1-2 0,0-4 207,-1-2 0,-6 0 0,-1 0 0,-3 0 165,-1 2 1,0 2 0,-1 0 0,-3 4 235,-2 2 1,-3 6 0,1 3 0,-1 3-107,-1 1 0,2 2 1,0 3-87,1 1 1,1-1 0,1 2 0,1 0-1,2 0-282,0 2 1,2-1 0,2 1 0,0-1-45,2 0 1,1 0-1,3-1 1,1-1 362,1 1 0,-1-2 0,1-1 0,0-1-51,0-1 1,-2 0-1,2 0 1,0-1-128,0-1 1,-4 1-1,0-3 892,0 1 0,-3-1-232,2 2 0,-5 1 0,1 5 1,-2 3-96,-1 2 0,2 3 0,0 2 0,0 2-192,0 3 0,0-1 0,0 2 1,2-1-147,3-2 0,1-2 0,3 1 0,1-3-221,2-3 0,-1-5 0,0-3 0,0-2-50,1-2 1,0-7 0,0-6 0,-2-4-95,-1-2 0,0 0 1,-4-4-1,0-2 360,-3 1 1,-1 2 0,1 4-47,0 2 1,-1 5 547,-3 5 0,-1 5 0,-1 4 0,2 6 0,1 2-280,1 5 1,0 0 0,0 3 0,1 1-526,1 0 1,1-1 0,4 0 0,-1-2-234,1-1 1,-1-1 0,1-2 0,0-2-115,1-2 0,0-4 0,2-2 286,-1-5 0,1-3 1,-3-9-1,3-3 1,-1-5 174,0-3 1,0 0 0,-4-2-1,0 2 227,0 2 1,-4 4 0,1 0-1,-1 4 722,-1 2 0,0 4-421,0 2 1,0 6 0,0 3 0,0 4 80,0 4 0,0 2 0,0 3 0,0 2-155,0 2 1,2 3-1,0 1 1,0 3-152,-2 1 0,1-1 0,1 0 0,0 1 63,-1-1 1,0-2 0,-1 0 0,0-1-1408,0-2 1,0-5-1,0-1 1,-1-4-1341,-1-2 2526,1-3 0,-7-2 0,1-2 0</inkml:trace>
  <inkml:trace contextRef="#ctx0" brushRef="#br0" timeOffset="499">494 304 7853,'-3'-7'175,"0"0"0,3-1 0,0 0 1,0 0 101,0 1 1,3-2 0,1 0 0,2 0-1,1-1 1,1 1 0,3-1-446,1 0 1,1 2 0,0-1-1,-1 2-390,-2 1 1,3-1 0,-3 1-1,2-1 203,1 1 1,-3 0 0,-1-1 0,-2 1 354,-1-1 0,0 1 0,-1 0 108,-1 2 173,-2-2 0,0 8 1,-4 1-1,0 2 239,1 1 1,-1 4 0,1 2 0,-1 3-139,0 1 1,2 4 0,0 3 0,0 1-153,0-1 1,0-1-1,0 1 1,0 1-265,0 1 0,0-1 1,2-2-1,0-1-258,-1 0 0,1-5 1,-1 0-1,1-4-332,0-3 0,-1-6 26,-1-3 0,-3-5 1,1-6-1,-1-2 352,0-2 0,-1-2 1,1-4-1,0 0 252,0 0 1,1 0-1,1-1 1,0-2 187,-1-1 0,-1 3 0,4-1 0,1 1 20,3-1 0,1 2 0,2 1 1,1 3 257,1 2 0,1 5 0,2-1 0,-1 2-273,-2 3 0,0 4 1,-4 1-1,0 3 29,-2 4 1,-1 2 0,-3 2 0,-1 2-24,-1 0 0,0 1 0,-4 2 0,-1 2-141,0 2 0,-2-2 0,0-1 0,1 0-398,1-2 1,1 2 0,-1-1 0,2-1-1052,0 0 1,2-6-218,1 1 1602,1-3 0,1 0 0,4-3 0</inkml:trace>
  <inkml:trace contextRef="#ctx0" brushRef="#br0" timeOffset="1015">815 150 7853,'-7'6'495,"-1"1"0,-1 0-169,1 1 1,1 0 0,2 3 0,0 1 118,3 2 0,1 0 1,1 1-1,0-2-425,0 0 1,4 0-1,2-1 1,2 0-384,-1-2 0,3-2 1,0 0-1,1-3 17,0-3 0,-1-2 1,3-2-1,-3-3 46,-1-3 1,0-3-1,0-4 1,-2-4 233,1-2 0,-4-1 0,-1 2 0,1 0 401,0 2 0,-3 3 1,1 1 162,-1 2 0,-1 7 0,0 5 0,0 4-331,0 4 1,0 2 0,0 5 0,0 0-158,0 2 1,0-1-1,0 1 1,0-1-384,0 0 0,2-5 0,1 1 0,0-2-346,2-2 1,1-4 0,1-2 0,0-2 718,1-2 0,-1-7 0,2-7 0,-2-4 0,-1-3 0,1-3 0,-1-1 0,1-1 0,-1 1 0,0 3 0,-1 1 0,-2 1 10,0 1 0,-1 5 0,-2 3 1,0 4 1505,0 2 0,0 3-930,0-1 0,0 7 1,0 0-1,0 3-217,0 4 0,0 3 1,1 4-1,0 1-167,2 3 0,-1 0 1,-2 3-1,2 2-283,0 0 0,0 1 0,-2 0 0,0 1-398,0 0 0,0-2 0,0 0 0,0-3-1750,0-2 0,0-5 1738,0-3 0,0-7 0,-1-2 0,-1-7 491,-2-4 0,-2-2 0,0-3 0</inkml:trace>
  <inkml:trace contextRef="#ctx0" brushRef="#br0" timeOffset="1412">1020 310 7853,'-2'-8'473,"0"-1"0,0 0 0,2 1 0,0-1-197,0 2 0,0-3 0,0 2 1,2-1-1,3 1 0,1-1 1,2 1-1,1 1-774,-2 1 1,3 0-1,0 2 1,1 1 497,0 0 0,-1 2 0,3-1 0</inkml:trace>
  <inkml:trace contextRef="#ctx0" brushRef="#br0" timeOffset="1513">1187 253 7853,'-4'3'-1166,"-1"-1"1166,4-1 0,-5-1 0,3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8:29.4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70 7853,'0'-9'-48,"-3"-1"0,-1-1 316,-1-1 0,3 1-51,-1 2 1,3 4 0,3 3 0,4 4 437,3 4 0,4 6 1,4 3-1,1 6-161,1 6 1,3 1 0,3 7-1,2 6-185,2 4 0,-1 2 1,4 5-1,2 3-501,-2 3 0,2-6 1,0-1-1,0-4-87,-4-4 0,-8-5 0,0-3 1,-3-5-659,-2-6 0,-5-3 1,-1-7-1,-3-5 937,-3-2 0,2 3 0,-3 4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8:30.0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27 107 7853,'-3'-5'104,"1"-2"1,-3 3 1662,1 0-1372,-3 2 1,7 3 0,-1 7 0,4 6-65,2 3 0,1 6 0,2 3 0,1 7-193,0 4 0,-1 1 0,-1 5 0,-2 0-295,-1-1 0,0-3 1,-2 2-1,1-2-1044,-1-1 1,-2-13 0,-3-6 508,-3-7 0,-2-8 1,-1-13-1,-1-10 692,-2-8 0,3-4 0,-4-12 0,4-3 0</inkml:trace>
  <inkml:trace contextRef="#ctx0" brushRef="#br0" timeOffset="735">19 213 7276,'7'-22'-41,"1"1"1,0 6 0,7 4-1,2 2 515,2 3 1,2 2 0,4 5 0,1 2-114,2 3 0,-5 6 1,5 2-1,-3 4-61,-3 3 1,-2 2-1,-3 7 1,-3 2 72,-2 3 1,-6-3 0,-3 1 0,-3 0-26,-3 1 1,-6 2 0,-6-3 0,-1-2-303,-2-5 1,-4-5 0,-1-2 0,-3-6-317,0-4 0,1-6 0,0-1 0,0-4 0,1-4 0,2-2 1,2-4-1,2-3-981,3-2 0,4-1 0,4-3 0,2-3 1251,1-1 0,5 2 0,4-6 0,4 1 0</inkml:trace>
  <inkml:trace contextRef="#ctx0" brushRef="#br0" timeOffset="961">470 205 8436,'5'11'0,"-2"3"153,-2 3 0,-1 1 0,0 8 0,0 5 109,0 2 0,-3 2 0,-1 1 0,0-1-715,0 1 0,-2-6 0,3-4 1,1-8 452,1-5 0,-3-7 0,0-2 0</inkml:trace>
  <inkml:trace contextRef="#ctx0" brushRef="#br0" timeOffset="962">532 107 8024,'0'-18'0,"-1"2"702,-2 1 1,-1 5-656,-2 4 0,-1 5 1,4 1-297,2 5 0,3 3 1,4 1-1,3 0-805,3 0 0,2 3 1054,4 3 0,-1-2 0,1 0 0</inkml:trace>
  <inkml:trace contextRef="#ctx0" brushRef="#br0" timeOffset="963">939 1 7853,'-17'0'142,"0"0"0,1 0 385,1 0-1,1 0 1,-3 2 0,1 3-29,1 4 1,4 7 0,-3 4 0,2 8 238,4 5 0,-1 5 0,4 9 0,1 1-621,1 1 1,2 0 0,1 1 0,0-1-548,0-1 0,0-10 0,1 0 1,1-7-1445,0-5 1,4-8 0,-3-6-147,-1-2 2021,-1-5 0,-1-5 0,0-5 0</inkml:trace>
  <inkml:trace contextRef="#ctx0" brushRef="#br0" timeOffset="1992">665 417 7853,'-5'-4'324,"-2"-1"0,4-4 291,1 0 0,1 4 1,1-1-472,0-1 1,7 3-1,3 1 1,3 1-274,2-1 0,6 1 1,3-3-1,2 0-478,4 0 0,-1-1 0,5-2 0,1-2 210,2-2 1,-3 0 0,4-5 0,-1-2 396,-2-3 0,-3 4 0,-5-1 0,-4-2-41,-6-1 1,-9 5 0,-3-2 326,-6 2 0,-5 3 0,-4 9 1,-3 2-1,0 2 0,-1 2 1,1 2 559,1 2 1,-1 7 0,2 4 0,-1 4 0,1 3 19,2 3 1,3 2-1,0 3 1,-1 3-659,-1 3 0,2-5 0,1 6 0,1 1-624,2 3 1,1 0 0,1 5 0,0-5-654,0-4 1,4-8 0,1-6 0,1-4-69,0-6 1,-4-8 0,1-7 1136,-2-7 0,-1-5 0,0-5 0</inkml:trace>
  <inkml:trace contextRef="#ctx0" brushRef="#br0" timeOffset="2598">930 452 7853,'0'-7'400,"-3"1"0,1-2 1,-3 2 199,1-2 1,1 2 0,4 1 0,2 0-313,3 0 1,5 2-1,3-1 1,2 0-543,2 2 1,-3 0 0,7 0-1,-1-2 117,-1-1 1,4 3 0,-3-1 0,-1 2-1992,2 1 0,-3-3 2128,1 0 0,-5 0 0,-2 3 0</inkml:trace>
  <inkml:trace contextRef="#ctx0" brushRef="#br0" timeOffset="2599">1223 337 7853,'0'-8'0</inkml:trace>
  <inkml:trace contextRef="#ctx0" brushRef="#br0" timeOffset="2600">1603 240 7853,'-9'-9'40,"1"1"1,-1 2 1449,0 3 0,0 3-954,0 3 1,4 6 0,2 6 0,3 3-196,3 2 1,2 3 0,5 4 0,2 0-358,3 3 1,-2-3 0,1 3-1,0-3-116,0 0 1,-4-1-1,2 1 1,-3-2 55,-3-1 0,-2 1 1,-4-6-1,-2-1-116,-4-2 1,-2-6-1,-8-1-91,-3-2 1,-1-5 0,1 1-1,0-2 1,-2-1-530,1 0 1,6-4 0,2-2 0,3-2 125,3 0 1,2-2 0,4-2 685,0-3 0,4 2 0,1 1 0</inkml:trace>
  <inkml:trace contextRef="#ctx0" brushRef="#br0" timeOffset="3167">1258 355 7853,'-3'-6'396,"0"0"0,-1 4-82,1-1 0,1 2 0,-3 2-84,1 2 0,1 2 1,3 5-1,0 2-162,0 3 1,0 1 0,0 2-1,0 0-30,0-1 1,4 2 0,1 1-85,0 0 0,3 0 1,-2-5-1,3-3 1,2-2-182,1-2 1,-1-4 0,-2-5 0,0-7-118,0-5 1,0-5-1,0-2 1,-1-1 232,1-2 1,-4 3-1,-1 1 1,-1 2 140,0 2 0,0 7 90,-3 0 1,3 6-35,0 2 0,0 6 0,-2 6 1,1-1-304,1-1 0,1 2 0,-2-1 0,2 0-1280,0-1 1497,-2-5 0,6 3 0,-3-3 0</inkml:trace>
  <inkml:trace contextRef="#ctx0" brushRef="#br0" timeOffset="3326">1860 320 8431,'0'9'520,"-1"-2"0,-1 1-365,-1 1 0,-1-1 0,2 7 1,-1 1-314,1 4 0,0 0 0,0 2 0,-1 1 48,1 0 1,1-4 109,-2 2 0,2-10 0,-3-3 0</inkml:trace>
  <inkml:trace contextRef="#ctx0" brushRef="#br0" timeOffset="4307">1913 293 6352,'0'-9'580,"-1"4"1,-1 1-1,-2 1 586,-1 0 1,2 1-2458,-2 2 438,3 0 1,-1 2 0,5 2 852,1 1 0,7 1 0,0 3 0</inkml:trace>
  <inkml:trace contextRef="#ctx0" brushRef="#br0" timeOffset="4874">2019 329 7853,'-12'17'569,"-2"1"1,-3 0 0,2 0-67,4 3 1,4-4 0,2 1 0,1 0-318,2-2 0,6-1 1,4-1-1,3-2 57,3-2 0,2-5 0,4-2 0,1-2-546,2-1 0,-2-4 1,1-3-1,0-4-20,-2-4 1,-6-2 0,-2-3 0,-2-2 191,-1 0 1,-4 2 0,-3-1 0,-4 3 94,-4 0 1,-5 0 0,-2 3 0,-1 1 198,-1 2 0,-2 7 0,0-3 1,1 3-539,2 3 0,3 1 0,-1 1 0,2 0-350,1 0 1,5 4-1,4 1 725,5 0 0,3 3 0,1-3 0</inkml:trace>
  <inkml:trace contextRef="#ctx0" brushRef="#br0" timeOffset="4875">2223 320 8059,'1'9'397,"2"-1"0,-2 1 1,2 0-1,-2 0 79,-1 0 1,0 1-1,0 0 1,0 3 254,0 1 1,-1 4 0,-1 3 0,-2 2-551,-1 2 0,3 0 1,-2 2-1,1-1-193,0 1 0,0-5 0,2-2 107,-2-4 0,2-5 0,-1-9-888,4-8 1,0-8 0,4-9 0,1-4 106,1-4 1,2-1 0,1-3 0,1 2 409,2 0 0,1 8 1,3 0-1,-1 5 186,1 3 1,1 9 0,-1 3-1,1 7 63,-2 7 1,-2 8 0,-2 6-1,-3 3 169,-3 0 0,-5 1 0,1 0 0,-2 0-582,-1 3 0,-1-6 440,-2 3 0,-6-7 0,-5 2 0</inkml:trace>
  <inkml:trace contextRef="#ctx0" brushRef="#br0" timeOffset="4876">1462 1081 7853,'0'-14'87,"0"2"263,0 3 0,-4 4 0,-2 2 162,-2 2 0,-1 3 0,0 4 0,0 6-65,1 7 0,0 4 0,2 3 0,3 3-304,2 3 1,1-2 0,0 4-1,1-1-134,2-2 0,3-2 0,4-2 0,3-4-137,1-5 0,1-11 0,2-3 1,-2-8-349,0-7 1,-1-10 0,1-6 0,-4-5 427,-1-5 0,-5 3 0,-2 0 0,-3 2 290,-3 4 0,-3 3 0,-6 3 0,-2 3-11,-3 2 0,-2 5 0,0 1 1,-2 4-253,1 1 0,4 4 1,4 0-1,1 4-534,3 4 1,5 1 0,1 3 0,4 1-737,4 1 1,7 3 0,3-4 1290,4 0 0,9 3 0,-2 0 0</inkml:trace>
  <inkml:trace contextRef="#ctx0" brushRef="#br0" timeOffset="5402">1825 948 8184,'-14'0'115,"2"0"1,-2 0 0,1 1 0,-2 2 595,0 3 0,3 7 1,-1 5-1,2 5 79,0 6 1,6 3 0,-3 6 0,3 1-805,3 1 0,1-2 0,2 0 0,1-3-805,1-2 0,4-6 1,-2-5-1,1-2-1419,0-4 0,0-5 2238,2-2 0,-3-4 0,-1-5 0</inkml:trace>
  <inkml:trace contextRef="#ctx0" brushRef="#br0" timeOffset="5403">1630 1293 7853,'0'-5'804,"0"-1"1,0 3-1,2-3 34,4-1 1,2-1 0,8 0-1,4 1-1215,2 1 0,2 1 0,5-4 0,2 1-3948,4 2 4325,-6-2 0,6 3 0,-9-4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8:43.8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27 217 9537,'6'0'376,"-1"0"0,3-1-298,3-2 1,-1-2-1,3-5 1,-1-1-58,-1-1 0,4-3 0,-3 1 0,-1-1-46,-1 0 0,-6 2 0,-1-3 0,-2 2 63,-1 1 0,-4 2 0,-1 3 0,-4 2 166,-3 3 1,-1 2 0,-3 2 0,2 2 97,-2 3 0,3 5 0,1 4 0,2 2-125,2 1 0,0 0 0,1 3 0,2 3 4,1 1 0,1 0 0,4-1 1,2 2-750,3-1 1,3-8 0,2 1 0,1-2-373,2-3 0,1-4 0,3-6 0,-1-3-66,1-3 0,-1-3 1006,-3-5 0,3-7 0,-3-5 0</inkml:trace>
  <inkml:trace contextRef="#ctx0" brushRef="#br0" timeOffset="842">345 49 7853,'-9'1'0,"-2"0"0,-1 3 505,1 1 0,0-2 0,0 3 0,-1 1 111,-2 1 1,6 2 0,-1 2-1,2 2-250,2 3 1,-2 2 0,4 0 0,3 4-168,1 3 0,5-5 1,5 5-1,2-3-274,1 0 1,1-7-1,2-2 1,2-6-1029,2-2 0,-2-4 0,4 0 0,-1-4-1385,1-4 2488,-3-5 0,5-3 0,-2-4 0</inkml:trace>
  <inkml:trace contextRef="#ctx0" brushRef="#br0" timeOffset="1094">717 49 8061,'-6'0'937,"1"1"-705,1 1 0,1 4 0,3 6 1,0 4-78,0 4 1,0 0 0,0 7 0,0 3-133,0 4 1,0-2-1,0 0 1,0-2-539,0-1 0,3-6 1,1-3-1,0-4-590,0-4 1,3-7 1104,-1-2 0,2-6 0,1-1 0</inkml:trace>
  <inkml:trace contextRef="#ctx0" brushRef="#br0" timeOffset="2797">921 4 7759,'0'-4'490,"0"4"0,0 8 0,0 7 1,0 3-253,0 2 0,0 4 0,0 4 0,0 4-165,0 2 0,-1-3 1,-1 3-1,-2-2-52,-1-4 0,3-6 0,-1-3 1,2-3-46,1-3-268,0-6 0,3-7 1,1-6-1,1-2 38,2-1 1,1-3 0,0-3 0,2-1 135,2 1 1,-2 0 0,3 3 0,0 1 5,1 1 1,0 5-1,0 2 1,0 4 261,-1 5 0,-2 4 1,1 9-1,-2 1 1,-2 4-1,-2 2 1,-3 0-1,-2 1 421,-1-1 0,-4 0 0,-2-4 0,-2-3-371,-1-3 1,-1-5-1,-1-1 1,-1-2-339,-2-2 0,3-4 0,-1 0 0,2-4-319,1-4 1,1-5-1,0-3 1,2-2-961,3-2 1,2 3 1416,1-6 0,4-2 0,1 1 0</inkml:trace>
  <inkml:trace contextRef="#ctx0" brushRef="#br0" timeOffset="3403">1222 172 8021,'3'10'251,"0"2"1,0-1-1,-3 4 1,0 0-202,0 2 1,0 5-1,0 0 1,0 2-48,0 0 1,0-1 0,0 2 0,0-4-863,0-3 0,0-6 859,0 0 0,4-6 0,0-2 0</inkml:trace>
  <inkml:trace contextRef="#ctx0" brushRef="#br0" timeOffset="3404">1310 84 8004,'-6'-5'1014,"1"1"-1864,2 0 552,0 3 298,3-3 0,7 4 0,3 0 0</inkml:trace>
  <inkml:trace contextRef="#ctx0" brushRef="#br0" timeOffset="3405">1434 13 7853,'0'12'82,"0"0"1,0 0 267,0 0 0,0 2 0,0 5 1,0 1-130,0 4 1,0 3-1,0 1 1,1 3-351,2 0 0,-2 2 0,2 1 0,-1-2-141,1-2 0,-2-3 0,2-4 0,-2-1 270,-1-1 0,-4-6 0,-1 2 0</inkml:trace>
  <inkml:trace contextRef="#ctx0" brushRef="#br0" timeOffset="3406">1381 358 7853,'-1'-11'342,"-1"-1"80,-1 1 0,1 1 0,5 2 1,4 1-224,4 1 1,0 4 0,3-4 0,3-1-587,3-1 0,1-1 0,3 1 0,2 1 387,-2 1 0,1 0 0,1-2 0</inkml:trace>
  <inkml:trace contextRef="#ctx0" brushRef="#br0" timeOffset="3407">2116 128 7853,'-9'-9'77,"-3"3"0,0 2 0,1 0 156,-2 2 1,-1 1-1,-3 1 1,2 1 19,0 2 1,3 2 0,-2 4 0,2 4-86,1 5 1,-2 2-1,2 5 1,2 4-56,2 1 1,5 1 0,-1 2 0,2 1-298,1 0 1,1-8 0,2 0 0,4-3-321,4-4 1,3-7-1,3-4 1,-1-3-41,2-3 1,-4-3-1,5-4 1,1-5 543,-1-3 0,0-5 0,-2-5 0</inkml:trace>
  <inkml:trace contextRef="#ctx0" brushRef="#br0" timeOffset="3408">2178 31 7853,'-8'9'162,"2"0"0,-1 0 1,3 3-1,0 5 244,0 6 1,-1-2-1,2 8 1,1 1-282,1 4 1,1-3 0,0 5 0,0-1-2,0-5 1,0-1-1,0-4 1,1-4-208,2-3 0,-1-7 1,3-2-1,2-6-78,1-2 1,1-2-1,0-4 1,1-6-139,2-5 0,-3-4 1,4-6-1,-1-2 152,0-1 1,3 1 0,-4 0 0,0 2 233,-1 2 0,-2 11 0,-1 0 8,-1 4 1,-4 9-1,1 11 1,-2 8 72,-1 5 1,-1 2 0,-1 5 0,-1 1-405,1-1 1,1-1-1,1 1 1,0-1-276,0-5 1,5-2-1,2-6 1,5-4 510,2-4 0,1-4 0,3-9 0,-1-1 0</inkml:trace>
  <inkml:trace contextRef="#ctx0" brushRef="#br0" timeOffset="4036">2505 243 7400,'-9'-9'0,"-2"2"-88,-1 1 0,-1 2 0,2 5 0,0 2 820,0 3 0,1 5 0,1 4 0,0 2-334,0 1 1,4 0 0,2 2 0,3 1-343,0-2 0,0-3 1,0-2-1,4 0-256,5-1 0,1-6 0,4-1 0,0-4-154,-1-2 0,2-8 0,3-4 0,0-4 96,-1-5 0,-2-2 0,-1-2 0,-1 0 266,-3 2 1,0 6-1,-2 0 1,-1 3 336,-1 4 1,-4 5 0,0 5 0,-4 6-113,-4 4 1,1 8 0,-1 6-1,-1 2-198,-1 4 0,1-3 0,0 2 0,2-4-524,1-1 1,1-4 0,3-1 0,0-3-435,0-4 1,4-5 0,2-2 922,2-1 0,0-5 0,1-4 0</inkml:trace>
  <inkml:trace contextRef="#ctx0" brushRef="#br0" timeOffset="4037">2674 243 9950,'0'18'292,"0"1"1,-1 1 0,-1 5-18,-1 3 0,-3 1 0,3 2 0,0 1-50,-1-1 0,3-2 0,-2-2 0,2-4-117,1-5 1,0-6 0,1-2-552,2-3 0,-1-4 0,3-7 0,0-5 114,0-4 0,1-8 1,3-3-1,-1-2 42,1-4 0,1 2 0,1-4 0,1 2 210,-1 1 0,-2 5 1,0 2-1,0 2 350,0 4 0,0 4 0,-1 2 73,-2 6 1,-3 6 0,-3 10 0,0 4-220,0 3 0,0 2 1,0 4-1,0 1-468,0 2 0,0-5 1,0 5-1,0-3-369,0-3 0,4-3 0,2-4 0,3-4 710,3-1 0,-2-5 0,7-5 0,-4-5 0</inkml:trace>
  <inkml:trace contextRef="#ctx0" brushRef="#br0" timeOffset="4639">3037 199 7853,'-9'-5'0,"0"2"460,0 2 1,-1 1 0,-1 1 0,0 2 103,0 3 1,0 6 0,0 3 0,-1 1-288,2 2 0,0 0 0,2-1 0,1 1-114,1 0 0,4-6 1,-1-2-395,2 1 1,6-4 0,3-5 0,4-4-119,1-4 0,2-2 0,3 0 0,0-2 29,-1-2 1,-2 5 0,-1-1 0,0 3 328,-1 3 1,-2 1 0,0 2 0,-3 3 399,-2 5 1,-4 5 0,1 6 0,-3 4 307,-3 2 1,-5 2-1,-5 3 1,-1 2-466,-1 1 1,1-7-1,-1 1 1,-1-3-199,0-3 1,1-2 0,1-5 0,2-2-4187,4-4 2918,0-6 1,8-3 0,0-6 0,5-2 1213,2-1 0,2-3 0,1 1 0,1-1 0,1-1 0,0 3 0,-1-2 0,2 3-134,1 0 0,-3 0 0,1 1 0,-2 0 542,2-1 0,-2 2 1,3-4-1,-1 1 266,-1 1 0,2-1 1,-2-2-1,2-2-288,1 1 0,-4-4 0,1 3 1,-3-1-286,-2 1 1,-4 0-1,1-1 1,-3 3-37,-3 3 1,-2 3 0,-5 1-1,-1 1-94,0 2 0,-5 6 0,2 5 0,-1 5 190,1 6 0,3 0 0,-1 3 0,2 3 207,1 2 0,4-2 1,2 3-1,2-2-126,1-2 1,1 0-1,2-5 1,4-2-821,4-3 1,3-7 0,4 0-1,2-3-852,1-3 0,0-5 0,0-3 0,2-3 1430,-1-3 0,4-1 0,-3-5 0</inkml:trace>
  <inkml:trace contextRef="#ctx0" brushRef="#br0" timeOffset="4640">3408 473 8327,'-8'0'611,"-1"0"0,0 1 0,0 2 1,0 3 5,0 2 0,0 6 0,1 4 1,-1 5-312,0 6 0,0 6 0,0 7 0,1 2-195,2 3 1,0-8-1,3 0 1,1-7-1830,1-7 0,5-10 0,1-6 1718,3-5 0,9-7 0,2-2 0</inkml:trace>
  <inkml:trace contextRef="#ctx0" brushRef="#br0" timeOffset="5273">3922 350 7894,'-9'-9'-54,"-1"0"0,-1 0 0,-1 1 501,-2 2 1,2 2 0,-3 4 0,0 1-79,-2 2 0,2 4 0,1 7 0,1 5 7,-1 2 1,5 0 0,-1 1 0,2 1-304,4 0 1,2-3 0,2 2-1,0-2-290,0-4 0,7-4 0,2 0 0,2-3-7,2-3 1,0-2 0,5-4 0,1-2-298,1-4 0,-1-4 0,2-9 0,-2-1 156,-2-4 0,1-2 0,0 0 0,-2-1 309,-1 1 1,-1 3 0,-4 3 0,-1 4 294,-5 1 0,-2 9-49,-2 3 0,-3 10 0,-3 9 0,-2 3 0,-1 6 221,0 4 1,1-4 0,1 3 0,2-2-526,1-1 0,-1-4 1,2-2-1,1-3-650,1-4 1,2-6 763,2-3 0,5-6 0,6-2 0</inkml:trace>
  <inkml:trace contextRef="#ctx0" brushRef="#br0" timeOffset="5929">4143 172 8026,'-9'19'21,"1"1"1,-1 1 89,0 2 0,1 5 1,1 3-1,1 2 76,-1-1 0,3 1 0,1 1 1,2-1-348,1 0 0,-3-7 0,1 2 1,1-3-296,3-7 1,-1-4 454,5-8 0,4-2 0,4-4 0</inkml:trace>
  <inkml:trace contextRef="#ctx0" brushRef="#br0" timeOffset="5930">4241 199 8568,'0'9'864,"0"1"0,0 3-302,0 4 0,0 10 1,1 7-1,1 6-295,1 3 1,0-3 0,-1 5 0,2-1-98,1-5 1,-3-2-1,2-2 1,-1-3-1716,0-2 0,1-4 0,-2-2 1545,1-3 0,0-3 0,-3 0 0</inkml:trace>
  <inkml:trace contextRef="#ctx0" brushRef="#br0" timeOffset="6603">3373 1438 7916,'0'-13'-110,"3"-3"1,0 3 0,0-1 151,1-1 0,-3-2 1,3-1-1,-1 0 289,0-3 1,0 1 0,-3-2 0,0 0 4,0 2 0,-1 5 0,-2 1 0,-3 1-76,-2 2 0,-1 5 0,0 4 0,-1 5-52,-1 6 0,0 5 0,-3 6 0,1 5-117,2 4 0,2 2 0,0 5 0,0 0-112,0 2 0,4-4 1,2 1-1,2 0-161,1-1 1,1-6 0,2-5 0,4-4-676,4-4 0,3-4 0,3-5 0,2-4 229,2-4 0,-2-7 1,4-6 627,-1-5 0,-2-3 0,-2-3 0</inkml:trace>
  <inkml:trace contextRef="#ctx0" brushRef="#br0" timeOffset="6604">3506 1199 7813,'0'-8'-44,"-1"2"0,-2 1 471,-3 1 0,2 5 0,1 5 1,1 3-168,-1 2 0,2 4 0,-2 6 0,2 2-107,1 3 1,0 1 0,1 2 0,1 1-119,1-2 0,3 0 1,-2-2-1,0 1 46,0-1 0,2-5 1,-2-3-1,0-3-76,0-2 0,2-8-356,0 1 1,-1-11 0,1-5 0,0-4 187,-1-4 1,3 0 0,-3-3 0,1 3 150,0 0 1,-3 1-1,2 4 1,1 3 121,-1 3 0,0 6 1,-3 1-104,1 5 0,3 9 0,-2 6 0,0 4 0,1 4-257,0 3 1,-2 1-1,2 2 1,0-3-322,-1-1 1,3-9 0,4 2 570,1-6 0,4-1 0,-3-2 0</inkml:trace>
  <inkml:trace contextRef="#ctx0" brushRef="#br0" timeOffset="6605">3807 1403 7916,'-9'-9'82,"0"1"0,0 2 262,0 3 0,1 2 0,-1 1 0,0 0-23,0 0 1,3 4-1,1 2 1,0 3 12,0 3 1,3-1 0,-1 4 0,2 0-325,1 2 1,1-2 0,2-1 0,3-2-233,2-1 0,1-1 0,0-2 0,1-2 3,2-3 0,-3-2 0,3-3 0,-1-4-136,1-6 1,-4-4 0,1-1-1,0-1 311,-2 0 0,-3 3 1,1 2-1,-1 0 1059,-2 2-717,-1 5 1,-1 6-1,0 7 1,0 5-225,0 6 0,0-1 0,0 5 0,1-1-621,2-1 0,-2 1 0,3-3 0,-1-1-799,0 1 1346,4-4 0,-2-1 0,3-5 0</inkml:trace>
  <inkml:trace contextRef="#ctx0" brushRef="#br0" timeOffset="7278">3922 1447 8051,'0'-9'1271,"0"4"-957,0-1 0,0 5 1,0 1-1,0 6-40,0 4 0,0 4 1,0 4-1,0 1-97,0 1 1,1 0 0,1 2 0,1 1-64,-1 0 1,-1-4 0,-1 2 0,0-3-327,0-3 1,1-4-68,2-5 1,1-7 0,2-9 0,-3-6 114,1-7 1,-2-2-1,3-2 1,0 0 106,0 1 0,1 0 1,3 3-1,0 2 181,0 2 0,-3 6 0,-1 2 140,2 4 1,0 4 0,0 7-257,-1 5 1,-4 3-1,1 6 1,-2 1-323,-1 1 1,3 0 0,0 3 0,0-2-334,1-1 0,-3-1 0,3-2 647,0-3 0,0 3 0,5-3 0</inkml:trace>
  <inkml:trace contextRef="#ctx0" brushRef="#br0" timeOffset="7279">4152 1376 8294,'-9'-7'393,"0"1"1,3 2 0,1 4 0,-1 1-25,1 2 0,0 3 0,3 4 0,-1 3-247,1 1 0,1 1 0,1 1 0,0 0-147,0-1 1,0 0-1,1 1 1,2-1-378,3-3 0,1-5 0,0-1 1,-2 0-76,2-1 1,1-1 0,1-4 271,0 0 0,-3 0 0,0-1 270,1-2 335,-3 2 1,0-2-1,-4 6 1,0 4 20,0 7 1,-4 3 0,-2 9 0,-2 3-177,-1 5 0,-1 0 0,-1 5 0,-1-1-218,2-4 1,0-7-1,2-3 1,1-5-628,1-8 0,4-6 0,-1-8-2558,2-3 3158,5-6 0,1-6 0,4-4 0</inkml:trace>
  <inkml:trace contextRef="#ctx0" brushRef="#br0" timeOffset="8144">4311 1616 10116,'5'-9'634,"2"0"0,-3 0 0,0 0-395,0 0 0,2-3 1,-2 0-1,0-1-187,0 0 0,-1-2 0,-3 4 0,-1-1 95,-2-1 1,-2 6 0,-5-1 0,-1 3 94,-1 3 1,-2 6-1,2 5 1,0 6 431,-1 4 1,3 5 0,0 5 0,2 1-437,2 2 1,4-3-1,-1 3 1,3-1-554,3 1 1,2-8 0,5-1 0,1-7-1102,4-4 0,3-6 0,2-4 0,1-5-1655,2-6 3071,-7-7 0,8-11 0,-5-4 0</inkml:trace>
  <inkml:trace contextRef="#ctx0" brushRef="#br0" timeOffset="8145">4453 1421 13994,'6'10'0,"0"1"413,1 4 0,2 7 1,1 4-1,2 7-313,-1 4 1,-1 4 0,-2 7-1,-2 2-417,-3 2 1,-2-2 0,-1-2-1,-2-1-499,-4-4 0,0-6 0,-7-1 0,1-6-2371,0-2 3187,1-14 0,-2 6 0,-1-10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8:36.8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18 204 6771,'-1'-8'0,"-1"1"102,-1 1 1,0 3 0,2-3-257,-2-1 0,2 2 0,-2 0-52,2-2 0,1-1 194,0-1 1,1 0 9,2 0 1,-2 3 0,3 1-20,0 2 0,-2 0 39,4 3 1,-1-1 176,1-2 414,-2 2 0,-4-4 144,0 2 1,0 1 893,0-4-599,0 0-694,-4-3 1,2 4 82,-4 2-613,4 2 0,-2 5 0,4 2 0,0 4 235,0 5 1,4 4 0,2 11 0,2 3 54,0 5 1,2 4 0,1 7 0,2 4-71,1 1 1,-2-6-1,1-6 1,1-5-68,0-5 0,-3-12 0,0-6 0,-1-6-48,-1-5 1,-3-6 0,-1-4 0,0-4-1,0-3 0,-2-8 1,2-4-1,0-5 33,-1-6 0,-1-2 0,2-8-2,-1 2 1,0-1-1,-2-1 1,1 3-1,-1 2-70,-1 5 0,-1 5 0,0 7 0,0 5-773,0 5 269,0 8 1,3 7 0,1 6 0,0 2 119,0 1 0,3-1 0,-1 1 0,2 0 494,0 0 0,5 4 0,1 1 0</inkml:trace>
  <inkml:trace contextRef="#ctx0" brushRef="#br0" timeOffset="539">461 44 7853,'-9'0'246,"-3"1"1,0 2 0,0 3 335,0 2 0,2 2 1,-2 2-1,1 4-109,-1 3 0,5 2 0,-1 4 0,1 3-218,2 0 0,1-1 0,5-1 0,3-2-297,5 0 1,-1-5-1,5-2 1,0-4-216,2-3 1,1-5 0,1-4 0,-1-6 88,-1-7 0,-1-6 0,3-4 0,-2-6-292,-3-2 0,-2-3 1,-2-2-1,1-1 297,0 1 1,-3 3 0,-1 4 0,-1 4 598,-2 7 0,-1 8 0,-1 9-141,0 5 1,-1 9 0,-1 5 0,-1 4-295,1 4 0,1-2 0,1 3 0,0 1-317,0-1 0,0-4 0,1-1 0,2-2-655,3-1 1,2-9 0,1-5 0,0-4 970,3-2 0,-2-12 0,3-3 0</inkml:trace>
  <inkml:trace contextRef="#ctx0" brushRef="#br0" timeOffset="701">744 0 7853,'-6'1'501,"0"2"0,0 3 126,1 2 1,-2 3 0,3 2 0,0 7-201,1 5 1,0 0 0,3 7 0,0 0-236,0 3 0,0-4 1,0 6-1,0-2-457,0-2 0,4-3 0,1-2 0,3-3-577,1-4 1,0-7 0,0-3 0,0-4 90,0-4 1,0-3 0,2-3-1,1-4 751,-1-4 0,-5-6 0,-2-6 0</inkml:trace>
  <inkml:trace contextRef="#ctx0" brushRef="#br0" timeOffset="1740">832 151 8135,'-8'0'517,"2"1"1,1 2 0,1 3 9,2 5 1,1 0 0,1 4 0,0 2-248,0 2 1,1 1-1,2 3 1,3-1-293,2 1 0,0-6 0,1 0 0,1-1-34,2-2 0,-1-1 0,2-6 0,0-1-172,-2-3 0,-1-3 1,-1-4-1,0-5 24,-1-8 0,-2-2 0,0-5 1,0 0 160,-1-2 0,-1 4 0,-3 2 0,1 3 203,1 3 0,0 3 759,-3-1 1,0 7-519,0 5 1,1 4-1,1 6 1,2 2-425,1 2 0,-2 3 0,2 0 1,-1-1-643,1-2 0,-2 1 0,2 3 0,0-1-444,0 1 0,-2 0 1,2-1-1,0-3-596,0-2 1695,1-6 0,3-2 0,-1-4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8:58.4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9 8196,'-7'-2'-423,"3"0"821,0-2 0,0 3 1,0 1-11,2 4 1,2 4 0,1 3 0,3 2-306,2 2 0,-1 1 1,3 3-1,0-1-127,1-1 1,-2-5-1,3 0 1,0-1 20,0-1 1,1-5-1,1-1 1,0-3-226,-2-4 1,-2-3 0,1-5 0,-2-4 66,2-2 0,-3 0 1,1-1-1,0 0-72,0 0 1,-1 1 0,2 1 0,0 5 99,1 6 0,-1 5 1,2 5-1,2 7 396,0 6 0,-2 7 0,0 5 0,0 2 221,-2 2 0,-4-1 0,-2 2 0,-1-1 103,-1 0 1,-1-8 0,-2 1 0,-3-4-111,-4-4 1,0-2-1,-1-4 1,-1 0-272,-2-3 0,2-4 0,-1-3 1,1 0-96,0-1 0,-1-5 1,1-3-1,-1-2-887,3-2 1,-2-1 0,5-1 0,0 0-377,2 2 1,4-1 0,-1-2 0,4 0 1171,5 1 0,2-1 0,4 0 0</inkml:trace>
  <inkml:trace contextRef="#ctx0" brushRef="#br0" timeOffset="685">404 170 8196,'0'6'187,"0"1"0,0 0 0,-2 1 1,0 2-1,0 1 0,0 3 1,0 1-1,0 2 739,1-1 0,1 3 0,1 2 0,1-2-595,3-1 0,0-7 0,2-1 0,0-4-295,1-4 1,0-3 0,0-3-1,-1-6-485,0-5 1,-2-3 0,0-6 0,-3-1 235,-2-2 0,0 1 0,0-1 0,0 2-41,0 4 1,-2 5 0,-1 3 0,0 1-497,-2 5 0,-1 3 163,0 4 1,2 3 0,2 1 586,1 2 0,4 0 0,1 1 0</inkml:trace>
  <inkml:trace contextRef="#ctx0" brushRef="#br0" timeOffset="855">520 157 8196,'3'10'566,"-1"-1"0,-1 0 1,-1 1-1,0 2-233,0 1 1,0-1 0,0 4-1,1 1 190,1-1 1,-1-2 0,3 1 0,0-2-369,-1-2 1,1-3 0,4-3-234,0-3 1,-1-3 0,2-3-1,-2-3-444,-1-5 1,1-2 0,-1-6 0,1-1 285,-1 0 1,0-3 0,-1 4 0,-1 3 198,1 4 1,-1 4 0,0 1 127,1 3 0,0 5 0,2 6 0,-1 4-16,1 5 1,0 5 0,1 1-1,0 1-203,0 0 0,0-4 0,0 0 0,0-1-405,0-3 1,-1-3 0,0-4 532,-1-2 0,1-2 0,-1-3 0</inkml:trace>
  <inkml:trace contextRef="#ctx0" brushRef="#br0" timeOffset="2606">1187 163 8196,'3'-12'0,"0"2"-436,-3 1 0,0 2 0,-3 1 0,-1 1 1165,-2 1 0,-1 3 0,-1-2 0,-1 3 84,-1 0 1,2 3-1,-2 1-611,0 4 0,2 2 1,1 4-1,1 1 0,0 3-97,-1 2 1,4 1 0,1 2 0,1 2-190,1 0 1,1-4 0,3 0 0,2-1-881,1 0 1,3-3 0,1-3 0,2-4-179,2-4 0,-1-4 1142,3-2 0,-3-6 0,2-4 0</inkml:trace>
  <inkml:trace contextRef="#ctx0" brushRef="#br0" timeOffset="3642">1289 208 8196,'-2'10'326,"-3"0"0,-2 0 0,-2 2 0,1 5 21,1 1 1,3 1-1,2 1-140,2-1 1,0-1 0,0-3 0,2-2 0,3-3 168,0-3 1,5-2-1,0-4 1,2-3-561,1-4 1,-1-4 0,-1-3 0,1 0 62,0-2 0,-6-1 0,0-4 0,-2 0 28,0-1 0,-3 1 1,1-1-1,-2 3 15,-2 1 1,-2 2 0,-2 1-1,0 3-236,-1 2 1,-1 4 0,-1 2 128,1 0 0,1 1 1,1 5-1,2 1-570,2 2 0,2 0 1,2 0-1,2 1 755,2-1 0,3 1 0,1-1 0</inkml:trace>
  <inkml:trace contextRef="#ctx0" brushRef="#br0" timeOffset="3643">1450 208 8196,'0'9'0,"0"1"407,0 2 1,0-2 0,0 3 0,-1 1 139,-1 0 0,1-4 0,-4 5 0,1 1-164,0 0 0,-1 1 0,1-2 0,0 0 14,0 1 1,1-5-399,-1 2 0,3-6 1,1-3-196,4-8 1,2-5 0,0-5 0,1-3-84,2-1 1,-1-1 0,2-3-1,0-1 80,0 3 0,-2 0 0,2 1 0,0 2 215,0 2 1,-3 5 0,0 2 357,1 6 1,-3 6 0,-3 9 0,-1 4-515,-1 3 0,0 1 0,0 3 0,0 0-398,0 1 0,0-4 0,0-1 0,0-1-17,0-4 1,1-3 0,1-4 0,2-3 554,2-3 0,0-4 0,1-2 0</inkml:trace>
  <inkml:trace contextRef="#ctx0" brushRef="#br0" timeOffset="3644">1854 266 8196,'-4'-6'346,"-1"1"0,3 1 0,-2-1 0,-1-1 203,-1-3 0,-1 2 1,-1-2-1,0 2 20,0 1 0,0 2 0,0 0 1,0 2-282,0 3 1,1 0-1,1 6 1,1 5-226,1 3 1,2 4-1,0 2 1,1 1 87,1 1 1,0 1 0,1 1 0,1-1-771,0-1 1,3-1-1,-1 0 1,2-3-1088,0-3 1,-2-3-1,1-3-626,0-1 2332,0 0 0,-1-5 0,-1-2 0</inkml:trace>
  <inkml:trace contextRef="#ctx0" brushRef="#br0" timeOffset="3645">1687 433 8196,'-10'-10'578,"2"1"-170,0 2 0,3 1 1,1-1-1,1 1-13,3-1 1,3 2-1,1 0 1,2 3-98,3-1 1,1 2-1,3-1 1,-1 1-502,1 1 1,1 0 0,0 1-1,1 0-749,-1 1 0,0 1 0,0-1 952,-1 0 0,4 3 0,-3-2 0</inkml:trace>
  <inkml:trace contextRef="#ctx0" brushRef="#br0" timeOffset="4359">1918 279 7972,'-6'0'344,"-1"0"1,1 0 0,-1 0 246,1 0 1,0 1-1,2 1 1,2 2-1,1 2-318,1 3 1,1 1 0,1 3-1,2 0-280,2 2 0,1-1 0,1 3-149,1-1 1,0 0 0,-1-3-1,1-3 1,0-3 0,1-3 0,-1-2-1,1-2 1,-2-3-492,1-6 1,-1-4-1,0-6 1,-1-1 488,-3-1 0,1 1 0,-3-1 0,-1 3 690,0 3 0,-1 5-96,0 1 0,0 8 1,0 4-1,0 4-263,0 6 0,0 1 0,1 3 0,0 1 0,1 0 1,3-1-1,0-2-173,0-2 0,5 0 0,0 0 0</inkml:trace>
  <inkml:trace contextRef="#ctx0" brushRef="#br0" timeOffset="4360">2155 208 8406,'-6'10'0,"0"0"899,-1 2 0,3 1 0,0 0 1,1 1-402,2 1 0,3-2 1,3 2-1,2-1-335,2 1 1,0-1 0,-1 1 0,0 0-120,0 0 0,-1 0 0,-3-2 0,-2 0-363,-1 0 0,-1 0 0,-1-1 0,-1-1-696,-2 0 1,-3-3 0,-1 0 0,0-3-1461,0-3 2475,1-2 0,1-2 0,-1-2 0</inkml:trace>
  <inkml:trace contextRef="#ctx0" brushRef="#br0" timeOffset="4361">2220 420 8445,'6'0'0,"0"0"398,1 0 0,-1 0 0,1-1 0,-1-1 107,0-2 1,2 0 0,-1-2-1,2-1-80,-1 0 0,-1-1 0,-1 0 0,0-1-501,-2 2 1,-1-1 0,-3 0 0,0-1 62,0 1 1,-3 3-1,-1 2 1,-2 0 164,-3 2 0,2 0 0,-2 2 0,0 4 39,1 3 0,-1 4 1,3 3-1,0 2-37,2 2 0,-1 0 1,2 0-1,2 1-493,0-1 0,1-3 0,1-1 0,1-1-932,2-1 0,5-6 1,2-1 302,1-2 1,1-6-1,2-4 968,2-4 0,-1-5 0,0-1 0</inkml:trace>
  <inkml:trace contextRef="#ctx0" brushRef="#br0" timeOffset="4362">2438 221 7930,'0'-12'0,"0"1"0,0 0 892,0 2 0,0 4 0,0 6 0,0 5-172,0 4 1,0 5 0,0 3-1,2 1-368,3 3 0,-2 0 0,2-1 1,-1-1-307,-1-1 0,3 0 0,-2-3 0,-1-1-77,-1 0 1,1-5 0,-1 0-1,0-2-368,-1-1 1,-4-4 0,-2-1 0,-1-1-87,-3-1 0,2-2 1,-4 0-1,-1 0 458,0-1 0,0 2 1,1-1-1,1 1 534,1 1 1,0 3 0,3 2-244,-1 3 0,3 0 1,0 2-1,2 1 1,1-1-80,2-1 1,3-2 0,3-2 0,1 0-1216,3-3 1,0-1 0,1-2 0,2-1-1659,-1-3 2688,3 0 0,1-5 0,2 1 0</inkml:trace>
  <inkml:trace contextRef="#ctx0" brushRef="#br0" timeOffset="4363">2540 439 8524,'-3'0'721,"0"0"1,0 0 0,-1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8:58:53.0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52 8253,'-9'-3'243,"1"0"0,-2 4 314,1 1 1,-1 1 0,2 5-1,1 2 1,-1 4-167,1 4 1,-1 4 0,1 5-1,0 4-309,1 2 0,2-1 0,0 1 1,1-1-415,3-2 0,0-3 0,0-2 0,3-1-661,1-4 1,4-7 0,3-3-1,1-5-801,1-3 1794,0-7 0,5-2 0,2-5 0</inkml:trace>
  <inkml:trace contextRef="#ctx0" brushRef="#br0" timeOffset="335">238 270 9179,'-6'9'0,"-1"0"638,1 1 1,-1 2 0,2 3 0,0 3-240,3 5 1,2-1-1,0 5 1,0-1-143,2-1 1,5-3 0,3-6 0,1-3-365,2-4 1,-2-5-1,4-2 1,-1-4-296,-1-5 0,0-5 1,-1-5-1,-2-2 167,-1-2 0,-4-3 0,-2-3 0,0-2 95,-4 0 1,-1 4 0,-3 0 0,-3 2 90,-1 3 0,-2 2 0,-3 2 0,0 3-65,-1 3 1,-2 2 0,2 2 0,1 2-349,0 2 1,4 2 0,3 2-366,2 2 1,2 2 0,5 0 826,0 1 0,6-1 0,-1 1 0</inkml:trace>
  <inkml:trace contextRef="#ctx0" brushRef="#br0" timeOffset="673">418 193 8344,'0'11'181,"0"0"1,0-3 0,0 3 0,0 0 361,0 2 0,0 2 0,0 2 1,-1 0-85,-1 3 1,1-2 0,-1 5-1,0 0-182,0 0 1,2-4 0,-2 1 0,1-2 14,1-2 1,0-5-439,0-2 0,2-5 0,1-5 0,0-6-88,2-8 0,1-2 0,0-9 1,1-3-21,-1-4 1,1-3-1,1-1 1,2 0-495,-1 3 1,0 4 0,1 3 0,0 3 767,0 5 0,0 6 0,1 7 0,-2 5 161,0 4 1,-4 6 0,1 7 0,-2 3-183,0 1 0,-3 3 0,2 0 0,-1 0-387,0 1 1,3-3 0,-3 2 0,2 0 67,1 0 0,1-5 0,2 0 0,1-4 320,1-4 0,1-5 0,2-2 0</inkml:trace>
  <inkml:trace contextRef="#ctx0" brushRef="#br0" timeOffset="818">802 14 8253,'-6'-3'0,"-1"-1"416,-2 1 1,2 0 0,-1 3 0,1 1 516,0 1 0,3 4 0,0 6 0,1 3-439,-1 4 0,3 1 1,-1 5-1,2 3-327,2 0 0,1 1 1,4 2-1,-1 2 80,1 2 0,-1-3 1,0 1-1,-1 0 20,-1 0 1,-3-7 0,2 0 0,-3-6-621,0-6 0,-1-8 1,-3-2 352,-2-5 0,-5-5 0,1-4 0</inkml:trace>
  <inkml:trace contextRef="#ctx0" brushRef="#br0" timeOffset="1420">642 347 8253,'-3'-6'333,"-2"-1"1,2 1 0,2-1 132,0-2 1,1 2 0,1-3 0,2 0-255,3 2 0,4 1 1,2 1-1,2 0-4,1-1 0,-1 3 0,3 0 0,1 1-1036,1 2 0,-2 0 0,0 1-742,-1 0 1,2 0 1569,-7 0 0,5 0 0,-2 0 0</inkml:trace>
  <inkml:trace contextRef="#ctx0" brushRef="#br0" timeOffset="1851">931 168 7636,'0'-4'630,"0"-2"1,0 6 0,0 0 0,-1 5-2,-1 3 0,1 2 0,-1 3 1,1 1-258,1 1 0,0 3 0,0-1 1,1 1-258,1-1 0,0 0 0,4-4 0,1 0-56,0-3 1,1-5 0,0-4 0,1-3-783,1-4 1,0-5-1,2-6 1,-2-4 176,2-4 1,-2 0-1,0-1 1,1 2 353,-1 2 1,2 5 0,-1 7 369,1 6 1,-3 8 0,-2 8 0,-2 6-81,-3 2 0,1 0 1,-3 2-1,0-2-156,2-1 0,-1-2 0,1-1 0,-1-3-1747,-1-3 1805,3-5 0,-2-5 0,1-4 0</inkml:trace>
  <inkml:trace contextRef="#ctx0" brushRef="#br0" timeOffset="2398">1470 142 8253,'-1'-6'378,"-1"-1"1,-2 1 0,-2 0 0,-1 1-143,1 1 0,-3 2 1,-1 0-1,-1 2 39,0 2 1,3 3-1,-2 3 1,0 3 86,3 1 0,2 4 1,1 0-1,1 1-144,2 0 1,3 0 0,2 2-1,2-1-198,0-1 0,3-2 0,0 1 0,0-1-437,1-1 1,0-4 0,-2 4 0,-1-1 307,-2-2 1,-4-2 0,1 1 0,-2 0 111,-2-2 1,-4-1 0,-5-2-1,-2 0-13,-2 0 0,-1-2 0,-3 2 1,1-3-801,1-2 0,4 0 0,0 0 0,0 0-462,2 0 0,4 0 1272,1 0 0,4-2 0,-1-2 0</inkml:trace>
  <inkml:trace contextRef="#ctx0" brushRef="#br0" timeOffset="2399">1495 334 8253,'0'13'0,"0"1"353,0 1 1,0-1-1,0 2 1,-1 1-385,-1-1 1,-1-1 0,-1-1 0,1-3-593,1-2 1,1-4 0,-1-2 73,1-3 0,1-2 1,1-6 548,1-3 0,1-4 0,4-1 0</inkml:trace>
  <inkml:trace contextRef="#ctx0" brushRef="#br0" timeOffset="2938">1521 238 7344,'-4'1'-1259,"2"1"1259,4 2 0,2 2 0,2 1 0</inkml:trace>
  <inkml:trace contextRef="#ctx0" brushRef="#br0" timeOffset="2939">1617 283 8253,'-3'14'0,"0"0"0,-2 2 347,1 0 0,2-1 0,-2 1 1,2 0 549,0-2 1,2-1-1,2-2 1,3-3-756,0-3 0,4-2 0,0-3 0,0-1-352,1-1 0,0-5 1,-1-3-1,-1-3-61,2-2 0,-5-2 1,0-2-1,-1 0-22,-3 0 1,0 2 0,-2 2 0,-1 2-27,-2 3 1,-2 1-1,0 3 1,-1 1-52,1 1 1,0 2 0,-1 0-652,1 1 0,2 4 1021,2 1 0,4 2 0,2 1 0</inkml:trace>
  <inkml:trace contextRef="#ctx0" brushRef="#br0" timeOffset="3486">1733 290 8253,'0'6'407,"0"3"1,0 1 0,0 2 35,0 0 0,0 0 0,0 4 1,0-1 141,0 2 1,0 0 0,0 0 0,0 0-169,0-1 1,-3 1-1,1-4 1,1 1-76,0-2-531,1-4 1,1-5 0,0-7-1,2-6-45,1-4 1,0-3 0,2-4-1,1-2-641,-1-2 1,1 3 0,-1-3 0,0 0 585,1 3 1,0 1 0,1 3 0,0 1 399,0 3 0,-1 4 0,0 4 16,-1 2 1,0 2 0,-1 7 0,-2 4 0,1 4 4,0 4 1,-3 3 0,2 1-1,-1 2-563,0 0 0,1 2 1,-2-3-1,2 0 431,1-1 0,0-5 0,2 2 0</inkml:trace>
  <inkml:trace contextRef="#ctx0" brushRef="#br0" timeOffset="3487">2015 373 8719,'-5'2'3115,"1"0"-2948,3 0 0,1-2 0,4 0-556,2 0 1,1 0-1,1 0 1,2 0-1,1 0-1127,0 0 0,-1 0 1516,3 0 0,0-2 0,0-2 0</inkml:trace>
  <inkml:trace contextRef="#ctx0" brushRef="#br0" timeOffset="4063">2207 341 8197,'1'-7'-873,"0"1"1,1 0 1150,0-1 1,1 1 0,0-1 179,0 1 1,-1 0-1,3 1-125,0 1 1,0 3 0,0 1 0,-1 4-57,1 2 1,-2 5-1,1 3 1,-1 2-63,-2 4 1,2 2-1,-1 3 1,0-1-82,-2 0 1,0-3-1,0 2 1,-2-1-138,0-1 0,-1-4 1,2-3-1,-1-3-164,0-2 1,1-6 0,1-3-178,0-3 0,0-8 0,1-5 0,1-4 62,3-4 0,1-3 1,2-3-1,0 0 168,0-2 1,2 3 0,1-2 0,1 4 113,1 2 0,-2 8 1,-1 4-1,-1 4-32,-1 6 1,-3 7 0,-2 5 0,1 3 211,-1 5 0,-1 1 1,0 6-1,-1 0 198,-1 1 1,0-1 0,0 0-1,0 1-236,0-3 0,0-2 1,0-2-1,0-2-61,0-3 0,0-5 1,0 0-19,2-3 1,0-3 0,1-4-57,0-2 0,2-8 0,0-4 1,2-5-1,3-6-520,0-1 1,-2-2 0,3-2-1,0 0 409,1 0 1,1 5 0,0 2-1,-1 5 313,-1 6 0,-2 6 0,-3 7 0,-2 3 52,-2 4 0,-1 4 0,-1 5 0,0 4-28,0 4 1,0-1 0,0 4 0,0 0-401,0-2 0,0-2 1,1 0-1,0-1-453,1-3 0,4-3 0,0 0 0,2-4-1598,2-2 2218,1-5 0,5-1 0,0-3 0</inkml:trace>
  <inkml:trace contextRef="#ctx0" brushRef="#br0" timeOffset="4644">2707 290 8169,'-10'-5'0,"-1"0"371,0 0 0,1 3 0,-1 0 0,0 2 742,-2 2 1,3 2 0,0 5 0,1 2-617,1 1 0,1 4 0,1 0 1,2 1-427,1 0 1,3-2-1,3 1 1,1 0-500,2-2 1,1-3 0,1-3 0,4-2-60,2-2 1,0-3 0,3-2 0,-1-6-260,0-5 1,-1-4-1,2-5 1,-2-1 462,0-1 0,-4 2 0,-1-1 1,0 1 965,0 3 0,-4 3-222,0 3 0,-4 5 1,0 7-1,-3 5-45,-1 2 0,-2 6 0,1 4 0,1 0-296,-1 3 0,3-3 0,-2 5 0,1-2-618,1-1 1,0-2 0,1-1 0,0-2-590,1-2 1,4-6 0,0-2 0,1-2 1086,1-2 0,2-9 0,0-2 0</inkml:trace>
  <inkml:trace contextRef="#ctx0" brushRef="#br0" timeOffset="4817">2881 225 8361,'0'-6'96,"0"2"1,0-1 560,0 0 0,0 3 0,0 2 1,0 5-1,0 3 0,0 4 1,0 4 62,0 3 0,-2-1 0,-1 6 1,2 0-914,0 1 0,1 0 0,0 1 0,0 0-576,0-1 1,0 0-1,1-2 1,0-4-22,2-3 1,1-5 0,1-3 0,1-3-510,3-3 1,-2-5 1298,1-4 0,0-2 0,-2-4 0</inkml:trace>
  <inkml:trace contextRef="#ctx0" brushRef="#br0" timeOffset="4818">2990 315 8132,'0'-8'412,"0"-1"1,-1 1-1,0 1 1157,-2 1 1,-2 2-1168,1 2 0,-1 2 1,0 3-1,1 3-124,-1 1 0,1 6 1,0-1-1,0 3 159,0 1 0,1-1 0,1 1 0,0 0-318,1-2 1,0 0 0,1-2 0,0-1-492,0-3 0,0-1 0,1-1-422,1-2 1,1-1 0,4-4 0,-1 0-138,1-1 1,1-3 0,1 1 0,-1-1 327,-1 0 0,-1 0 1,1 1-1,-2 0 603,-1 0 0,2 1 0,-2-1-287,2-1 0,-2 2 1,-1-2 1027,-1 0 0,0 2-160,2-2 1,0 3-1,3-1 4,-1 0 1,1-1 0,-2 1-1,0 0-388,0 0 1,-1-1-1,2 1 1,-1 0-205,-1 0 1,-2-1-1,2 1-36,-2 0 0,0 1 1,-4 0-59,-3 1 0,-1 1 0,-2 0 1,-1 1-66,-1 1 0,2 2 0,-1 4 1,0 2 291,1 0 0,0 2 1,3 3-1,1 0 1034,1 1 1,1-2 0,3 3 0,2 0-1363,3 0 0,4-2 0,5-2 1,2-3-654,2-4 0,2-2 0,1-5 855,-2-1 0,3-5 0,0-3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0:20.4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 8031,'0'-13'655,"0"3"837,0 1-932,0 5 0,0 1 0,1 6-194,2 5 0,1 5 0,4 6-183,0 5 1,1 4 0,1 7 0,1 4 0,1 4-48,2 3 1,-1 2-1,0 6 1,1 3 1,1-1 0,-2 0 0,-1-3 1,0-4-329,-3-4 1,-3-16-779,-4-3 0,-1-14 0,-2-10 968,-1-9 0,-6-4 0,-4-5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0:21.1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55 567 7424,'-3'-8'46,"-2"0"0,0 3 0,0-1 2063,-1 0-440,2 3-1349,1-1 0,3 9 0,0 2 1,1 8-171,1 5 0,3 3 0,3 7 0,0 5-157,-1 2 0,1 3 0,0 8 0,-1 2-252,-1 1 0,0-6 0,-4-6 1,0-6-115,-1-8 0,-1-11 0,0-9-490,0-10 0,-4-6 0,-1-8 863,-2-2 0,-1-5 0,0-2 0</inkml:trace>
  <inkml:trace contextRef="#ctx0" brushRef="#br0" timeOffset="333">0 575 8119,'1'-11'0,"2"0"213,2-2 0,-1 3 1,2-3-1,2-1 145,2-1 0,4 1 0,-1 2 0,3 1-21,3 1 0,-3 5 0,3 2 0,-3 3-115,0 3 1,-3 2 0,0 6-1,-2 5-60,-1 4 0,-5 2 0,-2 0 0,-2 4-151,-1 1 1,-4-1-1,-2 0 1,-4-1-108,-3-2 0,0-2 0,-2-3 0,-2-1 139,1-1 1,-1-4-1,2-2 1,1-3 182,1-2 1,3-3 0,-1 0-106,3-1 0,3-2 0,3 0-153,4-2 1,3 0 0,5 3-1,2 0 119,3 0 0,-1 1 0,6 2 1,-1 2-233,2 2 0,-1 1 1,1 0-1,-1 0-496,0 0 0,-2 0 0,0 0 1,-1 0-382,-1-1 1,-4-2 0,-1-2 1021,-3 1 0,0-3 0,0 2 0</inkml:trace>
  <inkml:trace contextRef="#ctx0" brushRef="#br0" timeOffset="576">364 575 8668,'0'16'283,"0"3"0,0-4 1,0 2-1,0 1-97,0-1 0,4 0 0,0 1 0,1 1-359,0 1 1,1 0-1,2-1 1,0-4-2270,0-3 2442,-1-5 0,1 0 0,0-2 0</inkml:trace>
  <inkml:trace contextRef="#ctx0" brushRef="#br0" timeOffset="698">404 432 8031,'-8'-2'0,"0"-1"540,0 1 1,3 1-564,-1 1 1,5 4 0,-1 1-1,4 2 1,3 1 0,3-1-1,1-1-1804,2-1 1827,3 1 0,-2 5 0,4 2 0</inkml:trace>
  <inkml:trace contextRef="#ctx0" brushRef="#br0" timeOffset="1125">538 511 8031,'-3'16'0,"-3"0"226,-1 0 0,-1 1 0,1-1 0,2 1 452,2-2 1,0-2 0,0 0-1,2-2-484,0-2 1,4-5 0,2-1-314,2-2 0,2-3 0,0-4 0,1-4-189,-1-4 0,-2-3 0,4-1 0,-2-3 0,-1-2 0,-3 2 0,0 0 0,1 2 232,1 1 1,1 5 0,0 4-1,0 2 307,0 1 0,3 8 0,-1 2 0,0 9 164,-1 8 0,-1 7 1,-1 7-1,1 4 194,0 1 0,-2-3 1,-2 5-1,-1-1-359,-1-1 1,-2 0-1,-2-5 1,-2-4-1,-2-7 1,-3-2-1,0-7 1,0-1-177,-2-5 1,1-3 0,-2-5-1,0-2-1249,0-5 0,2-4 0,-1-4 0,3-2-815,0-5 1,0-1 2009,0-7 0,0 0 0,0-3 0</inkml:trace>
  <inkml:trace contextRef="#ctx0" brushRef="#br0" timeOffset="1423">720 377 7903,'3'8'997,"-1"0"-671,0 0 1,2-1 0,-1 2 0,1 3 169,-1 4 1,3 1-1,0 6 1,1 3-172,1 4 1,0-3 0,-1 5 0,1-1-196,0 0 1,0-2 0,0-2-126,0-2 1,-1-2 0,-1-6 0,-1-3-184,-2-2-1,1-5 1,-3-5 0,2-4-365,-1-6 1,-1-5 0,-1-5 0,0-5 192,0-5 0,0 1 1,0-6-1,0 1 178,0 3 0,1 5 0,0 1 0,3 3 47,0 2 1,-1 8-1,2 5 1,1 6 842,1 7 1,-1 3 0,-1 13 0,1 4-321,1 5 1,1 0 0,-1 2-1,-1 0-617,-1-2 1,0-5 0,1 1-1,-2-6-587,0-8 1,2-9 0,-2-7 0,2-7-48,-1-7 853,-3-4 0,5-12 0,-3-1 0</inkml:trace>
  <inkml:trace contextRef="#ctx0" brushRef="#br0" timeOffset="1556">1029 321 9884,'4'16'864,"3"4"0,-2 4 1,3 6-708,3 6 1,-1 2 0,2 6 0,0-1-1,0-3-908,-1-5 1,0 0 0,-3-9 0,-1-4-1,-2-3 751,-3-3 0,-1-4 0,-1-1 0</inkml:trace>
  <inkml:trace contextRef="#ctx0" brushRef="#br0" timeOffset="1976">1037 606 7846,'8'-5'1149,"-1"0"1,1-1-894,0 2 0,4-3 0,2 1 1,3-4-904,4-3 0,3-2 1,3-2 646,2-1 0,5-2 0,2-4 0</inkml:trace>
  <inkml:trace contextRef="#ctx0" brushRef="#br0" timeOffset="2300">1448 108 7779,'0'-5'751,"0"3"1,1 5 0,2 5-517,2 4 1,0 7 0,2 3 0,2 4-40,0 6 1,2 4-1,0 5 1,-1 3 44,2 3 0,-3-6 1,0 4-220,-3-3 0,1-4 0,-5-11 0,0-5 0,-1-3 5,-1-4 1,0-7-382,0 0 1,0-12-1,0-2 1,0-6 131,0-4 1,0-2 0,0-5 0,0-3 50,0-4 0,4 3 0,3-4 0,4 2 41,1 1 1,-1 5 0,2 0 0,1 3 12,1 2 1,1 9 0,0 3-1,-2 5 395,0 4 0,-3 6 0,-4 6 1,-2 4 185,-2 4 1,-2 0 0,-2 6-1,-2 1-92,-2 1 0,-3-5 1,-1-1-1,-3-2-267,0-1 1,1-2 0,-2-1 0,0-2-1063,1-5 1,1-2 0,5-2-103,1 0 0,4-4 0,1-2 1059,4-4 0,10-6 0,3-4 0</inkml:trace>
  <inkml:trace contextRef="#ctx0" brushRef="#br0" timeOffset="2603">1836 298 7779,'-12'0'0,"4"1"0,-3 0 0,1 4 415,0 2 1,-2-1-1,-3 5 1,1 1 565,4 1 0,1 2 0,2 1 1,2 0-798,2 3 1,2-2-1,2 0 1,3-2-375,4-2 1,0 0-1,6-1 1,0-3-164,1-3 1,-2-4 0,0-1 0,0-3-165,-1-6 0,2-7 1,-3-6-1,-1-4 194,-1-4 1,-2 3 0,-2-6 0,-2 2 456,1 2 1,-3 3 0,1 5 680,-1 1 1,-1 9-521,0 10 0,0 8 1,0 11-1,0 3-252,0 3 0,0 0 1,0 1-1,0-2-905,0-3 1,1-2 0,2-5-9,2-3 1,1-6 0,-1-11 869,-2-7 0,2-9 0,-1-6 0</inkml:trace>
  <inkml:trace contextRef="#ctx0" brushRef="#br0" timeOffset="2914">1939 5 7267,'0'-4'280,"1"10"0,0 8 801,2 4 0,0 4 0,-2 5 0,1 2-822,3 5 0,0 2 0,0 3 0,1 2-420,1 1 0,1-4 0,1 1 0,1-3-714,0-3 0,2-9 0,-3-5 0,3-4-292,0-6 1,-2-4 1166,0-5 0,-1 0 0,-1 0 0</inkml:trace>
  <inkml:trace contextRef="#ctx0" brushRef="#br0" timeOffset="3241">2121 187 7312,'-8'0'0,"-1"0"321,-2 0 0,3 6 1,-2 3-1,3 2 501,2 3 1,3 1 0,-1 2 0,2 1-400,1 4 0,1-2 0,2 0 1,2-1-365,2-1 0,2-2 0,1-4 0,1-4-423,1-5 0,-2-3 1,2-2-1,-2-4-287,1-4 0,-1-6 1,-3-5 319,-1-2 0,0 0 0,-4-1 1,0 1-1,-1 1 190,-1 1 1,0 5-1,0-1 1,0 2 895,0 4 0,-1 5-291,-2 3 0,3 9 0,-3 6 1,3 4-282,3 6 1,-2 1-1,5 3 1,0 1-583,1 1 0,0-2 0,-1 0 1,-1-1 158,1-2 1,1-3-1,0-4 1,0-6 239,-2-4 0,-3-2 0,1-4 0</inkml:trace>
  <inkml:trace contextRef="#ctx0" brushRef="#br0" timeOffset="3577">2279 187 9391,'0'8'2128,"0"1"-1750,0 1 1,1 1 0,2 4-1,2 2-136,2 3 0,1 1 1,-1 2-1,0-1-173,1 2 1,-4-5-1,5 4 1,-1-2-367,-2-4 0,-3-4-138,3-2 1,-4-10 0,0-7 0,-1-7 148,-1-7 0,0-5 0,0-9 0,0 0 82,0 0 1,0 5 0,0 1 0,0 2 221,0 0 0,4 6 0,1-1 1,2 4 267,1 5 0,0 8 0,0-2 1,0 6 74,-1 2 0,-1 3 0,-1 7 0,1 3-130,1 2 0,1 5 0,0-1 0,0 0-669,0 0 1,0-1 0,-1 1 0,-1-2-251,-1-3 0,0-3 0,3-4 279,0-3 0,-2-6 409,-1-5 0,0-5 0,3-3 0</inkml:trace>
  <inkml:trace contextRef="#ctx0" brushRef="#br0" timeOffset="3716">2627 68 9491,'-8'0'395,"0"3"0,0 0 0,1 2 430,-1 1 0,2 4 0,1 4 0,0 1-172,0 0 1,2 5 0,3 0-1,0 2-400,0 2 1,1-3 0,2 3 0,4-2-189,3 0 1,1-5 0,-1-2 0,1-3-623,2-2 1,-4-4 0,2-1 0,-1-3-1908,0-3 1,-1-3 0,2-7 297,-3-2 2166,0-5 0,0-2 0,0-4 0</inkml:trace>
  <inkml:trace contextRef="#ctx0" brushRef="#br0" timeOffset="4166">2778 171 7779,'7'-5'529,"-1"0"0,-2 1-145,0 0 1,1-2 0,-2-2-1,1 1 18,-1-1 0,1 0 0,-2 0 0,0-1-80,0-2 1,-1 3 0,-2-3 0,-1 2-208,0 1 1,-7 1 0,1 2 0,-2 2-6,-1 3 0,-1 4 0,-1 4 0,3 5 102,1 5 0,1 0 0,1 6 0,2 3 370,2 3 0,3-1 1,3-1-1,3 0-187,4 0 1,3-2-1,5-1 1,3-3-1323,2-7 0,2-6 0,0-6 0,2-4-2017,-2-4 1,0-4 2943,-1-7 0,-4-3 0,-1-2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30.8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0 506 7786,'0'9'678,"0"0"0,0 1 0,1 2 0,1 3-256,1 2 0,4 6 0,-1 3 0,1 4-357,-1 2 1,2-2 0,-2 2 0,1-3-219,-1-3 1,1-5 0,-2-1-399,0-4 0,-3-8 1,1-8-3017,-2-5 3567,-1-7 0,0-2 0,0-4 0</inkml:trace>
  <inkml:trace contextRef="#ctx0" brushRef="#br0" timeOffset="297">63 307 7201,'1'-5'168,"2"2"1,4 2 1227,1 1-1067,1 4 0,4 5 0,3 8 0,3 5 1,3 6-1,1 3 0,2 5 155,1 6 1,0 0-1,-3 4 1,-4-3-155,-3-1 1,-5-9 0,1 7 0,-5-4-235,-4-1 0,-3-5 0,-3-2 0,-3 0-422,-2 0 1,-5-5 0,0 2-1,-1-3-131,-2-5 1,2-5 0,0-1 0,0-4-17,0-4 1,2-6-1,-2-4 1,1-5-2038,2-6 2510,1-1 0,1-11 0,0 2 0</inkml:trace>
  <inkml:trace contextRef="#ctx0" brushRef="#br0" timeOffset="765">506 280 7733,'-9'-4'176,"0"3"1,0-2 0,0 3 264,0 3 1,1 2 0,1 5 0,2 2-14,1 3 1,1 6 0,4 4 0,2 4 78,3 4 0,6 4 1,3 0-328,2-1 1,4 1 0,1-7 0,-1-3 0,-1-4-79,-3-5 0,0-5 1,0 0-1,-2-1 46,-3-1 0,-5-5 0,-2 3 1,-1-1-265,-2 0 1,-2 1 0,-3 0-62,-3 0 0,-2 0 0,-1 0 0,-1-1 0,-1-1-406,-1-1 1,-1-3-1,1 2 1,0-1-403,1-2 0,1-2 0,1-3 1,1-3-665,2-2 1649,2-5 0,0-1 0,-1-4 0</inkml:trace>
  <inkml:trace contextRef="#ctx0" brushRef="#br0" timeOffset="1148">651 415 7853,'-6'0'0,"0"0"516,-1 0 0,0 1 0,0 3 19,1 5 1,4 1-1,-1 6 1,3 4-257,3 3 0,5 0 0,5 1 0,1 0-280,2-1 1,1-1-1,0-6 1,-1-3-177,-1-4 1,-1-3 0,1 0 0,-2-4-132,0-4 1,-6-4 0,1-7 0,-3-5-96,-3-5 0,-1-3 0,-2-1 0,-2-1 350,-3-2 0,-1 3 0,0-2 0,1 5 437,-1 2 1,0 5 0,0 6-69,1 4 0,4 8 1,0 8-1,3 6-154,2 5 0,5 3 0,0 4 0,4 1-414,2-1 1,-3-3-1,1-1 1,-1-1-737,1-2 0,-2-5 0,3-4-849,-3-4 1837,-5-3 0,3-12 0,-3-2 0</inkml:trace>
  <inkml:trace contextRef="#ctx0" brushRef="#br0" timeOffset="1514">813 253 7853,'0'9'751,"3"-2"0,1 1 0,1 3-185,2 2 1,1 3-1,1 5 1,1 4-241,-1 4 1,4 1 0,1 4 0,0 2-252,-2-2 1,-1-3 0,-1 1 0,0-2-57,-2-4 0,-2-6-216,0-5 0,-2-9-263,-4-3 1,0-9 0,-1-7 0,-1-1 110,-1-2 1,0 2 0,3-1 0,0 0 104,0 1 0,4-2 1,2 5-1,2 2 29,1 2 1,0 4 0,0-2-1,0 1 509,0 2 1,0 2 0,0 4 0,1 4 123,2 3 1,-3 5 0,1 0 0,-4 3-67,-2 2 1,-1 1 0,-3-2 0,0 1-130,0-1 1,-5-4 0,-3-1-267,-3-2 1,-1-4 0,2-4 0,-1-1 0,-1-2-1193,1-1 0,1-6 0,1-3 0,1-3-951,2 0 2186,-2-4 0,7 1 0,-3-4 0</inkml:trace>
  <inkml:trace contextRef="#ctx0" brushRef="#br0" timeOffset="1796">1102 226 7765,'-6'1'-263,"0"2"571,-1 3 1,0 2-1,1 1 1,3 1 471,2 2 1,1-1 0,1 4 0,2 1-561,3 1 1,6 2 0,3 0 0,4 1-151,2 0 1,-2-3 0,2 4-1,-2 0 36,-1 0 1,0-4-1,-1 4 1,-1 1-40,-1 0 1,-7 1-1,0-4 1,-3 0-117,-3-2 1,-1-2-1,-2 0 1,-2-3-276,-3-2 1,-2-4 0,-1-1 0,0-1-322,0-1 0,0-2 0,0-2 0,0-3-93,0-2 1,0-6 0,1-2 0,1-2 737,1-2 0,4 2 0,-2-6 0</inkml:trace>
  <inkml:trace contextRef="#ctx0" brushRef="#br0" timeOffset="1982">1247 244 8123,'6'1'2084,"-1"2"-1655,-1 3 0,4 6 0,0 3 0,4 3-144,2 3 0,1 6 0,3 5 0,0 1-241,0 0 0,0 1 0,-2 1 1,-2-3-634,-1-5 1,-4-5 0,-4-7-872,-1-3 0,-2-6 1460,-5-3 0,-2 2 0,-4 0 0</inkml:trace>
  <inkml:trace contextRef="#ctx0" brushRef="#br0" timeOffset="2168">1319 424 7853,'-4'-9'211,"3"3"0,-2 0 0,2-1 1,1-1 206,0-1 1,0 3 0,1 1-588,2 1 1,2 1 0,4 3-1,0-1-970,0-2 1,0 2 1138,0-2 0,4-2 0,2 0 0</inkml:trace>
  <inkml:trace contextRef="#ctx0" brushRef="#br0" timeOffset="2275">1455 316 8260,'0'14'676,"0"-2"1,0-1-506,0 1 0,0-1 0,0 3 0,1 0-4,2 0 0,-1 1 0,3 2-711,-1-1 1,3-3-1,-1-4-857,2 0 0,-3-6 1401,-2-6 0,2-6 0,0-9 0</inkml:trace>
  <inkml:trace contextRef="#ctx0" brushRef="#br0" timeOffset="2562">1446 226 7639,'-4'-5'163,"3"1"1,-3 4 0,4 0 0</inkml:trace>
  <inkml:trace contextRef="#ctx0" brushRef="#br0" timeOffset="2760">1536 162 7853,'0'9'711,"0"0"1,0 0 0,1 1-222,2-1 1,-1 1-1,3 1 1,0 2-101,0 1 0,1-2 1,3 3-1,0 2-488,0 3 0,1 0 0,1 3 0,1 0-394,-1 0 1,0-2 0,-2 2 0,-1 0-601,-2-3 1,-2-4-1,-4-2 1092,0-1 0,-8 3 0,-2-2 0</inkml:trace>
  <inkml:trace contextRef="#ctx0" brushRef="#br0" timeOffset="2966">1563 451 7853,'0'-9'0,"0"-1"260,0-2 1,0 2 0,0-2 0,0 2 104,0 1 0,3 0 0,1 0 0,1 0-366,2 0 0,-2 0 0,1 1 1,2 1-265,3 1 1,-1 3 0,2-2 0,0 0 264,0 0 0,-2 3 0,3-2 0</inkml:trace>
  <inkml:trace contextRef="#ctx0" brushRef="#br0" timeOffset="3158">1735 253 8085,'-3'9'0,"0"0"471,1 0 1,1 0 0,1 0 0,0 0 112,0 0 1,0 3-1,0 0 1,0 0-362,0 1 1,1-3 0,2 2 0,2-2-217,0-1 1,3-3 0,-2-1 0,2-1-394,1-2 1,0-1-1,-1-2 1,-1-2 24,-1-3 1,-4-6-1,1-3 1,-2-2 46,-1-1 0,0 0 0,0 0 0,0 1 199,0 2 1,0-1 0,0 4 1273,0 1 0,1 5-838,2 3 1,2 9 0,4 4-1,0 3-547,0 3 1,1 4 0,1 0 0,1-2-315,-1-2 0,-1-5 0,0 0 0,-1-4 184,0-4 0,-4-3 356,-2-3 0,2-6 0,0-5 0</inkml:trace>
  <inkml:trace contextRef="#ctx0" brushRef="#br0" timeOffset="3373">1888 108 7853,'0'-5'2755,"1"9"1,2 8-2438,3 4 1,3 2-1,0 1 1,1 2-568,2 4 0,1 2 1,3 3-1,-1 3-207,1 2 1,-2-3 0,0-2 0,-1-3-1566,-2-3 0,-5-2 2021,-3-7 0,-6-6 0,-2-5 0</inkml:trace>
  <inkml:trace contextRef="#ctx0" brushRef="#br0" timeOffset="3597">1970 343 7853,'0'-9'557,"0"0"1,0 0-1,0 0 44,0 0 0,0 3 0,0 0-861,0-1 1,1 2 0,2-1-109,3-1 0,2 3 0,0 0 0,-1 1 368,-1 0 0,0-4 0,3 2 0</inkml:trace>
  <inkml:trace contextRef="#ctx0" brushRef="#br0" timeOffset="3814">2096 217 7853,'0'9'712,"0"0"1,0 0 0,1 1-254,2 2 0,-2-4 0,3 3 0,-1 0-527,0-1 1,4 1-1,-1 0-1037,2 1 0,0-3 0,-1-4-1081,-1-1 2186,-4-1 0,6-11 0,-3-2 0</inkml:trace>
  <inkml:trace contextRef="#ctx0" brushRef="#br0" timeOffset="3815">2105 189 8249,'-6'3'2137,"1"2"-1145,1 0-1228,-3-3 0,5 2-905,-4-4 1,5 0 0,1 0-449,5 0 1589,-1 0 0,4-8 0,-3-3 0</inkml:trace>
  <inkml:trace contextRef="#ctx0" brushRef="#br0" timeOffset="3919">2187 135 7853,'8'1'188,"-2"2"1,-1 2 0,-3 5 0,2 1 525,1 1 0,-3 4 0,2 0 0,-1 2 146,0 3 0,4-4 0,-2 3-524,0 0 0,3-1 0,-2-3 1,2-2-248,1-1 0,0-5 0,-1-6-393,-2-4 0,-2-4 0,-4-6 1,0-3-1,0-3-183,0-3 1,-4 2 0,-2-2 0,-2 2-10,-1 1 0,0 1 0,1 1 0,1 4-242,1 2 1,0 1-902,-3 0 1639,0 4 0,4 5 0,1 5 0</inkml:trace>
  <inkml:trace contextRef="#ctx0" brushRef="#br0" timeOffset="4230">2304 99 7853,'3'15'414,"1"-1"1,0 0 0,1-1 0,-1 1 0,0-1 0,-1 2 525,1-1 0,0-2 1,3 2-1,-1 0-624,1 0 0,-2-3 0,0 1 1,0-2-167,0-1 0,-2-1-370,3-2 1,-4-3-1,1-6 1,-2-4-122,-1-4 1,-3-4 0,-1-5-1,-1-2-84,-2-1 1,0-1-1,0-3 1,2 2 201,1 1 0,1 3 0,3-2 0,0 1 112,0 2 1,1 5 0,2 4 0,4 4 427,4 4 1,3 4 0,4 6 0,1 8-23,3 7 0,-2 5 0,3 2 0,-1 1-302,-2-1 0,-4-2 1,-3-3-1,-2-5-3067,-3-3 3074,-5-5 0,1 2 0,-4-4 0</inkml:trace>
  <inkml:trace contextRef="#ctx0" brushRef="#br0" timeOffset="4864">82 1355 8530,'-8'-4'657,"1"-2"1,4 1 0,6-1-1,5 0 1,3 0-8,4 0 0,3 4 0,3-1 0,3 2-466,2 1 1,-2 4 0,-1 3 0,0 4-257,0 4 0,-3 3 0,0 4 1,-4 4 185,-7 3 0,-4 2 0,-6-2 0,-3 2-533,-5-2 0,-5-2 1,-4-4-1,0-5 419,0-5 0,0-6 1,0-2-1,1-1 741,2-2 1,2-1 85,4-1 1,5-4-652,4-2 0,5-2 0,6-1 0,1 0-233,-1 0 0,0-3 0,0 0 0,1 0-597,-1-1 0,0 2 0,0-3 0,1 0-777,-1 0 0,-1 0 0,-1-3 0,1-3-49,-1-2 1480,-4-2 0,3-7 0,-3-1 0</inkml:trace>
  <inkml:trace contextRef="#ctx0" brushRef="#br0" timeOffset="5072">325 1075 8256,'10'4'611,"-1"-2"1,0 4 0,0 0 0,1 1 95,2 2 0,0-1 0,5 7 0,2 1 190,0 1 1,1 5 0,0 3 0,1 4-539,-1 5 0,-2-1 1,-3 2-1,-3 3-578,-2 2 1,-5-2-1,-1 0 1,-4-3-198,-4-5 0,-2-5 1,-6-2-1,-3-1-1706,-2-2 1,-1-4 2121,0-1 0,-4-4 0,-1 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47.5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36 227 7853,'-9'0'238,"3"-1"0,0-1 1,0-2 61,1-1 0,1 2 0,5-3-75,2-1 0,2-1 0,4-2 1,0 2 140,0 2 0,0-1 1,0 4-1,1 0-173,-1-1 1,0 3-1,0-2 1,0 2-449,0 1 1,-3 3 0,0 0-1,0 0 83,-1 1 1,0 0 0,-3 3 0,2-1 71,1 2 0,-2 0 0,3 1 0,1 0-27,1 0 1,2 1 0,2 1-1,3 2 162,2 1 0,-2-3 0,0 2 0,1 0 210,1 2 1,-2-1 0,-1 1-46,0 1 0,-3 1 1,-5 1-1,-3-1 0,-2-1 150,-1 0 1,-7-5 0,-3 1 0,-3-2-181,-4-1 0,-1-3 0,-2-1 0,-1-1-983,1-2 1,1-2 0,1-3 33,0-3 1,1-3 0,1-3 0,2-3 0,1-4 778,2-2 0,1-2 0,1-8 0,0-1 0</inkml:trace>
  <inkml:trace contextRef="#ctx0" brushRef="#br0" timeOffset="456">172 19 7853,'10'-6'-146,"1"1"223,1 1 0,4 1 0,-1 4 0,3 2 0,3 4 550,3 4 0,1 4 0,0 6 1,2 4-1,-1 4 0,0 5 1,-4 4-1,-3 4 126,-4 5 0,-3-5 0,-6 8 0,-3-2-757,-2-1 1,-3-11-1,-3-5 1,-5-2-389,-3-1 1,-3-6-1,-4 1 1,-3-5-503,-3-3 0,3-7 0,-7 0 0,-2-3-1717,1-3 2611,-4-1 0,-5-5 0,-6-1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39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100 388 7853,'-9'-5'598,"3"-2"1,-1 4-67,0 1 0,-1 1 0,-1 1-295,0 0 1,0 1 0,0 1 0,1 2 0,1 1-40,1 2 0,4 1 0,-1 1 0,2 1-204,1 2 0,0-1 0,1 3 0,3 0-39,5 0 0,1-2 1,5 2-1,2 0-114,3 0 1,0-2 0,1 3 68,-2-2 1,2 3 0,0-2 0,-2 1 0,-2 0 174,-2 1 1,-5-2 0,-1 0 0,-5 0 158,-3 0 0,-2 1 0,-2 2 1,-4-1-115,-4-1 1,0 0 0,-4 2-354,-1-2 1,0-1 0,0-5 0,2 0 0,0 0-362,0 0 0,3-4 1,0-3-1,3-4-147,1-4 0,4-6 0,-2-2 731,1 0 0,1-8 0,3 3 0</inkml:trace>
  <inkml:trace contextRef="#ctx0" brushRef="#br0" timeOffset="649">208 415 7853,'-1'-6'600,"-2"0"1,1 4-94,-4-1 1,4 3 0,-1 3-257,2 3 0,5 3 1,2 3-1,2 3-2,1 2 0,1 5 1,2 2-87,3 2 1,-1 3-1,1 0 1,1 2 0,1 1-105,1 2 1,0-5 0,-2-1 0,-3-3-292,-3-6 0,1-5 1,-6-9-264,0-5 0,-1-8 0,-5-8 319,-2-4 1,-2-3 0,-4-5 0,0-1-1,0-1-17,0 1 1,3 1 0,1 2 0,1 1 83,2 4 0,-2 3 0,1 3 305,1 3 1,5 7 0,3 5 0,2 6 86,1 5 0,4 3 0,1 5 0,1 2-204,0 4 0,0-3 1,2 0-1,-1 0-238,-1 2 1,-3-5 0,3-2 0,0-2-682,-1-1 1,-1-6 0,-4-1-1293,0-5 2132,-4-4 0,3-11 0,-3-1 0</inkml:trace>
  <inkml:trace contextRef="#ctx0" brushRef="#br0" timeOffset="966">533 469 7853,'-5'4'306,"0"1"0,3 4 0,-1 0 313,1 0 1,1 0-1,1 1 1,0 1-286,0 1 1,3 2 0,1-4 0,2 1-310,4 0 1,-1-3 0,3 3 0,-1-3 91,1-2 1,-1-3 0,4 2-1,-2-1-705,-2-2 0,-1-5 0,-2-4 0,-2-4 295,-3-4 0,-2-2 1,-1-2-1,-1-2 211,-2 0 0,1 0 1,-4 3-1,0 1 149,1 2 1,0 2 0,3 4 79,-1 0 1,0 5 0,3 4 24,0 5 0,4 6 0,2 2 0,3 1-199,3 2 0,-2-2 0,2 0 0,-2 0-593,-1 0 0,1-6 0,1 1 0,1-1-1219,-1-3 1839,-5-1 0,6 0 0,-2 1 0</inkml:trace>
  <inkml:trace contextRef="#ctx0" brushRef="#br0" timeOffset="1266">877 189 7853,'-9'-5'100,"-1"-2"0,1 4 1,0 1 218,0 1 1,0 1 0,0 1 37,0 2 1,3 3 0,1 6 0,1 3-78,2 2 0,2 5 0,3 2 0,4 4-58,4 2 0,4-1 1,5 3-1,1-1-527,0-2 0,-1-4 1,-1-3-1,1-2-398,0-3 1,-6-2 0,3 0 0,-3-6-1270,-3-5 1972,-5-3 0,-2-1 0,-4 0 0</inkml:trace>
  <inkml:trace contextRef="#ctx0" brushRef="#br0" timeOffset="1507">868 487 7853,'-6'0'261,"-1"-4"0,3-2 0,0-2 33,0-1 1,2 3-1,5 0 1,4-1-540,4-1 1,1 2-1,2 0 1,1-1-274,2-1 1,-4-4 0,5 0 0,-1 0 517,0-1 0,1-1 0,0-4 0</inkml:trace>
  <inkml:trace contextRef="#ctx0" brushRef="#br0" timeOffset="1642">1057 144 7993,'-9'0'377,"0"4"1,0 2 0,1 2-19,2 1 1,-1 1 0,4 1 0,1 3-36,1 3 0,1 0 0,2 7 0,3 1-16,4 2 0,5-2 1,-1 0-1,1 1-467,2-1 0,0-4 0,0-1 0,-1-3-17,2-2 0,-6-4 1,0 0-1424,0-4 0,-5-3 1599,-6-4 0,-4 0 0,-5 0 0</inkml:trace>
  <inkml:trace contextRef="#ctx0" brushRef="#br0" timeOffset="2086">1057 469 8214,'-4'-5'432,"-2"2"1,1-1-1,0 0-142,1-1 0,1 2 1,4-3-202,2-1 1,2-1 0,4-1 0,0 0-530,0 0 1,3-1 0,1-1 0,0-2-1824,0-1 2263,0 3 0,0-6 0,1 3 0</inkml:trace>
  <inkml:trace contextRef="#ctx0" brushRef="#br0" timeOffset="2390">1166 108 7853,'0'9'0,"0"0"0,0 0 0,0 0 0,0 1 0,0 1 721,0 1 1,3 4 0,1-2 0,1 2-98,2 2 0,1-2 0,1 6 0,0 0-919,0-1 0,1 0 0,1-4 1,1-2-186,-1-3 1,-1-2-2374,-1-1 2853,-4-4 0,3-9 0,-3-6 0</inkml:trace>
  <inkml:trace contextRef="#ctx0" brushRef="#br0" timeOffset="2391">1292 189 8475,'0'9'390,"0"0"1,3 1 0,0 1 0,0 2-122,1 1 1,1 1 0,4 3 0,0 2-289,0 1 1,1-2 0,1 1 0,1-4-15,-1-4 0,-2-4-2464,-2-5 2497,-3-4 0,-8-16 0,-2-2 0</inkml:trace>
  <inkml:trace contextRef="#ctx0" brushRef="#br0" timeOffset="2706">1301 153 7853,'-9'-4'1731,"0"3"-2148,0-3 0,8 4 0,4 1 417,4 2 0,2 2 0,0 4 0</inkml:trace>
  <inkml:trace contextRef="#ctx0" brushRef="#br0" timeOffset="2973">1410 126 8125,'0'9'539,"0"0"0,0 0 0,0 0 0,0 0-132,0 0 0,3-2 1,1 1-1,0 2-181,0 0 1,3 3 0,-2 0 0,1 1-134,0 2 0,0-2 0,2 1 0,-1-2-10,-1-2 0,-3-2 1,2-2-436,-1-1 0,-1-5 1,-3-1-1,-1-6 57,-2-5 0,1-7 1,-4-6-1,-1-1 124,-1-2 1,0 5 0,2-4-1,2 2 82,0 1 1,3 3-1,-2 0 1,2 4 494,1 4 0,1 2 0,3 2-84,5 2 1,1 7-1,4 8 1,0 6-312,0 5 0,2 3 1,4 4-1,1 1-388,-1 2 1,-1-1 0,-1 2 0,0-3-401,0-4 0,-5-8 0,-2-5 34,0-4 1,-4-8-1,-4-9 743,-2-7 0,-5-5 0,-1-6 0</inkml:trace>
  <inkml:trace contextRef="#ctx0" brushRef="#br0" timeOffset="3269">1626 36 7853,'-6'-6'0,"0"3"0,1 4 0,-1 5 510,3 3 1,2 3 0,2 0 0,1 3 48,1 2 0,4-2 0,-2 0 0,1 0-429,0-1 1,0-1 0,3-5-1,0-1-494,1-1 1,-4-4-1,0 0 1,0-4 5,-1-4 0,2-6 1,-4-3-1,0-1 77,1 1 1,-3-2 0,2 2 0,-1-1 82,1 1 0,-1 3 0,4 6 1,1 3 647,1 2 1,2 2-1,2 3 1,3 5 498,2 5 1,4 7-1,0 4 1,0 5-297,1 6 0,-3 2 0,2 6 0,-1 3-356,-2-1 0,-4-3 0,-3-3 0,-4-2-283,-4-3 1,-2-8 0,-3-1-1,-4-5-314,-6-4 0,-4-6 0,-3-1 0,-4-4-837,-4-2 1,-1 0-1,-5-2 1,0 1-289,1-1 0,-3-2 1,3-3 1424,0-3 0,-8-6 0,3-2 0</inkml:trace>
  <inkml:trace contextRef="#ctx0" brushRef="#br0" timeOffset="3682">2467 26 7853,'-10'-3'0,"-1"-1"98,-2-1 0,-3 2 0,2-2 0,-2 1 612,-2 2 1,5 2-1,-4 3 1,3 3-261,3 2 0,4 6 0,2 4 0,2 4-372,4 4 1,5 4-1,8 8 1,5 2-242,3 1 0,2-2 0,2 2 1,-1-3-392,0-3 0,-5-11 1,0-3-1,-3-4-2810,-2-4 3364,-4-8 0,-6-1 0,-8-10 0,-5-2 0,-4-1 0,-1-3 0,-3 0 0,1 0-26,-1-1 1,2 3-1,-1-2 1,2 2 148,2 1 0,1 0 0,2 0 0,2 0 446,3 0 0,2 0 1,2 0-389,2 0 1,2-1 0,4-2 0,1 0-197,2 1 0,2 0 1,5 0-1,-2-2-201,-2-1 1,1 2-1,-4-2 1,0 1-229,1 2 0,-3 2 0,2 3 715,-2 3 1,-5 3 0,-2 4 117,-2 5 0,2 1 1,1 5-1,1 2-98,2 3 0,-2-1 0,2 2 0,2-3 38,2-3 0,1 0 1,-2-5-1,1 0-417,1-2 1,0-5 0,-4-1 0,0-4-69,-2-4 1,-4-5 0,1-2-1,-3-2 81,-3-1 0,-3 2 1,-6 0-1,-1 1 65,-1 2 1,-1-2 0,-3 2 0,1 3-156,2 4 0,-1 0 0,4 1 0,1 1-565,1 1 1,4 1-1,1 1-1182,1 2 1912,1-2 0,11 3 0,2-4 0</inkml:trace>
  <inkml:trace contextRef="#ctx0" brushRef="#br0" timeOffset="4011">2738 99 7872,'9'9'137,"0"0"0,-3 0 0,0 0 323,1 0 1,-2 1-1,0 1 1,0 2-1,-1 1 4,0 2 0,3 1 0,-2 1 0,1 1-226,0 2 0,-4 0 0,1 2 0,-2-2-258,-1-4 0,0 1 1,0-4-1,-1 0-53,-2-2 1,-2-6 0,-4-3-58,0-2 1,1-5 0,1-3-1,2-4 102,1-4 1,1-3 0,3-2 0,0-3-28,0-3 1,4 3 0,3-4 0,3 1-315,2 0 1,1 3-1,-1 2 1,3 2-330,2 1 1,1 1 0,-1 2-1,-1 4-205,-1 4 0,-1 3 903,1 4 0,3 4 0,-4 1 0</inkml:trace>
  <inkml:trace contextRef="#ctx0" brushRef="#br0" timeOffset="4415">2458 695 7973,'0'-5'941,"1"2"0,3 6-596,5 3 0,1 6 1,5 4-1,2 4-3,3 4 0,0 2 1,3 1-1,-1-2-209,-2-1 0,-4-4 0,-3 0 1,-2-4-80,-3-4 1,-5-5 0,-1-2-179,-4-1 0,-4-1 0,-5-4 1,-3-1-64,-3-1 0,0 0 1,-6 3-1,0 0 125,0 0 0,3 0 1,0 1-1,3 2 119,2 3 1,4 2 0,-1 1-5,5 0 0,5 0 1,7 0-1,6 0 62,2 0 0,-1-3 0,3-1 0,2-1-345,3-2 1,-1-1 0,1-1 0,-3 0-475,-2 0 1,-3 0 0,2-1 0,-1-2-1039,-2-3 1742,-1-2 0,-1-1 0,0 0 0</inkml:trace>
  <inkml:trace contextRef="#ctx0" brushRef="#br0" timeOffset="4767">2665 831 7853,'5'9'228,"3"1"1,-3 1 0,1 2 117,0 1 0,0-2 1,4 2-1,-1 0-389,0 0 1,0-2-1,0 1 1,-1-2-988,-2-3 1,1-6 622,-4-2 1,-1-4-1,-5-5 1,-3-1 406,-2-2 0,-4-2 0,-1-4 0,0-1 5,0-2 0,-3 1 0,3-3 0,0 0 116,0 3 1,1 4-1,4 2 1,0 1 431,-1 2 1,6 1-1,-4 2-429,2 2 0,5 2 1,1 4-273,7 0 1,2 1 0,5 1 0,2 1-1086,3-1 1233,-1-1 0,4 3 0,-5 1 0</inkml:trace>
  <inkml:trace contextRef="#ctx0" brushRef="#br0" timeOffset="5143">2828 614 7903,'-9'0'105,"0"0"0,-3 1 1,0 1-1,1 2 543,1 1 0,2-2 0,1 3 0,2 1-225,1 1 0,1 4 0,3 1 1,2 2-265,4 4 1,2 0-1,9 4 1,3 1-314,2 2 1,-1-4 0,2 3-1,0-3-418,0-1 1,-6-2 0,1-3 0,-2 0-1329,-1-3 1,-2-2 1899,-4-2 0,-4-4 0,-5 3 0,-5-3 0</inkml:trace>
  <inkml:trace contextRef="#ctx0" brushRef="#br0" timeOffset="5301">2828 903 8201,'-9'-9'507,"3"3"0,1 0-318,1-1 0,1 2 0,4 0 0,2 1-52,3 2 0,2-2 0,1 0 1,1-1-397,2-2 0,-1 2 1,3-1-1,0-1-480,0-2 0,-2-1 0,2-1 0,0-2 739,0-1 0,2 3 0,2-6 0,0 3 0</inkml:trace>
  <inkml:trace contextRef="#ctx0" brushRef="#br0" timeOffset="6059">3045 623 7853,'-9'0'342,"0"0"-12,0 0 0,0 0 0,0 0 1,0 1 71,0 2 0,3-1 0,0 3 0,-1 0-48,2 0 0,1 4 0,4 4 0,0 1-215,0 2 1,4 2-1,3 3 1,5 3-177,3 2 1,2 1-1,1 0 1,0-2-447,0-1 0,0-6 0,-1 1 0,-1-1-1144,-1-2 0,-4-7 337,1 0 1290,-6-6 0,-10 1 0,-6-4 0</inkml:trace>
  <inkml:trace contextRef="#ctx0" brushRef="#br0" timeOffset="6435">3000 894 7813,'-3'-6'274,"0"0"0,-3 3 0,3-3 136,1-1 1,1 2 0,1-1-1,0-1-186,0-1 1,1 2 0,2 0 0,4-1-324,4-2 1,-1 3-1,2 0 1,-1-1-518,1-1-261,-2-1 1,6 3 0,-4 0 876,-1-1 0,3-1 0,0-1 0</inkml:trace>
  <inkml:trace contextRef="#ctx0" brushRef="#br0" timeOffset="6436">3144 722 7853,'-3'6'0,"-1"0"445,-1 1 0,3 1 1,-2 0-1,1 0 237,0 1 0,0-2 0,4 5 0,1-2-520,1-1 1,4 1 0,0-1 0,3 0-101,2 0 1,1 0 0,-2-1-1,1-2-970,-1-3 1,0-2-1,0-2 592,2-2 0,-2-3 1,-5-5-1,-3-2 198,-2-1 0,-1-5 0,-1-2 0,-2 1 267,-3 1 1,-2 1-1,-1 1 1,0 2 710,3 3 0,1 3-331,2 3 1,2 3 0,-1 7-520,4 5 0,3 4 0,5 5 0,2 0-496,0 0 1,1-3 0,-1 0 0,2 0-385,0-1 1,3 0 0,-3-5 0,1-1 407,0-2 1,-4-2-1,1-4 462,-2 0 0,-1-4 0,0-1 0</inkml:trace>
  <inkml:trace contextRef="#ctx0" brushRef="#br0" timeOffset="6437">3316 650 7853,'-9'-6'683,"0"0"-396,0 4 1,4-1 0,2 6 0,4 4 105,5 4 0,1 0 1,8 3-1,1 0-68,1 0 0,1 1 1,0 2-1,0-1-93,0-1 0,-3 0 0,0 3 0,0 1-97,-1-1 0,-1-3 0,-3 0 0,-2 0-119,-2-1 0,-2 2 1,-5-4-1,-2-1-298,-3-1 1,-2-5-1,-2-2 1,0-2-819,-2-1 0,1 0 0,-3-1 0,1-2-896,2-3 1996,1-2 0,-3-1 0,-1 0 0</inkml:trace>
  <inkml:trace contextRef="#ctx0" brushRef="#br0" timeOffset="6438">3451 704 8119,'9'9'386,"0"0"1,0 1-1,-1 2 1,0 2-33,-2 0 1,0 4 0,3-1 0,0 4-195,0-1 0,-1-2 0,-1-3 0,-2-3-1294,-1-2 0,2-3-997,-3-4 2131,-4-8 0,-8-9 0,-5-4 0</inkml:trace>
  <inkml:trace contextRef="#ctx0" brushRef="#br0" timeOffset="6903">3451 650 9238,'0'-5'1340,"0"-3"0,1 7-2741,2-2 1,2 2 0,4 1 1400,0 0 0,4 0 0,2 0 0</inkml:trace>
  <inkml:trace contextRef="#ctx0" brushRef="#br0" timeOffset="6904">3578 632 7853,'0'18'143,"1"-3"0,1 0 0,2 1 633,1 1 0,-2 1 0,2 0 0,0 0-155,0 0 1,1-4-1,3-2 1,0-1-410,0-2 0,0-4 0,-1-3 0,-1-4-542,-1-4 0,-4-3 0,1-4 0,-2-2-67,-1-2 1,-1-1 0,-2 1 0,-3 1 161,-2 1 0,-1 4 0,0 0 0,0 3 94,0 2 1,0 3-1,0-2 1,0 1 245,0 2 1,3 1-1,0 1-554,-1 0 0,2 1-1151,-1 2 0,4-1 1600,-1 4 0,6-4 0,2 2 0</inkml:trace>
  <inkml:trace contextRef="#ctx0" brushRef="#br0" timeOffset="7193">3614 605 7853,'6'6'787,"0"0"-367,1 1 0,1 1 0,0 1 1,-1 1-113,-1 2 0,0-2 1,3 3-1,0-1-83,0 0 0,0 4 0,0-2 0,0 0 161,0-2 0,0-2 0,-1-1 0,0 0-719,-2 0 1,-4-8 0,0-5 0,-4-6 69,-4-5 1,-3-2 0,0-2 0,-1-2-38,-2-3 0,2 2 0,-1 1 0,3 2 182,2 1 1,3 0-1,-2 1 1,1 2 339,2 2 1,2 4 0,3 3 4,3 3 1,5 2-1,2 3 1,1 4-17,2 6 1,2 6 0,3 2 0,0 3-391,-1 3 0,-1-4 1,-1 5-1,0-1-325,0 0 1,-7-5 0,-3-2-1,-3-1 504,-3-2 0,-1 1 0,-1 1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2.6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118 68 7853,'-3'-14'22,"0"2"0,-4 5 0,2 1 0,-1 0 220,0 1 0,-1 1 0,-5 4 105,-4 0 1,3 0-1,1 2 1,2 3-93,1 4 1,4 7 0,2 1-170,2 3 0,1 5 0,1-1 0,2 1 0,3 0-135,2-1 1,2-4 0,1 0 0,1-3-173,0-5 0,-1-3 1,0-3-1,1-4-159,-1-4 0,-1-4 1,-2-6 242,-2-3 1,1-7 0,-4-2-1,-1-3 1,-1-2 75,-1-1 0,0 3 0,-1 4 0,-1 1 95,-1 2 1,0 5 226,3 3 0,1 7 0,2 5 1,3 7-134,2 7 1,-1 2-1,1 7 1,3 0-176,2 0 1,-2 0 0,1 1 0,-1-4-526,1-4 1,-2-3-1,2-5 1,-2-1 571,-1-1 0,0-8 0,0 1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2.9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7853,'6'0'173,"0"0"1,-1 1-1,2 2 1,-1 4-1,2 5 263,4 6 0,2 1 1,3 4-239,-2-1 0,4 2 0,-3-2 0,-1 0 0,-1 1-28,-3-3 1,-1-5-1,-2-3-334,-2-2 0,-3-4 1,-7-1-73,-5-1 1,-1 0 0,-4-2 0,0 1 53,0-1 0,-1 2 1,-2 0-1,1 1 52,1 2 1,6-2-1,-1 1 1,1 1 289,5 1 1,2 1-1,2 0-44,0 0 0,4-1 1,3-1-1,2-2-216,3-1 0,-1-1 0,3-3 0,0 0-224,0 0 1,-2-1 0,3-2-1,0-3-40,-1-2 1,-1-5 0,-4-2 0,0-2 363,0-1 0,-4-4 0,3-1 0,-3-4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3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7923,'8'2'251,"-2"4"0,2 0-92,-2 6 1,3 2-1,3 2 1,3 3 0,1 2-1,0 0 281,-1 1 0,-3-3 0,3 3-228,-2-3 0,-2-5 1,-4-2-386,-1-2 1,-5-5 0,-1-2-49,-5-2 0,-4-1 1,-2 0-1,-2 0 16,-2 0 0,3 1 0,-2 1 0,1 2 64,2 1 1,1-2-1,1 3 1,1 1 253,2 1 0,2 2 1,5 1-1,2 2-1,3 1 1,3-3 0,2 1 0,2-2-60,1-1 0,-2-4 0,2-2 0,1-2-25,-1-1 1,-3 0 0,0-1 0,-3-2-88,-2-3 0,-4-3 0,1-3 1,-2-3-459,-1-2 1,-1-1 0,-1 0 0,-2-1 516,-1-2 0,-1 2 0,-3-3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3.8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73 7785,'3'-6'-45,"0"0"1,4 4-1,-1-1 122,2 2 1,1 1 0,0 1 158,0 2 0,0 3 0,1 6 1,1 3-1,2 2 4,1 1 0,-3 3 1,1 2-1,-2 0-77,-1 2 1,-3 2 0,1 3 0,-1 2-143,-1 0 1,-1-1-1,-4-6 1,0-2-104,0-1 0,-1-12 90,-2 2 0,1-8 1,-3-2-1,1-4 0,1-5-291,-2-4 1,3-4-1,-3-7 1,0-2 203,0-2 0,2-5 1,-2 0-1,1 0 25,2 1 1,1 3 0,1-4-240,0 2 0,1-2 0,2 7 1,4 2-1,3 2-476,2 2 0,4 4 769,-4 2 0,4 6 0,-2 2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4.2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 14 7853,'0'9'0,"-1"0"198,-2 0 1,2 3 0,-3 1 0,1 1 125,0 2 0,0 1 1,4 2-1,2 3-119,3 2 0,5 2 0,2 1 0,1-1-148,2-2 1,1-2 0,1-6 0,0-3-128,0-4 1,-1-6 0,-1-1 0,-4-5-207,-2-6 0,-4-5 1,-1-7-1,-1-3 123,-2-2 1,-5-1 0,-3 0 0,-3 0 89,-3-1 1,1 2 0,-5 2 0,1 3 70,1 2 0,-2 5 1,3 2-1,0 2-15,0 1 0,2 5 0,4 4-294,1 5 1,4 3 0,-1 1 0,3 1-43,3 2 0,5-2 0,4 2 0,0-2 343,1-1 0,-3-4 0,7 3 0,-3-3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4.5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8601,'0'9'242,"0"0"1,0 0-1,0 1 1,1 2-3,2 3 0,2 0 0,4 1 0,1 3-182,2 0 1,-1-2-1,4 4 1,1-2 0,0-2-1,0-2-57,-1-3 0,-1-6 1,1-3-1,-3-3 0,-3-4 1,-3-5-415,-3-5 0,-2-7 1,-2-2-1,-2-1 306,-3 0 0,-2 1 0,-1-2 0,0 5 236,0 4 0,3 0 257,0 4 0,1 5-293,-1 7 0,6 5 0,6 7 0,2 2-243,1 0 0,0 3 1,1-3-1,1 1-395,1 1 1,1-5 0,-2 1 0,1-2-883,-1-1 1427,0-4 0,-2-1 0,0-4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4.9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86 8001,'3'9'332,"0"0"1,1 0 0,-1 0 0,2 1-14,0 2 1,3 2 0,-2 4 0,2 2-202,1 1 1,0-2 0,0 2 0,0-3-157,0-3 0,-3-2-176,0-4 1,-4-9-1,0-7 1,-4-9 73,-4-7 0,-2-4 1,-1-2-1,0-2-7,0-2 0,0 7 0,1 0 1,1 3-1,2 3 226,1 1 1,1 5 0,4 3 0,2 5 0,3 6 0,2 6 143,1 5 0,4 7 0,2 6 1,2 3-233,1 3 1,0-2 0,0 2 0,0-1-358,0-2 1,-1-5 0,-1-4 0,-1-5-246,-2-3 0,-4-6 0,-4-5 1,-1-8 610,-2-8 0,-5-5 0,-2-5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5.2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32 7853,'-5'-9'-206,"2"-1"393,2 1 0,2 5 1,2 4-1,3 6 77,2 5 0,2 4 0,2 4 0,3 2 104,2 3 0,2-1 1,-2 0-1,-1 0-167,-1 0 1,-3-6-1,2 1 1,-1-2-207,-2-2 1,-2-1 0,-3-4-285,-3 0 0,-3-2 0,-3-2 0,-3 0-34,-2 0 0,-4-2 0,-1 3 1,0 1 192,0 1 0,1 2 1,3 1-1,1 2 145,2 1 1,-1 1 0,4 3 0,2 0 236,3 0 1,4 1 0,5 1 0,2 0 52,1-3 0,-2-3 0,2-6 0,0-1-361,0-4 1,-2-3 0,2-3 0,-1-5-100,-2-3 1,-4-3 0,-1-5 0,0-1-419,-1-1 1,0-1-1,-3 2 91,1-1 0,0-1 0,-3 2 0,0-1 482,0 1 0,0 1 0,0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5.4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9456,'0'9'613,"0"0"0,0 1 0,0 1 0,0 2-272,0 1 0,4 1 0,2 3 0,2 2-293,1 4 1,0-2 0,0 6 0,1 0-391,3 1 1,-2-5-1,3 4 1,0-1-853,0-2 0,-3-8 0,1-3 660,-2-6 0,-2-8 1,-2-7-1,-3-5 534,-2-6 0,3-4 0,1-5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6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 9 7853,'-1'-5'423,"-2"2"1,-1 3 0,-3 2-1,2 2-132,1 1 1,-2 4-1,2 4 1,0 0 29,0 0 1,-2 4-1,3 0 1,1 3-21,1 0 0,1-1 0,0-2 0,0-1-129,0-1 1,3-2 0,1 1 0,1-2-242,2-4 0,-1 1 1,3-4-346,4 0 0,-1-1 0,0-5 0,-2-1-370,-1-1 1,0-4 0,0 1-1,0-3 146,0-3 1,-3 1-1,-1-4 1,0 2 637,0 2 0,-3 1 0,1 1 0,-2 0 0,-1 0 0,0 3 21,0 0 1,0 3 346,0-3 0,4 4 1,2-1-37,3 2 1,-3 0 0,0-1-1,1-2-166,1-1 1,-2 0 0,-1-2 0,-1 1-23,-2-1 0,-1-1-14,-1-1 1,-1 3-1,-2 1 1,-3 1 190,-2 2 0,-1 4 0,1 2 0,1 2-95,1 4 1,4 0 0,-2 5 0,3 1 152,1 1 0,1 1 0,2 0-478,0 0 0,5 0 0,0 2 0,4-1 1,1 0-820,0-2 0,2-5 0,-3-1 0,0-4 97,1-4 1,-4-3 0,1-4 820,-3-5 0,-5-4 0,2-5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6.2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1 118 7924,'5'1'1479,"-1"1"-1461,0 1 1,-2 0 0,4-3-1,1 0 1,1 0 0,1 0-1,0 0-698,0 0 0,3 0 1,1-1-1,0-1 680,0-1 0,3-8 0,-2 1 0</inkml:trace>
  <inkml:trace contextRef="#ctx0" brushRef="#br0" timeOffset="1">173 1 8088,'-4'13'647,"3"-3"1,-2 3 0,2 0-187,1 2 0,0 6 1,1 3-1,2 3-294,3 3 1,3 3 0,2 3 0,1 0-282,-1 0 1,2-1 0,-1-3 0,0-4-846,1-3 1,-6-5 0,2-2-1312,-1-5 2270,-4-7 0,0-10 0,-4-6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6.7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117 46 7853,'4'-9'11,"-3"3"0,2 0 0,-2-1 0,-1 2 498,0-1 1,-1 4-1,-2-1-121,-3 2 0,-2 2 0,-2 2 0,-1 4-45,-1 4 1,-3 0-1,3 4 1,1 1-105,1 1 1,2 5 0,0 2 0,3 2-154,1 1 0,2 4 0,5 3 0,4 1-238,5 1 1,2 0-1,4-2 1,1-3-333,2-4 1,-5-7 0,2-2 0,-1-8 61,0-6 1,-3-8 0,-2-5 0,-2-6 0,-1-3 0,0-4-868,0-5 1,-3-1 1288,0-5 0,0 4 0,3-2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7.1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 27 7992,'0'-9'493,"0"0"0,-1 4-177,-2 2 1,2 3 0,-2 3 0,2 4-29,1 4 1,0 0 0,1 4 0,2 1-61,3 1 0,5 1 1,3 0-1,-1 0-113,0 0 0,0-3 0,-2-1 0,1 1-65,-1-1 1,-1-4-1,-2 0 1,-1-4-195,-1-2 1,-4 0 0,0-2-21,-4 1 0,-3 0 1,-4-3-1,0 1 58,0 2 0,-3-2 1,0 3-1,0 0 27,-1 2 1,3-1 0,-2 1 0,2 1 172,4 1 1,-1 1-1,4 0 1,1 1 30,1 2 1,1-2 0,1 2 0,2-2-64,3-1 1,2-3-1,3-1 1,0-1-544,1-2 0,0-1 0,-3-1 0,1 0-151,2 0 1,-2-1 0,2-2 0,-2-3 241,-1-2 1,-3-5-1,-1-2 1,0-2 389,0-1 0,-2 3 0,2 0 0,-1-1 0,-1 0 0,-2 1 0,1 2 0,1 1 13,-1 0 1,3-1 195,1 4 1,2 3 0,1 1 94,0 1 0,0 0 0,0 2 0,-1-2 254,-2-1 0,1 2 0,-4-3-197,-1-1 1,-1 2-1,-1-1-161,0-1 0,-5 3 0,-3 1 0,-3 2 5,0 1 1,0 0 0,0 1 0,-1 1 23,1 1 0,2 4 0,2-1 1,2 3-93,1 3 0,1-1 1,3 4-1,0 3-347,0 2 1,4-3 0,3 2 0,3-1 101,2-2 0,3 0 1,-2 0-1,0-3-854,0-4 0,2-3 1,-3 0-1,0-3 348,2-2 1,-7-9-1,1-4 1,-2-5 613,-1-4 0,-3 2 0,2-7 0,-4 3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7.5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54 6679,'1'5'683,"1"-1"1,2 0 194,1 2 1,-2 2-1,3 2 1,1 2-712,1 0 0,1 5 1,0 0-1,1 3-112,2 0 0,-5 0 1,2 1-1,-2 3 100,-2 2 1,0-6 0,-3-3-1,1-2-420,-1-1 1,-1-6 0,-2 1 101,-2-4 1,1-7-1,-3-7 1,0-3 204,0-2 0,2-1 1,-2-4-1,0-2-21,0-3 0,2 1 1,-2 0-1,1 1-23,2 2 1,1 0 0,1 1-1,0-1-494,0-1 1,0 8-1,1-2 1,2 4-266,3 2 1,-1 0-1,1 1 1,1 1 760,1 1 0,1 4 0,0-1 0,0 2 0,0 1 0,0 3 0,-1 1 0,-1 1 27,-1 2 1,-1-1-1,2 2 1,-2 2 430,-1 0 0,2 1 0,-2 1 0,0 3 114,0 3 0,3-3 0,-2 0 0,1 2-470,0 3 0,0-4 1,2 2-1,0-2-1051,-2-2-1959,-4-1 2908,2-12 0,-8-6 0,-1-9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7.6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7985,'5'0'-376,"0"0"0,-3 1-29,1 2 0,0-1 1,-2 3 404,2-1 0,2 3 0,4-2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8.4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37 7853,'6'4'0,"-1"2"357,-1 2 0,3 1 0,-2 0 1,1 1-33,0 2 1,0 2 0,4 4 0,1 0-192,1 0 1,1-3-1,-3-1 1,1 0-159,0 1 0,-4-7 0,3 0-102,-3-3 1,-5-3 0,1-6 114,-2-5 0,-4-1 1,-1-6-1,-1 0-15,-2-1 0,-1-1 0,-1 0 0,1 0-241,2 0 1,-1 1-1,3 1 1,0 2-656,0 1 0,1 1 0,3 3 922,0 0 0,0 4 0,4 1 0,1 4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9.0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18 109 8155,'8'1'0,"-1"1"213,-1 1 0,0 0 0,3-3 0,0 0-57,1 0 1,-4 0 0,0-1 0,0-2 56,-1-3 0,-1-2 0,-4-1 0,0-1-5,0-2 0,-1 2 0,-1-2 1,-3 2-208,-3 1 1,1 1 0,-6 2 0,3 3 202,1 2 1,0 1 0,0 0-1,1 2-26,2 4 0,-1 1 0,4 7 0,1 0-16,1 0 1,2 2 0,2 4-1,3 1-168,2-1 1,2 0 0,2 0 0,3 1-379,3-1 1,-3-4 0,0-1-1,0-2-112,-1-2 1,2-5 0,-5-4-1,-2-4-231,-2-4 0,-5-6 0,1-3 727,-2-3 0,-5-4 0,-1-1 0</inkml:trace>
  <inkml:trace contextRef="#ctx0" brushRef="#br0" timeOffset="1">127 1 9409,'3'9'514,"0"0"0,4-2 0,-1 1 1,2 2-70,1 0 0,3 4 0,1 0 1,1 1-332,2 0 1,1-3 0,0 2 0,-2-1-118,-3-2 1,-2-2 0,-2-2 0,-1-2-110,-1-1 1,-5-1 0,-1-3-309,-5 0 0,-3 0 0,-1 0 1,-1 0 128,-2 0 1,1 1-1,-3 1 1,1 2 181,2 1 0,1 1 0,2 4 83,2 2 0,2-2 0,4 3 0,0-3 283,0-1 1,4 0-1,2-1 1,3-1-13,3-1 1,-2-3 0,2 2 0,-1-1-187,1-2 0,-2-1 1,2-2-1,-2-1 7,-1-1 1,-1-7 0,-1 1 0,-2-2-332,0-2 0,-2 2 0,-3-4 0,0 1-491,0 0 1,-1-1 0,-3-2 0,-1 1 41,0 1 0,-3 3 1,2-2 713,-2 1 0,-1-3 0,0 2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6:59.5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 7853,'0'-5'1464,"0"0"422,0 2-1383,0-2 1,1 0 0,2 2-16,3 2 1,3 2-1,3 2 1,3 4-340,3 4 1,3 5 0,1 5 0,1 3-38,2 2 0,-3 2 0,-1 1-285,-2 1 1,-5 3 0,-2-2 0,-3-1 0,-3 1-578,-3-2 1,-9-6 0,-4 3 0,-3-3-1137,-3-3 1,2-1 1885,-1-1 0,-4 4 0,-4 1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0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153 55 7944,'-5'-9'188,"-4"0"0,2 3 0,-4 0 1,0-1 161,1 2 1,-4-2 0,0 4 0,-1 1 163,0 1 0,4 5 0,-1 3-281,2 5 1,5 3 0,2 7 0,4 5 0,5 6-183,6 5 0,5 1 1,4 5-1,4 4-13,4 1 1,0-5 0,3-1 0,-3-3-2443,-3-2 1686,-5-7 0,0 4 0,-7-12 0,-7-8 718,-9-11 0,-7-5 0,-9-12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0.6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0 244 7853,'0'-9'910,"0"3"-779,0 0 1,0 3-1,1-3-163,2-1 1,-1 2 0,4-1-1,1-1-125,1-1 0,1-2 0,0-1 0,0-2-197,0-1 1,3-1-1,0-4 1,0 1 158,2 0 1,-4 1-1,1 2 1,-3 3 384,-2 2 0,0 5 0,3 3 1,0 4-22,0 4 1,0 7-1,0 4 1,1 4 152,2 2 0,-1 2 0,3 5 0,0 0 154,0-1 0,-3 0 0,1 0 1,-2 0-43,-1-3 0,-4-2 0,-2-5-88,-2-1 1,-2-2-440,-2-10 1,1-9 0,-3-6 0,1-3-58,2-1 0,-2-4 0,1-4 0,1 0-258,1-1 0,1 0 1,0-3-1,0 1-289,0-1 1,1 5-1,2-1 1,4-1 318,4-1 0,-1 1 0,2 5 1,-1 1 377,1 1 0,-4 5 0,1 1 0,-1 5 55,0 3 1,-3 2 0,-2 3 0,-1 5 523,1 5 1,-1 7-1,4 2 1,1 1 24,1 1 1,4-1 0,1 2 0,1-1-442,2-1 1,-1-6 0,2 1 0,1-3 0,-1-6 0,-1-5 0,-1-4-298,-1-1 0,-2-7 1,-5-3-1,-2-3 1,-1-4-30,-2-3 1,-6 3 0,-4-2 0,-4 1 97,-2 2 1,-1 3 0,-3-1 0,-1 1 66,-2 1 1,3 5 0,-1 2 0,3 1-248,0 2 0,3 1 0,1 1-1374,2 0 1335,5 0 1,2 0 0,6 0 0,3-1 0,2-1 283,1-1 0,0-4 0,4 2 0,1-4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1.0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0 117 7791,'17'7'116,"-2"2"1,0 6 0,-4 0-1,-1 2 1,1 1 482,0 1 0,0 0 1,-1 1-1,1 1-294,0-1 0,-3 0 0,4 0 1,-2 1-150,-1-1 0,0-5 1,-1-3-241,-2-2 1,-2-6 0,-4-4-214,0-5 0,0-5 1,-1-4-1,-1-5 66,-1-3 0,-4 1 0,2-3 0,-1-1 35,0-1 1,4 2 0,-1 2 0,2 1 109,1 4 1,0 5-1,1 0 1,2 3 161,3 3 1,3 2 0,2 6 0,2 4 105,1 6 0,1 4 0,3 2 0,0 0-12,0 1 1,-3-1-1,0 0 1,0 0-39,0 0 0,-2-3 0,-5-1-150,-2-1 0,-2-6 1,-5-7-194,-2-5 0,-2-8 0,-4-4 0,0-5-4,0-4 1,-1 3 0,1-6 0,0-2 90,0 0 0,4 2 0,2 0 0,2 4 122,1 4 0,1 6 1,2 4-1,4 4 254,4 4 0,3 10 0,5 6 0,0 7 17,2 7 0,-1 1 0,3 4 0,-1-1-280,-2-2 0,-1 0 0,-1-2 1,0-1-1621,0-2 1,-6-5 1630,0-4 0,-4-4 0,5 2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1.6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55 7847,'0'-9'0,"0"0"88,0 0 0,0 0 1,-1 1 121,-2 2 1,1 2 0,-4 4 0,-1 0 209,-2 0 1,0 4 0,0 3 0,0 4 52,0 4 1,0 6 0,1 3-1,2 3-72,3 3 1,2 2 0,1 3 0,1 0-237,2 2 0,5-6 0,5 4 1,1-2-221,2-1 0,2-6 0,0-1 0,0-4-598,0-4 1,-1-6-1,-1-1 1,-1-7-350,1-5 1,-2-8-1,0-5 1,-1-3 553,-2-3 1,-2-3 0,-2-5 0,-2-1 447,-1 1 0,-1 1 0,1-3 0,1-2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2.2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26 136 8226,'0'9'440,"0"0"1,1 0 0,1 1-275,1 2 0,3-2 0,-2 4 1,0-2 23,0 0 0,3 1 1,-1-2-1,1 1-110,0-1 0,1-5-80,-2-3 0,2-2 0,1-1 0</inkml:trace>
  <inkml:trace contextRef="#ctx0" brushRef="#br0" timeOffset="1">17 28 7853,'-4'-5'87,"3"-3"1,-3 3 750,0 0-1420,3 1 1,-2 4 40,6 0 0,2 0 0,5 1 541,2 2 0,-2 2 0,3 4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2.7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90 7595,'8'18'-91,"-2"0"1,2 0 0,-2 0-1,2 1 491,1 2 0,1-1 0,1 2 0,2 0-73,1-2 0,-2-2 0,3 4 1,0-1-258,-1-1 1,-1-7-1,-4 2 1,1-4-720,-1-2 0,-5-1 309,-4-2 1,-4-3 0,-6-6 0,-3-3-21,-2-2 1,0-5-1,-1-2 1,-1-2 280,1-1 1,0-1-1,-1 0 1,2-1 159,3 0 0,2 2 1,2-4-1,1 0-21,1-2 0,3 1 1,-2-1-1,1-1 133,2-1 0,5 2 0,4 2 0,4 3 164,4 5 0,-1 7 1,1 3-1,0 6 0,0 4 1,-1 6-1,0 5 1,-1 4 148,0 3 0,-1 2 1,-4 0-338,-2-2 1,1 1-1,-3-4 1,1-1-1,-1-1-851,-2-1 0,-2-3 0,-3-3-498,-4-2 0,2-5 1,-1-3 1179,-1-4 0,3-3 0,-4-4 0,3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3.2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81 7853,'6'0'376,"0"0"1,-3 1 0,2 2-1,0 3 1,0 3 247,2 4 0,1 5 0,2 6 1,1 3-460,1 3 0,3-1 0,-2 3 0,1-1-130,2-2 0,-3-4 1,-1-2-1,-2-4 46,-1-5-230,-4-3 0,-1-10 1,-5-5-1,-2-6-348,-3-5 0,-2-2 1,-1-3-1,0-1 333,0-3 0,3-2 1,1 0-1,0 2 167,0 3 1,3 0-1,-1 2 1,2 3 17,1 2 0,1 3 0,2 5 0,3 3 295,2 2 0,1 6 1,0 4-1,1 5-392,2 3 0,1 4 1,3 1-1,-2 0-363,-1 0 1,0-1 0,-1-4-1,0-2-839,-1-3 1,-4-3 1277,-1-3 0,-4-3 0,1-6 0,-2-3 0,-1-2 0,0-1 0,0 0 0,0 0-43,0 0 1,1 0 0,1 0 0,2 0 418,1 0 1,-2 0 0,3-1 0,1-1 105,1-1 1,1-1-1,-1 2 1,-1-1-248,-1 1 1,-4 0-1,1 0-133,-2-1 1,-2 0-1,-2 4 1,-4 2 68,-4 2 0,0 3 0,-4 1 0,0 1 122,1 3 1,-2 5 0,4 6 0,2 2-207,3 1 1,-1 4 0,5 2 0,2 2-118,3 1 0,7-3 0,4-1 0,1-1-711,2-2 1,2-1-1,1-5 1,1-5-160,0-5 0,-6-4 1,3-3-1,-3-4 900,-3-4 0,-4-5 0,-2-4 0,-1-1 0,0-3 0,-2 2 0,1 0 0,-1 1 45,-1 4 0,-1 0 388,0 5 1,1 4 0,1 6-1,1 4 437,-1 4 0,3 3 0,0 3 0,1 3-513,0 2 1,0 1 0,3 1 0,0 1-205,1 1 1,-1 0 0,-1-4 0,-1 0-204,-1-2 1,-4-1 0,1 1 0,-2-3-81,-1-2 1,-1-5 0,-2-2-26,-3-2 1,1-8-1,-1-3 1,-1-3 137,-1-3 0,2-1 0,0-3 0,2 0 9,2-1 1,1-4-1,1 2 1,0-1-207,0 0 1,4 3 0,2-2 0,3 0-335,0 0 0,1 3 0,2-2 0,3 3 176,2 1 0,-1 3 372,2 0 0,-2 4 0,6-2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3.7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15 7853,'1'-5'879,"1"0"390,1 1-550,0 3 1,1 2-1,1 8 1,1 4-245,0 4 0,1 4 0,4 9 0,2 3-296,1 2 0,-2 5 0,2 0 1,-1 1-566,-2-2 1,-2-5 0,-2 2 0,-2-5-1268,-1-3 1,2-12 404,-3-4 0,0-12 0,-3-4 1248,0-6 0,4-4 0,1-4 0</inkml:trace>
  <inkml:trace contextRef="#ctx0" brushRef="#br0" timeOffset="1">226 69 10606,'5'9'398,"-2"0"0,-2 0 1,-1 0-1,0 1-108,0 2 0,-1 2 0,-1 4 0,-2 0-137,-1 0 1,2 3 0,-2 0 0,0 0 26,0 2 1,2-6-1,-2 2 1,1-2-106,2-4 1,1 1 0,2-2 0,2-1-98,3-1 0,3-4 1,2-1-1,2-1-20,1-2 0,2-1 0,2-2 1,0-1-230,0-1 0,0-4 1,-1 1-1,-1-2-540,-1-1 1,-4 0-1,1 0 1,-2 0 67,-1 0 1,-1 0 0,-1 0 0,-2 0 742,-1 0 0,-1 4 0,1-3 0,1 3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04.2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36 185 7853,'9'-5'0,"0"1"355,0 0 1,-3 3 0,0-3 0,1 1 96,1 0 0,-2-4 0,-1 1 1,0-2-70,0-1 0,-1 0 0,1-1 1,-1-1-256,-2-1 0,-1 0 0,-2 3 0,-2 0 92,-3 0 1,-3 1-1,-1 2 1,-1 3 118,-1 2 1,-1 1 0,2 1 0,-1 2 43,1 3 0,1 5 1,2 2-1,2 1-188,3 2 1,2 1-1,1 1 1,1 1-12,2 2 0,3 2 1,6 2-1,4-1-513,4 1 0,3-5 0,5 0 1,2-1-375,0-3 0,-3-3 0,-4-7 0,-1-3-410,-2-2 0,-4-2 1,-3-3-1,-3-4-1996,-5-3 3109,-3-5 0,-2 2 0,0-4 0</inkml:trace>
  <inkml:trace contextRef="#ctx0" brushRef="#br0" timeOffset="1">208 149 9681,'6'0'2167,"0"0"-1633,1 0 0,1 3 1,2 1-1,1 0-512,1 0 0,4 0 0,-2-2 1,1 1-640,0-1 1,0-1 0,2-2 0,-2-2-540,-2-3 1,-3-3 0,-1-2 0,-1-2 1155,-2-1 0,-1-1 0,-3-3 0,1 0 0,-1 0 0,-2 1 0,-2 2 268,-1 3 1,-4 7-1,2 6 693,0 7 0,1 5 1,4 6-1,0 3 159,0 5 1,2 4 0,3 5 0,5 3-967,3 3 1,0-2 0,4 7 0,3 1-463,2 1 0,-4-4 1,1-2-1,-1-3-804,-2-2 1,-3-10 0,0 0 1111,-3-7 0,1-1 0,-6-6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24.0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368 45 7853,'-9'-11'160,"-1"2"0,-2 1 178,-3 0 0,-2 3 0,-2 2 0,-1 2 34,1 1 0,2 5 0,-4 3 0,3 5-51,0 4 1,4-1 0,2 8 0,4 1-117,2 4 1,2 0 0,6 5 0,3 0-99,4 0 0,5-4 0,2 2 0,3-1-120,1 0 1,1-5 0,-3 0 0,-1-3 35,1 0 0,-4-3 1,-3 2-1,-4-2-134,-1-4 1,-5 0 0,-1 1 0,-6-3 94,-4-2 0,-4-2 1,-5-2-1,-1-2-156,-4-3 1,-2-2-1,0-1-523,-1 0 1,-1 0 0,0 0 0,4-1-70,1-2 0,4-2 0,4-5 0,4-2 764,4-2 0,7-7 0,5-2 0</inkml:trace>
  <inkml:trace contextRef="#ctx0" brushRef="#br0" timeOffset="442">429 389 7853,'-8'0'449,"-1"0"80,0 0 0,5 0-44,4 0 1,7-2 0,6-2 0,1-1-397,5-2 1,0 2 0,4-1 0,1-1-800,-2-1 1,1-1 0,-3 2-1,0 0-1793,0 1 2503,-1 4 0,2-6 0,2 3 0</inkml:trace>
  <inkml:trace contextRef="#ctx0" brushRef="#br0" timeOffset="911">765 53 7436,'-2'6'517,"-1"0"0,-1-1 1,2 2-1,-1-1-62,1 1 1,1 2-1,1 3 1,0 6-148,0 5 1,0 3-1,0 3 1,0 1-178,0 2 0,-1 0 0,-1 2 0,-1-1 25,1-4 0,1-5 0,1-4 0,0-4-597,0-1-1,0-8 0,0 0 0,0-11 0,0-4 118,0-3 0,4-5 0,3 2 0,3-3 105,1-1 1,5 1 0,-1 0 0,2 2 93,0 3 0,1 4 0,0 2 0,0 3 124,3 2 0,-3 2 1,0 3-1,-3 5 416,-2 8 0,-1 3 1,-5 5-1,-1 4 173,-3 1 0,-6 0 0,-4 0 0,-3-1-88,-5-4 0,-3-5 1,-1-2-1,-3-6-262,-1-2 1,4-5 0,-2-2 0,2-2-909,2-1 0,-1-4 0,2-3 1,4-4-537,3-3 0,6 0 1,0-1-1,2-1-903,1-4 2109,4 1 0,8-6 0,7 2 0</inkml:trace>
  <inkml:trace contextRef="#ctx0" brushRef="#br0" timeOffset="1060">1101 283 9415,'-8'9'0,"-1"1"289,0 2 1,0 2 0,0 3 0,0 2 497,1 2 0,0-2 1,2 4-1,3-1-389,2 1 1,2-6 0,2-1 0,4-3-657,4-5 1,-1-3-1,5-5 1,1-2 67,0-4 0,-1-5 0,-1-8 0,-1-3-14,-2-1 0,-3 0 1,-2-4-1,-3 1-84,-2-1 1,-1 5-1,-1 1 1,-2 2 367,-3 2 0,-1 3 1,-2 3-1,-1 3-131,-2 2 1,2 4 0,-2-1 0,3 3-36,0 3 1,3 1-1,1 3 1,1-1-1371,2 1 1,2 0-1,3 0 1456,3-1 0,2 0 0,5 2 0,0 1 0</inkml:trace>
  <inkml:trace contextRef="#ctx0" brushRef="#br0" timeOffset="1695">1208 283 7853,'0'9'593,"0"0"0,0 0 183,0 0 0,0 0 0,1-2 1,2 0-430,2-1 1,6 0-1,2 2 1,2-1-135,3-1 0,1 0 1,4 2-1,-1 1-733,1 0 0,-3-3 1,0-1-1,-1 0-775,-1 0 1,-1-3 0,1 1-897,0-2 2191,-5-5 0,0-1 0,-4-4 0</inkml:trace>
  <inkml:trace contextRef="#ctx0" brushRef="#br0" timeOffset="2094">1491 221 7853,'-9'0'25,"0"0"851,0 0 1,-3 0 0,0 0 0,2 0-55,0 0 0,0 2 1,-1 3-1,-2 5-295,0 3 1,1 6 0,-2 4 0,0 4-279,1 2 0,1 4 0,-1 3 0,1 0-663,1-1 1,7-5 0,-4 1 0,3-4-541,3-4 0,1-8 1,2-4-1,2-4 954,3-4 0,2-2 0,0-1 0</inkml:trace>
  <inkml:trace contextRef="#ctx0" brushRef="#br0" timeOffset="2451">1942 98 7853,'3'-6'0,"3"0"0,1 0 794,-1-3 1,-3 0-253,-6 0 0,-2 5 0,-5 2 0,-1 4-62,-4 3 0,-3 7 0,-1 4 0,-3 5-204,-1 5 0,4 3 0,-2 6 0,2 5-47,2 5 1,6 3 0,3 4 0,3 1-377,3-2 1,9-5 0,5-7 0,5-2-564,3-6 0,0-8 0,4-9 0,3-7-396,1-5 0,3-11 1106,-2-5 0,-1-7 0,2-5 0</inkml:trace>
  <inkml:trace contextRef="#ctx0" brushRef="#br0" timeOffset="2883">2393 71 7361,'-9'0'1586,"3"0"-1016,0 0 1,4 4-1,-1 2 1,2 3-201,1 3 0,0 3 1,1 9-1,1 6-235,1 7 1,3 1 0,-2 4-1,0 2-262,0 2 1,-1-9 0,-3 3 0,0-2-660,0-5 1,0-4-1,0-7-342,0 0 1,-1-9 0,-2-9 1127,-3-5 0,-2-11 0,-1-7 0</inkml:trace>
  <inkml:trace contextRef="#ctx0" brushRef="#br0" timeOffset="3068">2269 425 7853,'0'-9'109,"0"0"0,1 0 469,2 0 0,-1 4 1,4-1-311,0-1 0,5 3 0,2 1 1,1 2-407,1 1 0,2-1 0,1-1 0,0-1-262,-1 1 0,4 0 0,-1 0 1,0-2 419,-1-1-20,-1-1 0,-1-2 0,1-1 0</inkml:trace>
  <inkml:trace contextRef="#ctx0" brushRef="#br0" timeOffset="3730">2605 107 8309,'-6'8'669,"0"1"1,4-2 0,-1 1-206,2 2 0,1 4 1,0 1-1,0 3 0,0 3-164,0 2 0,0 3 1,0 1-1,0 2-164,0 0 1,0 1 0,0-5 0,0 0-218,0-2 0,0-4 0,0-1 0,0-6-871,0-2 0,4-7 481,2-6 1,-1-3 0,0-8 0,0-2 210,0-1 0,0-4 1,4-2-1,0-1 182,0 1 1,0 2 0,-1 0 0,-1 0 207,-2 1 1,1 8-1,2-3 1,-1 5 288,-1 4 1,-3 2 0,2 5 0,-1 3-160,-2 5 1,0 5 0,0 5 0,1 3-213,-1 1 1,-1-1-1,-1 2 1,1-3-601,2 1 0,-2-6 0,4 0 1,0-2-245,0-3 1,0-4 0,2-2 0,-1-1 795,1-2 0,5-9 0,1-3 0</inkml:trace>
  <inkml:trace contextRef="#ctx0" brushRef="#br0" timeOffset="4046">2861 345 7853,'6'-3'128,"0"0"1,-3-4-1,3 3 1,0-3 373,-1-2 0,3 2 0,-4-5 1,2 1-201,0 0 1,-4-3 0,1-3 0,-2 1-293,-1 2 0,0 3 0,-1-1 0,-2 2 20,-3 1 1,-2 4 0,0 4 0,-1 2 68,0 5 0,0 9 0,1 4 0,2 3 139,3 6 1,2-1 0,1 6 0,0-1-149,0 0 0,5-1 1,4-3-1,5-2-430,3-3 1,1-5-1,3-4 1,2-6-2199,3-7 2538,-3-5 0,6-13 0,-1-1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29.1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22 115 7754,'-9'-4'575,"3"3"-83,1-2 0,4 2-314,1 1 0,3 1 0,6 1 1,0 2-283,0 1 1,1 0-1,1 2-628,0-1 1,1-1 0,-2 2 731,2-2 0,2-3 0,3 2 0</inkml:trace>
  <inkml:trace contextRef="#ctx0" brushRef="#br0" timeOffset="673">199 44 7557,'0'9'0,"0"0"402,0 0 1,0 0 0,0 0-1,0-1-604,0 1 1,0 0-1,1 0 1,1 0-249,1 0 0,4-3 0,-1-2 1,3 0 449,2-2 0,3 3 0,4 0 0</inkml:trace>
  <inkml:trace contextRef="#ctx0" brushRef="#br0" timeOffset="819">526 18 8070,'-6'9'418,"0"0"0,4-3 0,-1 2 0,3 3-89,0 2 0,0 0 0,0 3 1,0 5 42,3 4 1,2-3-1,4 6 1,-1-2-303,-2-1 1,2-8-1,-3 0 1,1-3-193,0-3 0,-5-4-114,2-2 1,-7-6 0,-3 1 0,-5-3-51,-2-1 0,-1-2 1,-2 3-1,-1 1 77,0 1 0,1 2 0,0 2 0,2 4 401,3 3 0,3 1 0,1 4 1,2 1 143,3 0 0,2 2 0,2 0 0,2-1-205,3 1 1,3-3-1,2-2 1,4-2-459,2 0 1,0-7 0,1 2 0,0-4-394,0-2 0,-1-7 1,1-3-1,1-3-1281,1-6 2001,-5 1 0,6-7 0,-8 2 0</inkml:trace>
  <inkml:trace contextRef="#ctx0" brushRef="#br0" timeOffset="820">677 239 8073,'-3'9'0,"0"1"410,1 1 0,0 3 0,0 4 1,-1 1-284,1 1 1,1-3-1,1 2-244,0 1 0,1-1 0,1-3 1,2-3-1,1-1-766,1-4 1,-1-3-1,1-5 883,1 0 0,-3-4 0,0-1 0</inkml:trace>
  <inkml:trace contextRef="#ctx0" brushRef="#br0" timeOffset="1502">721 124 7750,'-4'-6'-236,"-2"0"0,1 3 481,-1-3 0,1 3-244,-1-2 1,2 4 0,5 0-2,2 3 0,2 4 0,4-1 0</inkml:trace>
  <inkml:trace contextRef="#ctx0" brushRef="#br0" timeOffset="1939">986 115 7698,'-17'-5'-179,"3"2"0,-3 2 1,2 1-1,-2 0 707,0 0 0,0 5 0,1 3 0,3 5 727,0 4 0,1 0 0,4 9 0,1 2-951,1 3 1,4 1-1,0 2 1,4-3-367,4-2 0,3-7 0,3 1 0,3-7-114,1-4 0,3-3 1,1-3-1,1-3-2050,2-2 1,-2-5 0,1-3 2225,0-4 0,2-3 0,-1-3 0</inkml:trace>
  <inkml:trace contextRef="#ctx0" brushRef="#br0" timeOffset="1940">1172 36 8480,'-9'4'210,"0"5"0,0-1 1,0 4-1,1 2 753,3 1 1,-2 3 0,4 3-532,1 2 0,1 9 1,1 2-1,0 2 1,1 0-933,2-3 1,-1 2 0,3-7 0,0-2-1699,-1-5 0,1-3 2198,1-3 0,-2-6 0,-4-5 0</inkml:trace>
  <inkml:trace contextRef="#ctx0" brushRef="#br0" timeOffset="1941">1074 372 7853,'0'-6'430,"0"0"1,1 3 0,2-2 0,3 0-256,2 0 1,1 2-1,0-2 1,1 0-851,1 0 1,3 0 0,4-4-1,1-1-869,1-2 1544,-1 2 0,6-6 0,-2 2 0</inkml:trace>
  <inkml:trace contextRef="#ctx0" brushRef="#br0" timeOffset="1942">1349 212 7853,'-3'15'209,"0"0"0,-3-2 1,3 2-1,0 3 98,-1 1 0,3-5 0,-3 5 0,1-1-745,0-2 1,0-4 0,3 2 0,0-1-23,0-2 460,0-5 0,4-3 0,1-3 0</inkml:trace>
  <inkml:trace contextRef="#ctx0" brushRef="#br0" timeOffset="2365">1357 151 7853,'-8'0'190,"2"0"1,0 0 9,-1 0-774,3 0 0,1 0 1,6 0 573,3 3 0,6-2 0,1 3 0</inkml:trace>
  <inkml:trace contextRef="#ctx0" brushRef="#br0" timeOffset="2366">1464 151 7853,'-6'18'195,"0"2"1,-1 1 478,-1 2 0,-1-1 1,1 2-1,1 2-191,2-2 0,3 0 0,-1-1 0,3-5-17,3-2 0,1-8 0,6 0 0,2-3-799,3-4 0,2-3 0,0-5 0,1-4-65,0-4 0,-1-3 0,0-1 0,-2-3-93,-4 0 0,-5 1 0,-3-3 0,-2 1 122,-1 0 1,-4 2 0,-2 4 0,-2 1 179,-4 1 1,2 4 0,-3-2-1,1 2-217,1 3 0,-1 5 0,3-1 406,0 0 0,3 3 0,0-2 0,4 2 0,-1 1 0</inkml:trace>
  <inkml:trace contextRef="#ctx0" brushRef="#br0" timeOffset="2795">1623 106 7853,'1'9'87,"1"1"0,1 1 464,-1 1 1,-1 3 0,-1 0-1,0 2-34,0 0 0,0 6 0,0 2 0,0 2 31,0 2 0,0-4 0,0 4 0,0-4-287,0-1 1,0-8 0,0 1-202,0-3-273,3-6 0,1-9 0,2-8 0,-2-6 12,0-4 0,-2-5 1,4-5-1,1-1-207,1-1 1,1 1-1,-1-1 1,2 0 134,2 3 0,-2 4 0,3 4 0,-2 5 259,1 3 1,0 11 0,-3 8 0,-1 10 1,-2 8 1,0 7 0,-2 6 0,0 3-327,0 2 1,2-3 0,-2-5 0,1-5-112,2-2 1,-1-8-1,2-5 1,1-4-1188,1-6 1636,0-3 0,3-10 0,1-2 0</inkml:trace>
  <inkml:trace contextRef="#ctx0" brushRef="#br0" timeOffset="2796">1985 204 7853,'-13'-4'419,"4"3"1,-3-2 0,1 2 280,-1 1 0,1 1 0,-3 2 0,-1 4-235,1 3 1,-1 4 0,3 4 0,1 0-21,1 3 0,5-1 0,2 2 0,3 0-108,3-2 1,3-9 0,5-2-769,1-1 1,6-5 0,1-3 0,2-6 0,1-6-573,1-5 1,-3-5 0,3-4 672,-1-1 0,-2-2 1,-2 1-1,-1 1 1,-2 2 726,0 3 1,-7 7-1,0 5 109,-3 6 1,-6 5-1,-5 10 1,-2 2-60,-1 5 1,3 3 0,0-1-1,0 3-118,-2 0 0,2-2 0,1-4 0,1-2-3154,2-4 1,2-2 1472,3-3 0,-1-4 0,4-8 1352,1-6 0,1-7 0,0-4 0</inkml:trace>
  <inkml:trace contextRef="#ctx0" brushRef="#br0" timeOffset="3229">2144 168 7616,'0'9'911,"0"0"0,0 0-327,0 0 0,0-1 1,1 1-1,1 1 27,1 2 1,0 2 0,-3 3 0,1 2-81,2 2 0,-2 2 0,2 6 1,-2 0-423,-1 0 0,-1-2 1,-1 0-1,-2-1-213,-1 1 1,2-8-1,-3-3-211,0-5 0,1-6 1,0-12 48,1-8 1,1-2 0,4-8-1,2-2 44,3-1 0,0-3 1,1 3-1,3-2-98,0-2 0,1 6 0,0-2 0,1 2-225,-2 1 0,3 6 1,0 1-1,1 1-73,1 4 0,-1 2 0,0 3 1,-1 2 617,-3 0 0,4 4 0,0-2 0</inkml:trace>
  <inkml:trace contextRef="#ctx0" brushRef="#br0" timeOffset="3230">2410 195 7853,'-6'10'660,"0"1"1,1 0-1,-1 3 264,3-1 0,3-3 0,3-3-563,3-1 0,3-4 0,2 1 0,0-2-800,0-1 0,0-1 0,0-1 0,2-2-684,0-1 0,-2-1 0,1-3 0,-2-2 234,-1-1 0,-3-1 889,-1 1 0,1-1 0,3-5 0</inkml:trace>
  <inkml:trace contextRef="#ctx0" brushRef="#br0" timeOffset="3656">2551 115 7711,'0'9'1111,"-3"-3"-461,0 0 1,-1-4 61,1 1-2184,2 2 1125,-2-4 718,3 6-221,0-6-647,0 7-1661,0-7 1181,0 3 977,0-4 0,0 0 0,0-4 0,0 3 0,0-7 0,0 4 0</inkml:trace>
  <inkml:trace contextRef="#ctx0" brushRef="#br0" timeOffset="4067">2454 186 7795,'-6'1'366,"0"2"1,0-2 505,-3 2 0,3-2 194,1-1 0,3 4-698,-1 2 0,2 1 1,1 2-1,0 0-189,0 0 0,3 1 0,1 1 0,0 0-208,3 0 0,2-4 1,2-2-1,1-1-27,-1-2 0,1-1 0,0-1 1,-1-2 37,-1-4 1,0-2-1,-1-9 1,1-1-302,-2-1 0,-2 0 0,0 2 0,-3 0-21,-2 2 0,-1 0 1,0 3-1,0 1 977,0 1-436,0 5 1,3 2 0,0 6 0,0 5 162,1 6 0,-2 2 0,3 8 0,-1 4 158,1 3 0,-3 5 0,1 5 0,-2 3-146,-1 1 0,-1-2 0,-2 0 0,-3 1-154,-1 1 0,-6-5 0,-1 2 0,-2-6-115,-1-5 0,3-11 0,-6 0 0,1-7-707,0-5 1,3-7 0,2-8 0,1-3-699,-1-5 1,3-5-1,0-1 1,4-2-888,4-2 1,2 3 2184,1-2 0,0 1 0,0-4 0</inkml:trace>
  <inkml:trace contextRef="#ctx0" brushRef="#br0" timeOffset="4536">2737 18 7853,'0'-6'2111,"0"0"-884,0 4-1452,0-2 1,-3 8 0,-1 1 0,0 1-367,0 0 1,0 0 0,2 3 590,-1-1 0,-4 1 0,3 0 0</inkml:trace>
  <inkml:trace contextRef="#ctx0" brushRef="#br0" timeOffset="4895">2843 0 7853,'-5'9'0,"-2"-3"0,3 0 498,-1 1 1,0 1-1,-1 0 1,1 2 0,0 2-480,0 3 0,-1 1 1,-2 2-1,1 0-658,1 0 0,4-4 1,-2 0-1,1-1-252,1-2 0,0-3 891,5-2 0,1-2 0,5-4 0</inkml:trace>
  <inkml:trace contextRef="#ctx0" brushRef="#br0" timeOffset="4896">2923 0 12878,'5'4'569,"1"2"1,-4 7 0,2 4-1,-1 7-218,0 5 0,3 4 0,-3 7 0,-2 5-150,-3 4 1,-1 1 0,-5 2 0,-2-1-443,1-1 0,-2-7 1,-1 0-1,-3-1-730,-1-2 0,-2-9 0,0 0 0,0-4 971,1-2 0,-5-1 0,0 3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7:59.2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10 141 9084,'-4'6'405,"3"4"0,-3 0 1,3 5-1,1 5-229,0 3 0,0 9 1,0 6-1,0 6-159,0 1 1,0-1 0,0 0 0,1-3-322,3-5 0,-3-6 1,2-6-1,-2-5-3043,-1-3 3347,0-7 0,0-9 0,0-6 0</inkml:trace>
  <inkml:trace contextRef="#ctx0" brushRef="#br0" timeOffset="433">40 101 7853,'10'-9'379,"0"2"1,0 0 0,0 3-12,0 2 1,3 1-1,1 1 1,-1 1-27,2 2 0,-4 4 1,2 5-1,-3 3-229,-3 0 1,1 2 0,-5 3 0,-1 1-53,-1 2 0,-1-1 1,-2 2-1,-4-1-223,-4 1 1,-6 0-1,-1-3 1,-2-1 37,-1-4 0,3-4 0,2-2 0,-1-1 200,1-2 1,3 0 377,-2-3-447,8-1 1,6-3-1,6 0 1,3 0-169,1 0 1,5 3 0,0 1 0,2-2-509,-1-1 1,-1-1 0,3 0 0,2 0 99,1 0 1,-1-4 0,5-3 0,0-3 568,-3-3 0,-1-3 0,-1-4 0</inkml:trace>
  <inkml:trace contextRef="#ctx0" brushRef="#br0" timeOffset="850">390 231 7853,'-10'10'398,"0"0"0,0 1 242,0 2 0,0 0 0,1 2 1,2 1-200,0-1 0,1 3 0,0 4 1,2 2-238,3-2 0,5-1 0,1-2 0,3-2-310,3-4 1,2-3 0,1-3 0,2-4-151,3-2 0,-2-9 1,-2-3-1,1-4-41,0-6 0,-8-2 0,2-6 1,-2-2 187,-2 0 1,-2 0 0,-4 2 0,0 2 0,0 4 126,0 2 1,-4 2 0,-3 2 0,-2 4 0,-1 3 0,0 3 0,0 3 0,0 1 0,0 0 0,1 5-475,3 3 1,1 1 0,5 0 0,0 2-241,0 1 0,5 1 1,1 0 695,3 0 0,6 0 0,0 0 0</inkml:trace>
  <inkml:trace contextRef="#ctx0" brushRef="#br0" timeOffset="997">540 191 7853,'6'4'665,"-3"3"0,2 2 0,-2 1 1,-1 0-166,-1 0 1,-1 4 0,0 2-1,1 2-399,3 2 1,-2-6 0,4 6 0,-1-2-141,1-2 0,0-2 1,4-5-1,-1-1-59,-2-2 1,2-3 0,-3 0 0,2-4-184,-1-6 1,1-1 0,-5-8 0,0-3 27,2-3 1,-4-1 0,2-1 0,-2 2 177,-1 3 0,0 5 1,0 1-1,0 2 172,0 1 1,4 6-1,0 5-106,2 8 1,-3 3 0,3 7 0,-1 3 25,1 2 0,0 3 0,3 3 0,-1-1-117,-1-2 0,0 2 0,5-5 0,0-1-30,0-3 1,-3-6 0,4-2 0,-2-4 100,-1-5 1,-3-3 0,0-4-1,-1-6 131,0-6 0,2-5 1,-5-5-1,-1-5-93,-1-3 1,-1-2-1,0-1 1,2 4-1,0 3 1,1 3-1,-1 5 1,-1 4-2308,-1 5 2298,0 2 0,5 5 0,0 2 0</inkml:trace>
  <inkml:trace contextRef="#ctx0" brushRef="#br0" timeOffset="1540">1080 281 9533,'10'0'75,"0"0"0,0 0-501,0 0 0,4 0 1,0 0-1,2 0-156,2 0 0,-3-4 0,2-3 582,1-2 0,1-5 0,1-2 0</inkml:trace>
  <inkml:trace contextRef="#ctx0" brushRef="#br0" timeOffset="1923">1501 81 8211,'-10'-7'0,"-2"2"306,-1 0 0,2 2 0,-3 3 0,0 0 32,1 0 0,-2 0 0,3 1-131,-1 2 0,1 3 0,5 5 0,4 2-128,2 4 1,3 3 0,3 2 0,6 3-67,4 0 1,-2 2 0,4 3 0,1 0-39,1 0 0,1-3 1,-2-2-1,-1 1 58,-4-1 0,-5-2 0,-2 0 0,-2-2 8,-2-1 1,-2-3-1,-3-3 1,-4-2-187,-1-3 1,-4-5-1,-1-1 1,-2-2-305,-1-1 0,-2-4 1,5-3-1,0-3-199,-2-3 1,7-1 0,-1-3 0,3-3 647,0-2 0,4 4 0,-2-11 0,4 3 0</inkml:trace>
  <inkml:trace contextRef="#ctx0" brushRef="#br0" timeOffset="2325">1601 41 7853,'0'10'0,"0"-3"334,0-1 0,0 1 1,0 3-1,0 0 1,1 1 30,2 2 1,-1 1-1,4 5 1,-1 2-254,1 0 0,-3 4 0,3 2 0,-1 3 59,1 3 1,-4 0-1,2 1 1,-2-2-417,1-3 0,-2-5 0,3-2-253,-3-4 1,-1-9 293,0-9 1,0-10 0,0-10-1,1-6 74,2-3 1,-1-2 0,5-1 0,0-2 33,-2 2 0,4 5 0,-3 5 1,0 3 387,1 3 1,0 8 0,2 2-36,-3 7 0,0 9 1,-4 8-1,1 4-128,0 5 0,-2 3 1,0 1-1,1 0-389,1-2 0,2-2 0,-3 0 0,2-5-789,2-4 1,-3-5 0,4-6 1048,1-4 0,1-11 0,1-3 0</inkml:trace>
  <inkml:trace contextRef="#ctx0" brushRef="#br0" timeOffset="2485">1871 221 7853,'0'16'320,"-1"-3"1,-2-1-155,0 1 1,-1 0 0,1 3 0,0 2-296,1 1 1,1 0 0,1-2 0,0-3 0,0-1-555,0 1 1,1-5 682,2-6 0,3-11 0,4-3 0</inkml:trace>
  <inkml:trace contextRef="#ctx0" brushRef="#br0" timeOffset="3101">1911 151 7853,'-10'-6'165,"3"2"0,0 4 233,0 0 1,1 0-1223,-1 0 1,6 0 823,1 0 0,5 4 0,5 2 0</inkml:trace>
  <inkml:trace contextRef="#ctx0" brushRef="#br0" timeOffset="3409">2141 1 8167,'-10'0'0,"0"0"273,0 0 1,0 1 0,0 2-1,0 4 39,0 2 0,3 5 0,0 3 0,0 3 166,-2 3 0,3 4 0,3 6 0,2 4-387,1 2 1,0 2 0,0 0 0,0 1-571,0 1 1,4-8-1,2 4 1,0-3-535,1-4 1,-4-9 1012,4-3 0,-5-6 0,3 0 0</inkml:trace>
  <inkml:trace contextRef="#ctx0" brushRef="#br0" timeOffset="3410">2011 401 7853,'0'-10'397,"0"3"124,0 1 1,1 0 0,2-2-423,4 2 1,0 0 0,1-2 0,4 3-668,-1 0 1,4-2-1,1 0 1,0-3 11,1-3 556,0 1 0,3-6 0,0 2 0</inkml:trace>
  <inkml:trace contextRef="#ctx0" brushRef="#br0" timeOffset="3411">2291 81 8237,'-1'16'294,"-3"-3"1,0 2-1,-4 2 1,3 2 89,0 1 0,2 1 1,2 1-1,-2 3-187,0 0 0,0 2 0,3 2 0,0-1-745,0-2 0,0-2 0,1 1 0,1 0-917,1-3 1,1-4 1464,-4-2 0,-5 1 0,0 3 0</inkml:trace>
  <inkml:trace contextRef="#ctx0" brushRef="#br0" timeOffset="3720">2171 391 7538,'4'-10'325,"-2"3"296,5 1 0,0 2 0,3-1 0,1-1-425,2 1 1,-1 2 0,5-1 0,2 0-654,3-3 1,1 1 0,2 0 456,0-2 0,2-5 0,-1-3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08:04.3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181 31 7794,'-9'-7'-69,"2"1"0,-1 2 0,1-1 290,-2 0 0,-1 2 0,0 3 0,0 0 171,0 0 1,-1 6-1,-1 2 1,-2 7-220,2 4 1,1 0 0,1 8 0,0 5-93,0 3 1,4 5 0,3 2 0,2 3-67,1 0 1,1 2 0,2 1-1,5-3-422,4-1 0,5-12 1,5 2-1,3-5-371,0-8 0,2-8 0,2-10 778,-2-2 0,6-10 0,-2-2 0</inkml:trace>
  <inkml:trace contextRef="#ctx0" brushRef="#br0" timeOffset="415">331 211 7853,'0'-7'0,"0"1"0,0-2 85,0-1 0,1-1 0,3 0 1,2 0 189,3 0 1,2 2-1,3 0 1,2 0-55,3 0 0,1 4 0,0 1 1,0 3-1,0 3 1,-4 4 0,-3 6-1,-3 5-24,-3 4 1,-3 1 0,-4 3 0,-1 2-434,-2 1 0,-6 2 0,-6 0 0,0 0 66,-3-2 0,-1-2 0,-1-1 0,0-5 189,0-4 0,5-8 0,1 1 235,3-1 1,4-4 0,2-3 0,0-4-238,3-5 0,6 0 0,3-2 0,4-2-410,3 0 0,4-1 0,-2-1-35,3-4 1,1 1 0,0 0 0,0-1 0,1 0-1474,3 1 1901,1-1 0,1-7 0,-2-2 0</inkml:trace>
  <inkml:trace contextRef="#ctx0" brushRef="#br0" timeOffset="737">901 61 7932,'-10'-3'675,"0"-1"0,0 2-255,0 1 0,5 2 0,0 1 0,2 4-206,0 3 0,-1 0 0,4 7 0,0 3-46,0 3 1,4 4 0,0 5 0,2 2-454,1 4 0,1-1 1,0 0-1,-3 2-373,0 1 1,-1-7-1,-1-3 1,0-3-1697,-1-4 2354,-1-5 0,-5 2 0,-2-4 0</inkml:trace>
  <inkml:trace contextRef="#ctx0" brushRef="#br0" timeOffset="868">781 311 7932,'0'-10'30,"0"0"0,1 3 0,3 2 132,2 0 1,4-1-1,3 1 1,1 0-263,2-3 1,-3 2 0,4 1-711,0 0 0,2-2 810,1 0 0,0-2 0,0-1 0</inkml:trace>
  <inkml:trace contextRef="#ctx0" brushRef="#br0" timeOffset="1529">1091 81 7932,'-9'16'816,"2"-3"0,1-1-516,2 1 0,-1 0 0,3 3 1,-1 3-95,0 3 0,2 1 0,1 2 0,0 2-174,0 2 1,4-5 0,0 5 0,1-2-93,-1-2 1,3-6 0,-3 0 0,1-3-203,-1-4 0,0-5 0,0-5 0,1-4 50,1-5 1,3-2-1,-4-2 1,2-3 74,0-6 1,-1-2-1,4-3 1,0-1 87,0 1 1,0 2 0,0 1 0,0 3 186,0 3 1,0 3-1,0 0 146,0 2 0,-4 7 0,-3 4 0,-2 6-215,-1 6 1,0 5 0,0 5 0,0 3-315,0 0 1,0-2 0,0 0 0,0-2-391,0-1 0,0-4 1,0-3 97,0-2 1,1-5 0,3-3 536,2-2 0,2-5 0,0-3 0,-1-2-53,0-1 0,2 0 1,1 0-1,0 0 231,0 0 0,2 0 0,0 0 0,1-1 136,-1-2 1,3 0 0,-2-2 0,0-1-82,2 1 0,-7 1 0,1-1 1,-4 0-84,-3 3 0,-1 0 1,-2-1-5,-2-4 1,-4 6 0,-5 2 0,-2 3 141,-2 4 0,4 2 0,-1 3 0,1 4 99,2 2 1,0 5 0,2 4 0,0 4-283,1 5 1,5 2 0,-1 1 0,1 1-185,2 3 0,0-3 1,2 1-1,2-4-706,6-5 1,1-6-1,5-5 1,-1-4-255,1-5 1,-1-7 0,3-8 1038,-1-6 0,-1-7 0,4-5 0</inkml:trace>
  <inkml:trace contextRef="#ctx0" brushRef="#br0" timeOffset="1906">1511 241 7932,'0'10'350,"0"0"0,-1 1-25,-2 2 1,2 0 0,-4 3-1,2 3-89,0 4 1,-2-1-1,3 4 1,-1 1-62,1-1 0,0 1 0,2-3 1,0-2-102,0-1 0,0-5 1,0-3-279,0-2 0,4-6 0,0-5 16,2-6 1,-3-7 0,3-4 0,-1-3-48,1-3 1,0 0 0,3-3 0,-1-2 120,-1-1 1,-1 2-1,4 2 1,-1 1 157,-2 6 1,2-1-1,-2 6 193,1 5 0,1 4 0,-1 11 0,-2 7 15,-2 7 1,1 6 0,-3 5-1,1 2-163,-1-2 0,-1 0 0,-1-1 1,2 0-500,1-2 1,-2-9 0,3-2-1,0-5-1163,-1-4 0,5-5 1573,-1-1 0,-3-6 0,1-3 0</inkml:trace>
  <inkml:trace contextRef="#ctx0" brushRef="#br0" timeOffset="2327">1912 211 7932,'-10'-6'325,"1"1"1,1 3-1,2-3 402,2 0 1,-1 1 0,3-2-297,-1-2 1,0 2 0,4 1 0,2 0-258,4 3 0,5 0 1,1 0-1,1-2-199,0 2 1,-2 1-1,4 1 1,-1 0 0,0 0-1,-1 1 1,-2 1 0,0 3-507,-2 0 1,-4-1-1,0 2 1,-1 2 389,1 1 1,-4 1 0,2 0-1,-3 1 164,-1 2 1,0-1-1,-1 1 1,-2-1 88,0 1 1,0 0 0,3 3 81,0 2 1,3-3 0,1-2 0,2-1-162,2 2 0,1-2 0,1 3 0,0 1 180,0-1 1,-4 2-1,0 2 1,-2-2-41,-1-4 1,-2-1 0,-1 0 0,-1 3-102,-3 0 0,-1-6 0,-5 0 0,-1-2-321,-3-2 0,2-2 0,-4 0 0,1-3-672,-1-3 1,6-1-1,-1-5 1,1-2 220,2 0 0,5-4 0,0-2 0,2-3 700,1-3 0,0 2 0,4-13 0,2 3 0</inkml:trace>
  <inkml:trace contextRef="#ctx0" brushRef="#br0" timeOffset="2460">2122 171 7932,'10'-9'-424,"0"1"868,0 2 0,0 3 1,0 0-1,0 3-26,0 3 1,0 4 0,0 5 0,0 4 427,0 3 0,0 0 0,0 7 0,0 2-346,0 1 1,-4 5 0,1 3 0,0 3-368,-2 4 1,0-3-1,-5 1 1,-1-3-681,-3-3 0,-2-3 0,-7-1 0,-1-3-228,-2-2 1,0-9 0,-4 1-1,0-3-962,0-4 1737,0-1 0,-9 4 0,-2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17.2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12 7853,'-2'-6'2744,"-2"2"-2420,3 2 0,-4 9 1,5 6-1,0 10 1,0 10-78,0 9 1,0 9 0,1 11 0,2 4-471,1 5 1,1-9 0,-2 2 0,2-10-577,2-5 0,-5-12 0,4-6 0,-2-9-1820,0-6 2619,5-8 0,-3-3 0,6-5 0</inkml:trace>
  <inkml:trace contextRef="#ctx0" brushRef="#br0" timeOffset="300">228 120 7853,'11'0'0,"-3"4"0,0 1 0,2 1 653,0 4 0,2 0 0,0 4 0,0 2-10,0 3 1,0 9 0,-1 4 0,-3 4-538,-5 4 1,-1 2-1,-2 3 1,-2-1-156,-1 0 1,-4-10-1,-6 7 1,-3-6 4,-4-2 0,-3-8 0,-1-4 0,2-5-187,2-5 1,-1-6 0,5 2 345,1-2 0,3-6 0,4-7 0,4-3 212,3-1 1,2 0 0,3-1 0,4-1-71,3-2 0,5-4 1,1 2-1,2 1-515,2 0 1,-3-3 0,2 4-531,2 2 1,4-4 0,3 1 0,0 0 0,2 0-1143,-1 2 0,2-4 1930,4 0 0,0-4 0,0-1 0</inkml:trace>
  <inkml:trace contextRef="#ctx0" brushRef="#br0" timeOffset="617">765 24 7853,'-12'12'0,"-4"1"0,0 3 0,1 5 1359,2 6 0,6 1 0,3 6 0,3 6-576,1 5 0,1-4 1,3 6-1,4-2-501,3 1 1,5-6-1,0 2-401,-2-7 0,-2-3 0,-2-6 0,-2-1 0,-1 2-366,0-2 1,-2-9-1,-5-4-209,0-1 0,-5-6 0,-3-2 0,-2-6 433,-2-5 1,0-4-1,0-4 1,0-4 326,0-2 1,1-4 0,3 0 0,4-3 37,3-2 1,1 1-1,0-1 1,1 5 474,3 1 0,4 7 0,7-6-830,1 2 1,1 1 0,-1-1-1,2 4-287,1 1 1,8-3 0,-4 4 0,3 3-2302,-1 3 2839,-1 0 0,0 3 0,-1-5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16.3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1 155 7853,'0'13'62,"0"3"-62,0 4 0,1 7 0,2 2 1,1 1-1,0 4 61,1 0 0,-4 2 0,5-2 0,-2 0-335,0-3 0,0-8 1,-4-1 273,0-3 0,5-3 0,2-4 0</inkml:trace>
  <inkml:trace contextRef="#ctx0" brushRef="#br0" timeOffset="132">132 0 7853,'-12'0'-29,"4"4"1,0 1 0,0 2-30,2 2 1,-4-2 0,6 1 0,2 2-229,0 5 1,4-2 0,2 2 285,4-6 0,2 7 0,2-3 0</inkml:trace>
  <inkml:trace contextRef="#ctx0" brushRef="#br0" timeOffset="333">347 60 7853,'0'29'107,"0"-3"0,0 6 0,0 1 519,0 2 1,5 2-1,5 0 1,3 3-30,3 2 1,4-5-1,-4 9 1,-2-5-256,-1-3 1,-5-3 0,-1 4 0,-2-1-61,-2-3 0,-3-4 0,-5-5 1,-7-4-526,-7-7 1,-1-3 0,-2-4-440,-4-4 0,0-4 0,1-4 0,-2-4 0,-2-4-2157,-1-3 2839,8-4 0,-11-15 0,8-4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14.3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18 238 7853,'-5'-7'640,"3"1"28,-2 2 1,2 2-287,-2-2 1,4 10 0,0 6 0,6 8-179,5 6 1,2 2 0,2 8 0,1 4-116,-2 1 0,5 5 0,-1-3 0,2 0-103,0 1 1,-5-7 0,2-2-1,-1-10-105,0-8 1,-3-9-1,-2-5-25,2-6 0,0-9 0,-3-8 1,-4-5-64,-1-7 1,5 3 0,-4-9-1,2-2-197,0-1 1,-4 5-1,4-3 1,0 1-470,-1 1 1,3 4 0,-2 4 872,3 3 0,1 0 0,0 7 0</inkml:trace>
  <inkml:trace contextRef="#ctx0" brushRef="#br0" timeOffset="283">567 501 7853,'12'0'613,"-3"0"1,3-2 46,5-2 0,-1-4 1,0-8-1,-3-5-396,-1-5 1,-1-5 0,-3-5 0,-3-1-245,1-3 1,-5 2 0,2-3 0,-6 2 144,-5 5 1,-4 11 0,-4 5-1,-4 7-180,-2 7 1,2 6 0,0 4 0,-1 9 170,-2 6 1,5 3 0,2 10 0,1 5 100,-1 2 1,8 3 0,0 3 0,6 3-360,2 1 1,1-2 0,3 2 0,5-6-325,6-5 0,3-7 0,6-4 0,0-4-1133,0-6 0,1-10 0,0-6 1559,-1-6 0,8-9 0,-7-7 0</inkml:trace>
  <inkml:trace contextRef="#ctx0" brushRef="#br0" timeOffset="533">901 286 7853,'0'41'200,"-4"-3"1,0 3-1,0-1-68,-1-1 1,4-7 0,-5 6 0,2 0 591,0 0 0,-1-5 0,2-4 0,-1-1 128,2-2 0,-1-10-754,-1 0 0,3-9 1,-2-11-1,4-6-37,3-4 1,2-5 0,-4-6-1,4-3-279,0-4 0,-2-3 1,3-2-1,0-2-328,-1 1 1,1 6-1,2-7 1,-1 1-687,1 1 0,2 2 1,1 2 722,0 0 0,0-3 0,1 7 509,3-2 0,-3 5 0,4-3 0</inkml:trace>
  <inkml:trace contextRef="#ctx0" brushRef="#br0" timeOffset="749">1128 83 7853,'-1'8'114,"-2"0"0,-1 1 380,1 2 0,2 2 0,1 2 0,0 3 22,0 5 1,1-1 0,5 10-1,4 2-226,5 5 1,6-1 0,-2 5 0,1-2 40,-1-3 0,-4 1 0,1-2 0,-4 0-155,-4-2 0,1-8 0,-5 0 1,-3-4-191,-3-4 0,-2-8 0,-7 0 0,-2-5-560,0-3 0,-5 0 1,1-1-1,-1 2-154,-4-1 1,5-7 0,1-4 0,3-4-2606,1-4 3333,0 3 0,0-15 0,0 3 0</inkml:trace>
  <inkml:trace contextRef="#ctx0" brushRef="#br0" timeOffset="898">1391 310 7853,'11'17'677,"-4"1"1,-3 8 0,-3 1-34,-1 5 0,0-1 1,0-1-1,0 1-593,0-1 0,0 1 0,0 1 0,0-4-3117,0-3 698,0-7 2368,0-11 0,6-19 0,0-13 0</inkml:trace>
  <inkml:trace contextRef="#ctx0" brushRef="#br0" timeOffset="1031">1510 119 8752,'-7'0'-855,"2"5"1,6 2 854,3-1 0,3 5 0,5-5 0</inkml:trace>
  <inkml:trace contextRef="#ctx0" brushRef="#br0" timeOffset="1282">1701 190 7853,'0'24'372,"-2"1"1,-1 3 0,-4 3 479,0-1 1,2 1 0,5-5 0,0 2-288,0-1 0,1-8 0,3-3 1,4-4-528,3-4 1,2-2 0,2-6 0,2 0-246,1 0 0,-2-10 0,3-4 0,-2-7-308,-2-9 1,-3 0-1,-4-5 1,-4-2 10,-3 0 0,-1 4 0,-1 2 0,-3 2 271,-4 3 1,-3 2 0,-1 5 0,0 6 6,0 4 0,-4 5 0,0-3 1,2 2-179,1 2 0,2 3 0,2 3 88,1 1 0,5 1 0,0-2 316,6 1 0,4 0 0,5-4 0</inkml:trace>
  <inkml:trace contextRef="#ctx0" brushRef="#br0" timeOffset="1582">1904 59 7853,'12'0'-184,"0"5"0,0 3 872,-1 3 0,1 2 0,-1 3 0,-3 5 54,-4 6 0,1 1 1,-1 6-1,-1 5-289,-2 2 0,-1-2 0,0 4 1,0-2-135,0-3 0,0-6 0,0-5 0,0-6 181,0-5-669,0-3 1,0-7 0,0-6 0,0-8 38,0-7 0,2-5 0,0-8 1,3-6-366,2-9 1,0-2 0,2-8 0,-1 1-28,1 2 0,3 12 0,3-5 1,2 3 498,2 3 1,0 7 0,5 7 0,2 10 161,1 8 0,-1 15 0,0 11 0,-5 14 322,-5 11 1,-2 6-1,-3 9 1,0 5-473,-3 2 0,-3-8 0,-5-3 0,0-4-1069,0-3 1,0-14 1079,0 0 0,-5-19 0,-2-6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12.0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11 7943,'-1'-6'1017,"-3"2"1,3 4-665,-3 4 0,6 4 1,4 9-1,0 7 32,4 6 1,-4 13 0,2 7 0,2 11-215,0 8 1,-3 5 0,-2 10 0,-1 0-118,0-1 1,0-7-1,-4-5-79,0-4 1,0-6-1,0-15 1,0-5-1,1-9-3813,3-11 3291,-2-12 0,3-9 0,-5-9 547,0-5 0,-11-10 0,-2-7 0</inkml:trace>
  <inkml:trace contextRef="#ctx0" brushRef="#br0" timeOffset="534">11 83 7804,'-5'-5'452,"5"-3"1,5 1-1,9-1 1,2 0-216,4 2 0,2-4 1,2 6-50,0 2 0,5 0 1,1 4-1,1 2 0,-2 4 208,0 2 1,-7 6 0,0 1 0,-3 2-189,-5 2 0,-6 3 0,-4 3 0,-5 2-156,-7 1 1,-5 2 0,-11 3 0,-3-2 55,-5-1 1,3-10 0,-9 1-51,-1-5 1,4-3 0,4-6-1,6-2 1,2-2-100,6-2 0,4-3 7,5-4 0,9 2 1,11-2-18,7 3 0,8 5 0,5 3 0,3 2 0,2 4 47,3 0 0,-2 2 0,5 0 0,-2 2-113,-3 1 0,-5 2 0,-2 4 0,-3 1 221,-6 3 0,-7 3 1,-9 3 167,0-2 1,-8 7 0,-7-4-1,-5 0 1,-8-3-20,-4-5 0,-1-8 1,-5 4-1,-2-5-15,-4-3 1,4-7 0,0-4 0,1-3-945,-2-1 1,6-7-1,-5-3-157,3-5 1,6-5 0,6 2 0,6-3 0,2-5-914,6 1 1,4 0 1775,5 1 0,8 0 0,6 0 0</inkml:trace>
  <inkml:trace contextRef="#ctx0" brushRef="#br0" timeOffset="899">763 393 7853,'-25'0'441,"-3"0"0,2 4 1,-5 3-1,1 2 404,-1 5 1,5 1-1,-1 1 1,5 6-317,2 4 0,11 1 0,1 4 1,5 3-217,3 0 1,7-3-1,4-4 1,9-1-519,7-2 1,3-6-1,5-3 1,-1-6-302,2-5 0,-3-9 0,7-7 0,-1-8-283,0-7 1,-6-1-1,1-6 487,-8-3 1,1-7 0,-9 0-1,0-2 1,-5-2 347,-4 0 0,-6 7 0,1 7 1,-3 9 523,-1 7 0,-5 13 1,-3 10-1,-2 14 3,3 10 0,-3 11 0,6 4 0,0 2-256,-1 2 0,4-6 0,-3-2 0,2-3-699,2-1 0,2-6 0,2-3 0,4-7-1603,2-8 1,3-2 0,2-6 1984,1-1 0,5-7 0,-2-3 0</inkml:trace>
  <inkml:trace contextRef="#ctx0" brushRef="#br0" timeOffset="1133">1217 167 7853,'-12'5'0,"0"4"498,0 6 1,-4 1 0,2 6-1,2 5 650,2 2 0,8 3 0,-2 5 0,4 1-694,4 2 1,4 1 0,6-4 0,4 1-306,0-4 0,2-6 1,3 0-1,-4-2-340,-3 2 1,-2-5 0,-4 3 0,-2 1-142,-4-2 0,-3-4 0,-1-2 0,-1-2-215,-3-3 0,-6-2 0,-6-4 0,0-4-330,-2-2 0,5-4 1,-3-2-1,3-5-1393,1-6 2270,5 2 0,-8-15 0,1 3 0</inkml:trace>
  <inkml:trace contextRef="#ctx0" brushRef="#br0" timeOffset="1266">1408 477 7853,'0'12'250,"0"5"0,0 4 0,0 6 314,0 5 1,0 3 0,0 4-1,0 2-687,0 1 0,0-7 0,0-1 0,0-3-531,0-5 1,1-11 0,2-10 653,1-10 0,5-14 0,-2-11 0</inkml:trace>
  <inkml:trace contextRef="#ctx0" brushRef="#br0" timeOffset="1415">1468 310 7853,'-8'-4'-57,"0"0"0,5 5 0,0 7-160,6 3 0,4 1 0,5 0 0,1-2 217,3-2 0,-2 1 0,5-5 0,-1-1 0,1-2 0,1-1 0,4 0 0</inkml:trace>
  <inkml:trace contextRef="#ctx0" brushRef="#br0" timeOffset="1549">1694 286 7853,'-9'12'419,"-3"0"1,-2 0-1,2 1 1,0 3-1,0 5 981,0 6 1,0 1-1,0 6-706,0 3 1,5 6-1,3-2 1,3 0-1,4 1-407,5 1 1,1-10 0,12-1 0,3-7-673,3-5 0,6-4 0,-3-8 0,2-4-518,0-3 0,0-12 0,2-6 903,-2-8 0,2-6 0,-3-4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24.4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189 525 7853,'-1'-26'85,"-3"3"1,-4 5 296,-3 3 1,2-2 0,-2 2 0,-2 3 12,0 3 1,-2 6-1,1-1 1,-4 4-13,0 4 1,3 4 0,1 9 0,3 7-128,3 7 1,5 3 0,1 2-1,4 1-173,6 3 1,3-2 0,1 5-1,1-2-14,3-3 0,-1-4 0,5-5 0,1-1-135,1-2 0,-3-7 0,-3 3 0,-3-2-95,-1-1 0,-5-9 1,-3 2-106,-3-1 1,-2-6-1,-5 1 1,-4-3-137,-5 1 1,-2 0 0,2-4 0,-2 0-395,-2 0 0,9 0 0,-2 0 0,1 0 796,1 0 0,3-5 0,2-1 0</inkml:trace>
  <inkml:trace contextRef="#ctx0" brushRef="#br0" timeOffset="351">428 573 8090,'-12'5'588,"1"-1"0,3 7 0,4 3-322,3 4 1,1 2 0,0 3 0,1 3-69,3 1 0,3 0 0,5 3 1,1 0-444,3-4 0,3-5 0,4-2 0,1-2 142,0-2 1,-3-7 0,1-4 0,0-4-186,-1-4 0,-3-10 0,0-9 0,-1-9-183,-2-7 1,-7-4 0,-4-8 0,-3-1 517,-1 2 0,0 1 0,0 5 0,0 6 663,0 6 1,0 21-168,0 7 0,0 15 0,0 17 0,0 5-314,0 5 0,4 5 0,2 3 1,-1-1-429,0-1 0,4-5 0,-2-1 0,1-5-979,0-5 0,0-12 0,4-5-563,0-5 1741,0-12 0,0-8 0,0-10 0</inkml:trace>
  <inkml:trace contextRef="#ctx0" brushRef="#br0" timeOffset="717">917 310 7853,'0'16'0,"0"-1"0,0-1 207,0 0 0,0 3 1,0 0-1,0 2 458,0 2 0,4 1 0,0 4 0,-1 0-212,-2 2 1,-1 5 0,0-2 0,1-1-345,3-2 0,-2-1 0,2-2 0,-3 0-100,-1-2 1,1-8 0,2 1 0,1-2-233,-1-2 1,-2-7 0,0-5-159,3-7 1,-2-5 0,3-4 0,-1-4 103,0-2 0,5-2 1,-1 0-1,3 2-47,1 2 0,1 3 1,1 5-1,4 1 319,0 3 0,-3 3 0,2 6 0,-1 3 229,0 4 1,0 4 0,-4 4 0,0 4 329,0 2 1,-6 3 0,-2 2 0,-2 1-178,-2-2 1,-6 1 0,-2-2 0,-4 0-238,-4-2 0,3-9 0,-4-2 0,1-5-50,0-2 1,-1-5 0,2 0-1,-1-6-1324,2-5 0,5-2 0,2-3 1,2-4 89,2-3 0,2 1 0,2 1 1144,3 1 0,3-5 0,4-6 0</inkml:trace>
  <inkml:trace contextRef="#ctx0" brushRef="#br0" timeOffset="967">1335 275 7495,'0'-7'1930,"-4"11"0,0 9-1554,1 4 0,2 3 1,1 5-1,1 3-144,3 4 1,3 0 0,5 2 0,-2 4-165,-2-1 0,3-3 1,-3-1-1,1 2-100,-1-2 0,1-4 1,-5 2-1,-1-2-122,-2-3 0,-2-6 0,-3-4 1,-3-3-235,1-1 0,-5-5 1,3-3-1,-2-3-341,-2-1 1,0-5 0,1-4-1,2-5-407,1-1 0,5-8 1136,-1-1 0,3-5 0,1-7 0</inkml:trace>
  <inkml:trace contextRef="#ctx0" brushRef="#br0" timeOffset="1167">1538 239 7853,'0'17'360,"0"-2"0,0 3 0,0 2 307,0 3 1,0-5-1,0 9 1,0 2-212,0 4 1,1 1 0,2 10-1,1 1-329,-2 2 0,4 0 1,-2 0-1,0-2-1307,1-1 1,-4-15 0,3-3-633,-2-6 1,-2-10 1811,0-10 0,-11-11 0,-2-8 0</inkml:trace>
  <inkml:trace contextRef="#ctx0" brushRef="#br0" timeOffset="1284">1502 501 6970,'8'-4'39,"0"0"0,-5-1 1,2 2-1,-1-2 492,0-2 0,5 3 0,-1-3-671,3-3 0,1 4 1,-1-1-1,1 2-1414,0 2 1554,0-4 0,0 1 0,0-6 0</inkml:trace>
  <inkml:trace contextRef="#ctx0" brushRef="#br0" timeOffset="1417">1741 370 7727,'0'13'104,"0"3"0,0-3 0,0 3 0,0-1 547,0 1 1,0 2 0,1 8 0,2 0-555,1 2 0,0 4 1,-3-4-1,2-2-1464,1-1 1,1-7 319,-1-6 0,1-16 1047,3-12 0,-3-16 0,-5-5 0</inkml:trace>
  <inkml:trace contextRef="#ctx0" brushRef="#br0" timeOffset="1533">1812 215 7853,'-8'-7'286,"0"3"-1496,6 3 1210,-4 1 0,12 0 0,0 0 0</inkml:trace>
  <inkml:trace contextRef="#ctx0" brushRef="#br0" timeOffset="1700">1955 131 8084,'4'8'0,"0"0"486,-1 1 0,-2 2 0,-1 1 0,0 1 63,0 3 0,2 3 0,0 5 0,4 2-363,0 6 0,-2 0 0,3 9 0,-2 0-352,-2 3 0,0 2 0,-1 2 0,2-2-802,-1-2 0,-2-4 0,-2-10 0,-2-6-1231,-1-6 2199,-5-11 0,-3-1 0,-7-6 0</inkml:trace>
  <inkml:trace contextRef="#ctx0" brushRef="#br0" timeOffset="1850">1896 537 7853,'0'-12'-153,"0"4"1,0 0 0,1 0 635,3 2 0,-1-5 0,3 3 1,1-3-246,0 0 1,1-1 0,4 0-1,-1 0-452,1 0 1,2 4 0,0 0 0,2 0-368,-1 1 0,-2-2 0,-1 5 1,0 0 580,0-1 0,0 3 0,0-3 0</inkml:trace>
  <inkml:trace contextRef="#ctx0" brushRef="#br0" timeOffset="2133">2111 275 7715,'0'11'18,"0"1"704,0 0 0,-4 2 1,0 0-1,1 3-215,2 2 1,1-3 0,0 4-1,0 2-351,0 5 0,5-2 0,3 3 1,3-4-269,1-4 0,-1 1 1,1-7-1,0-3-181,0-6 1,2-5-1,0-4 1,2-5-131,-1-5 0,-6-10 0,-2-7 0,-1-1 180,1 1 1,-5 0 0,2 1 0,-2 4 662,-2 5 0,0 7 0,0-2-30,0 2 1,0 9-1,0 5 1,0 8-94,0 7 0,1 4 0,2 8 1,2 2-642,2 2 0,-3-3 1,2 2-1,1-1-791,0-2 1,-4-7-1,5-6-1097,2-5 2232,0-9 0,2-11 0,0-8 0</inkml:trace>
  <inkml:trace contextRef="#ctx0" brushRef="#br0" timeOffset="2316">2516 0 8283,'0'12'0,"0"0"820,0 0 0,-4 1 0,0 3 0,2 5-51,0 6 1,2 3-1,0 6 1,2 3-656,2 4 1,-2-2-1,5 8 1,0 1-172,-1-1 0,-3-2 1,2 6-1,-1-2 262,0-5 0,0-11 0,-4-5 0,0-7 325,0-7-530,0-8 0,-5-8 0,-2-7 0</inkml:trace>
  <inkml:trace contextRef="#ctx0" brushRef="#br0" timeOffset="2450">2504 418 8063,'0'-12'581,"0"0"1,4 0 0,2 0-184,0 0 1,-3 4-1,2 1 1,1 1-618,2-1 0,-2 3 0,2-2 0,1-1-829,2 0 0,0 3 1,-2-2 1047,-1 0 0,0-3 0,4 3 0</inkml:trace>
  <inkml:trace contextRef="#ctx0" brushRef="#br0" timeOffset="2600">2695 286 8215,'0'16'482,"0"0"0,0 6 1,0-4-1,0 2-219,0 0 1,0-4 0,0 4-1,0 1 43,0 1 1,0 1 0,0-3 0,0-4-1010,0-3 1,2-2-1,0-5-3125,2-6 3828,0-5 0,2-18 0,0-2 0</inkml:trace>
  <inkml:trace contextRef="#ctx0" brushRef="#br0" timeOffset="2718">2767 191 6506,'0'7'-213,"-5"-2"1,-2-5 0</inkml:trace>
  <inkml:trace contextRef="#ctx0" brushRef="#br0" timeOffset="2950">2863 191 7853,'0'24'0,"0"1"0,0 3 0,-4 1 0,0 6 0,1-1 0,2 3 1283,1 0 0,1 2 1,3-2-1,4-1-855,2-6 1,4-9 0,0-6 0,4-6-1006,0-5 0,-3-14 0,1-10 0,-3-9 611,-1-6 1,-6-2-1,-2 0 1,-2-2-577,-2 1 1,-2 3 0,-2-3-1,-3 4-298,-4 2 1,-1 9 0,0 1 0,-1 2 645,-3 1 0,3 3 0,-3-1 0,2 4 8,2 6 1,5 3 185,-1 0 0,5 3 0,-2-5 0</inkml:trace>
  <inkml:trace contextRef="#ctx0" brushRef="#br0" timeOffset="3267">3065 84 7547,'0'23'29,"6"-4"0,-5 4 1,3-4-1,-3 3 1,-1-1-1,2-1 1,0 2 1412,2 5 0,0-5 1,-2 5-1,0-1-1026,2 0 1,2 0 0,-4 1 0,2 1-279,-1-2 0,2-1 1,-1-2-1,-1-3 157,-2-4 0,0-8-461,3-4 1,-2-4 0,2-6-1,-3-6-172,-1-6 0,4-6 1,0-4-1,-1-4 31,-2-2 0,3 2 1,1 1-1,1 1 118,-1-1 0,4 9 0,-2-1 0,1 3 285,0 2 1,-4 7-1,4-1 1,1 3 390,2 2 1,-4 7-1,1 10 1,2 4-160,0 6 0,-2 8 0,-1 2 0,-2 4 20,-2 1 0,0-1 1,-1 7-1,2-2-847,-1 1 0,-1-4 1,1-7-1,2-2-1600,2-5 1,-3-10 2098,4 0 0,0-13 0,4 0 0</inkml:trace>
  <inkml:trace contextRef="#ctx0" brushRef="#br0" timeOffset="3384">3531 454 7853,'0'11'701,"0"1"1,0 2-1,0 0-194,0 2 0,-1-1-1309,-3-7 802,2-3 0,-14-10 0,3-2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23.5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82 203 7161,'1'-12'119,"3"0"0,-3 5 0,3-1 529,-2-2 1,-4 4-1,-2-1-179,-4 2 0,-2 2 1,-2 7-1,1 4-90,3 3 1,-2 6 0,3 3-1,-1 5-9,0 7 1,5 2 0,1 13-1,4 2-147,6 0 1,8 1-1,4-1 1,4-1-276,4-6 1,2-8 0,6-9 0,1-9-452,3-12 0,-5-15 1,2-14-1,-3-11 46,-5-10 0,-7-7 0,-8-7 0,-4-1 247,-6-3 1,-3 7 0,-4 2 0,-5 7 62,-8 9 0,-5 14 0,-4 4 1,-3 6 514,-4 9 0,3 3 0,1 3 0,3 0-130,1 0 1,2 5 0,2 5-1,5 3-748,6 3 0,4 4 0,5-3 1,2 2-341,6 2 0,1-4 0,13-1 0,3-3 850,5-1 0,0-5 0,9 3 0,-2-3 0</inkml:trace>
  <inkml:trace contextRef="#ctx0" brushRef="#br0" timeOffset="167">655 0 7853,'-8'2'1480,"0"3"1,-2 7-581,0 7 1,2 10 0,1 7-1,2 9-500,2 9 0,2 3 0,1 9 1,0-2-609,0-6 1,1-3 0,3-10 0,3-4-833,0-5 0,3-12 0,-2-2-2324,3-3 3364,-5-9 0,0-10 0,-6-6 0</inkml:trace>
  <inkml:trace contextRef="#ctx0" brushRef="#br0" timeOffset="301">499 502 7853,'0'-12'0,"-1"0"1380,-3 0 0,4 5-709,0 3 1,5 3-1,7 1 1,2 0-637,2 0 0,2 0 0,7-1 1,3-2-850,4-1 1,-1-4 0,0 3 813,2-2 0,2-1 0,1-4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21.0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0 142 7853,'0'-12'0,"0"0"952,0 0-489,0 6 1,4 6 0,0 9 0,0 7-180,2 8 0,-4 6 0,5 9 1,-2 2-274,-2 1 1,-2-2 0,-1 3 0,0-1-64,0 0 1,0-3 0,0-1 0,0-3 22,0-3 1,-4-14-1,-1-1 118,-2-5 0,5-5-115,-2-11 1,2-8 0,2-9 0,0-6 0,2-4 106,2-4 0,2-2 0,7-1-74,3-2 1,-1-4 0,4 3 0,-1 1-1,1 3-451,2 6 1,-3 9 0,1 3-1,0 2-508,-1 2 1,-2 8 0,3 3 490,-2 2 0,3 2 0,-4 0 461,-2 0 0,0-5 0,-3-2 0</inkml:trace>
  <inkml:trace contextRef="#ctx0" brushRef="#br0" timeOffset="231">346 202 8025,'-4'17'0,"-1"3"0,-1 3 0,-4 2 444,0 3 1,2-1 0,1 7 0,2 1 0,2 0 0,2 1-1,1-6 1,1-2 54,3-5 1,0-3-1,7-2 1,2-6-460,0-7 0,4-10 1,1-7-1,0-6-135,3-5 1,-2-9-1,0-6 1,-2-10-296,-3-5 1,0-3-1,-4-1 1,-2 4 189,-4 5 0,-2 11 0,-4 0 143,-2 3 0,-2 4 0,-8 13 0,0 7 0,-3 3-429,-2 4 0,4 6 0,1 2 74,5 2 0,-1 1 1,6 4-1,2 0 1,0 0 411,2 0 0,0 5 0,0 1 0</inkml:trace>
  <inkml:trace contextRef="#ctx0" brushRef="#br0" timeOffset="532">597 118 7853,'-12'18'0,"2"1"569,2 4 0,-3 2 0,4 2 0,1 2-69,2 1 0,2 4 0,2 3 0,0 0-269,0-3 0,7-4 0,4 0 1,3-2 17,1-6 0,3-3 0,1-8 0,1-3-318,0-4 0,-4-10 0,4-7-702,1-10 1,-3-6-1,1-8 1,-2-3 0,-4-3 322,-3-4 0,-1-1 0,-5 3 0,0 4 804,1 5 0,-3 14 0,2 2 306,-3 5 0,-2 10 0,-2 6 0,-2 11-226,-2 11 1,4 7 0,-1 10 0,3 4-646,1 2 1,0 2 0,0-2-1,0 0-784,0-3 1,1-10 0,3-1-171,4-5 0,-1-10 1163,1-5 0,0 0 0,4-5 0</inkml:trace>
  <inkml:trace contextRef="#ctx0" brushRef="#br0" timeOffset="866">931 166 7853,'0'12'670,"0"0"1,0 1 0,0 2-1,-1 2-187,-3 2 0,3 4 0,-3 7 0,2 0-62,2 3 1,0-4-1,0 1 1,0-4-218,0-2 0,0 3 0,0-9-55,0 1 1,2-7-378,2-8 1,-2-10 0,5-6-1,0-7-36,-1-8 1,1-5-1,2-6 1,-1-3 8,1-2 1,2 1 0,1-2 0,0 5 126,0 6 0,-4 4 0,0 7 1,1 2 421,2 4 1,-3 8-1,-2 5 1,1 7 58,-1 8 1,-3 12 0,1 10-1,-1 8-318,1 4 0,-3 0 0,3 7-304,-3-3 0,-1 0 0,0-8 1,0-1-1,2-5-149,2-7 1,-2-10 0,6-7 0,2-8-862,0-7 0,3-10 1279,3-11 0,-2-5 0,3-7 0</inkml:trace>
  <inkml:trace contextRef="#ctx0" brushRef="#br0" timeOffset="1382">1277 130 7853,'0'-12'305,"0"0"2113,0 0-1559,0 6 1,0 19 0,0 11-401,0 3 1,0 0 0,2 0 0,0 1-258,2-2 1,4-1-1,-2-1 1,-1 0-276,0 0 0,3 0 1,-2-2-1,0 0-133,3-2 0,-3-1 0,-1 4 0,-1-2-6,0-1 1,0-5 0,-3-1 0,2-3-162,1-3 943,0-5-454,-4 2 1,0-6-53,0-3-54,0 2-73,0-3-48,0 5-520,0 0 373,-5-5 0,2 2 1,-5-5 172,-1-1 1,2 3 0,-1 2-1,-1 3 149,-2 1 1,-5 0 0,0 0 0,0 1 111,-1 3 1,4 4-1,-3 7 1,1 4 94,0 3 1,5 1 0,0 7-1,2-1 186,1-2 0,4-3 0,1-4 0,4-3-412,6 0 0,0-8 0,3 2 0,4-4-416,2-5 1,-1-6 0,2-5 0,1-6-152,-1-5 0,-2-3 0,3-4 0,-1-3-1418,1-5 1,-3 6 0,2-6 1939,0 5 0,3-3 0,-2 2 0</inkml:trace>
  <inkml:trace contextRef="#ctx0" brushRef="#br0" timeOffset="1614">1588 178 7853,'-12'0'1601,"0"0"-1111,0 0 0,4 0 0,1 1 0,1 3 90,-1 4 1,3 4-1,-3 5 1,2 7-48,3 7 0,0 5 1,4 2-1,3 3-306,7 2 0,0 0 0,5 4 0,0-1-102,3 2 1,-3-11 0,-1 6 0,-4-4-77,-4-2 0,-3 1 1,-6-4-1,-3-1-30,-4-1 1,-9-7 0,-6-1 0,-3-5-723,-1-2 0,1-9 1,-1-1-1,-1-10-3626,2-9 4329,6-5 0,-3-12 0,5-2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20.1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42 7853,'7'-12'432,"-2"4"1921,-5 0-1972,0 0 0,0 3 1,0 5-1,0 8 1,0 8-14,0 8 1,0 6-1,0 10-371,0 4 0,0 2 0,0 5 0,1 2 0,2 4-826,1 0 1,5-4 0,-1-2 0,4-5-475,4-12 1,-1-13 0,5-9 1302,1-7 0,7-3 0,2-2 0</inkml:trace>
  <inkml:trace contextRef="#ctx0" brushRef="#br0" timeOffset="248">322 364 7853,'-12'24'384,"-4"1"1,1 2-1,-1 2 6,-2 2 1,10-4 0,0 4-1,6-2 244,2-2 1,1-3-1,3-5 1,5-3-661,6-2 0,4-8 0,4-4 0,3-9-353,1-9 1,-1-7 0,2-6 0,-3-5 153,-1-5 0,-6-7 0,-3-1 0,-6-3-26,-5 0 0,-3 6 0,-2 4 108,-3 3 0,-8 5 0,-9 7 1,-6 10-1,-4 7 331,-4 6 1,-1 0-1,2 5 1,1 4-738,1 5 1,11 2 0,1-2-1386,5 0 1934,3 0 0,6 5 0,0 2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0:18.9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24 10132,'0'18'406,"0"2"1,0 7 0,0 7 0,0 4-162,0 6 1,0 8 0,0 1-123,0-3 0,0 4 0,0-9 0,0-2 0,0-3 11,0-6 0,0-11 0,-2-5-402,-2-7 1,3-7 0,-3-9-89,3-7 1,2-3-1,3-8 1,4-3 185,3-3 1,-2-3-1,2-3 1,3 4 40,3 3 1,-1 4 0,3 4 0,-1 5 159,1 6 0,1 4 0,4 6 0,-2 4 278,-2 7 0,-1 7 0,-6 7 0,0 4 219,-2 0 0,-7-2 0,0 3-43,-3-2 0,-2-1 0,-3-5 1,-5 1-1,-5-1-98,-2-3 0,-5-3 0,1-5 0,-2 0-439,-2 0 0,0-6 0,1-2 0,1-2-1382,-2-2 1,7-2-1,-6-2 194,5-4 1,2-2 0,5-3 1239,3-3 0,3-3 0,5-5 0</inkml:trace>
  <inkml:trace contextRef="#ctx0" brushRef="#br0" timeOffset="163">431 383 7853,'0'17'420,"0"-3"0,-2 6 0,0 1-10,-2 2 1,-4 1 0,2-2-1,0 0-443,-4-2 1,1-6 0,0 1-973,1-6 1,5-5-1,-1-9 1005,3-7 0,1-6 0,0-5 0</inkml:trace>
  <inkml:trace contextRef="#ctx0" brushRef="#br0" timeOffset="280">526 36 8033,'-5'7'-194,"3"0"1,-3-5 0,1 4-155,0 0 1,0-2 0,4 4 347,0 1 0,0-3 0,0 4 0,0-3 0</inkml:trace>
  <inkml:trace contextRef="#ctx0" brushRef="#br0" timeOffset="447">753 1 7853,'0'22'377,"0"-2"0,0 8 0,0-2 630,0 2 1,1 0-1,2 7 1,1 2-434,-2 0 1,0 5 0,-2 1 0,0 2-312,0 3 1,0-5 0,0 5 0,-2-6-1163,-2 0 0,3-11 1,-4 0-1,1-9-1318,0-6 1,-5-8 2216,1-4 0,-3-2 0,-1-2 0</inkml:trace>
  <inkml:trace contextRef="#ctx0" brushRef="#br0" timeOffset="580">645 490 7853,'0'-12'396,"2"0"0,0 0 309,2 0 0,2 4 0,-2 0 0,4-1-462,2-2 1,-1-1-1,2 2 1,4 1-794,2 1 1,-1 5-1,4-1 1,1 3-319,1 1 0,-2 0 868,0 0 0,0 10 0,4 4 0</inkml:trace>
  <inkml:trace contextRef="#ctx0" brushRef="#br0" timeOffset="746">1099 359 7853,'-12'21'381,"0"3"1,-4 1 0,-1 9-1,0 2 1,-1 5 612,4 4 0,-5 6 0,1 1 0,-1 3-705,3 2 1,-1-8-1,2 7 1,3-6-1486,3-2 1,3-11-1,-2-6 1196,4-9 0,-3-4 0,0-7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1:40.9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74 12698,'7'0'0,"2"0"305,0 0 1,6-1 0,5-1 0,3-1-198,4-1 1,-1 2 0,6-1 0,-1 0-356,1-2 0,-3 1 0,0-1 0,-2-1-950,-4 0 0,-7 1 0,-2 0-1857,-3-1 3054,-4 3 0,-1-4 0,-2 3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1:42.6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44 7853,'-5'0'1008,"1"0"1,2 1-729,0 1 0,1 2 1,1 5-84,0 0 0,1 4 1,0 4-1,2 2 1,1 3-23,2 3 0,-2 1 0,0 3 0,0-1-102,-3-2 1,3-2 0,-2 0-197,0-4 1,-2 0 0,0-5 0,0-1-429,0-3 222,-3-1 1,2-7-1,-1-4 1,1-4 135,1-4 0,0-5 0,0 2 0,1-2 0,1 0-11,3-1 1,3 3 0,1 0-1,1 2 69,2 1 1,2 4 0,4 2 0,-2 2 424,-1 1 1,0 1-1,0 2 1,0 5 48,-1 3 1,-2 3 0,-3 1-1,-4 0 27,-2 3 0,-2-3 0,-1 2-63,0-1 0,-6-2 1,-2-2-1,-3-3 1,-2-3-264,-1-1 1,0-3 0,0 0 0,1-4-895,0-3 0,1-1 0,-2-3 237,2 0 0,2 0 0,4-4 0,2 0 0,1-1-1117,1 0 1734,2-1 0,0 0 0,0 1 0</inkml:trace>
  <inkml:trace contextRef="#ctx0" brushRef="#br0" timeOffset="183">207 184 8616,'0'7'2797,"0"0"-2332,0 1 0,0-1 0,3 0 1,3-2-383,3 0 0,0 0 0,3 2 0,1-1 99,1-2 0,1-1 0,-1 1 1,1-1-2792,0-1 1,-3-1 2608,0-1 0,1 0 0,1 0 0</inkml:trace>
  <inkml:trace contextRef="#ctx0" brushRef="#br0" timeOffset="451">405 95 7768,'-5'0'2267,"0"0"-1919,4 4 1,-2-3-1,3 4 1,0 1-46,0 1 0,0 1 0,0 2 0,0 5 1,2 5-1,0 3 1,2 2-1,-3 4-356,2 1 1,-1 1-1,-2-2 1,0 1 0,0-1-683,0 1 0,0-8 0,0-3-130,0-5 0,0-3 0,0-6 865,0-2 0,4-7 0,0-8 0</inkml:trace>
  <inkml:trace contextRef="#ctx0" brushRef="#br0" timeOffset="699">486 15 7188,'-3'7'694,"2"0"0,-2 1 170,0 2 1,2-1 0,-2 4 0,3 0-367,3 4 0,-2 0 1,4 4-1,1 3-316,1 1 0,0 0 0,0 1 0,1 0-301,-1 0 1,0-2 0,1-1-1,-1-4-434,0-1 0,-2-8 0,-1 2 0,1-3-243,-1-1 1,-3-5 795,2-3 0,-6-3 0,-1-5 0</inkml:trace>
  <inkml:trace contextRef="#ctx0" brushRef="#br0" timeOffset="865">494 272 7853,'0'-5'338,"0"0"0,0 4 1,2-3-1,1 1 298,1-2 1,1 1 0,3-1-1,0-1-583,2 0 1,-1-2-1,3-1 1,1-1-282,1 1 1,1 1-1,-1 0 1,1 2 227,0 1 0,-4-2 0,0 3 0</inkml:trace>
  <inkml:trace contextRef="#ctx0" brushRef="#br0" timeOffset="1167">685 213 9705,'7'0'812,"-2"-3"1,-1-3 0,0-3-618,0-3 0,0-4 0,2-2 0,-2-1-136,0-2 0,-2 3 0,-2-1 1,-1 1 91,-1 1 0,-2 4 0,-4 3 0,0 2-117,-2 3 0,1 5 1,-3 3-1,-1 4-63,-1 5 1,3 6-1,2 4 1,2 4 334,2 3 0,4 1 1,-2 0-1,3 0-309,3-1 0,1-2 1,6 0-213,3-3 0,0-5 0,3-3 1,0-5-1,2-3-653,1-4 0,-2-2 0,1-3 0,-1-3 219,0-6 1,-4-2-1,2-8 649,-2 0 0,-4-5 0,2-1 0</inkml:trace>
  <inkml:trace contextRef="#ctx0" brushRef="#br0" timeOffset="1332">825 37 7853,'-5'3'0,"0"2"522,-1 1 1,3 4-1,0 2 1,0 1 0,1 4 943,0 3 0,5 2 0,4 4-1143,2 2 1,4 3 0,-1-1 0,1-2-1,0-1 33,0-1 0,-4-4 1,0 0-1,-3-2-396,-1-2 1,-3-5 0,-1 0-1293,-2-1 1,-3 0 0,-5-2 0,0-1-1082,-4-1 0,-1-4 2413,0-1 0,-4 1 0,-1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1:41.6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8 140 7853,'-1'-5'677,"-1"0"382,1 4 1,-2-2 0,3 6-664,0 1 0,0 7 1,0 4-1,0 4-274,0 2 1,1 4 0,0 1-348,2 1 1,0 3 0,-1-2-1,1 1 1,0-1-496,1-5 1,0-4 0,0-6-1,0-2 194,2-4 1,0-6 0,1-2 525,1-6 0,-1-9 0,1 1 0</inkml:trace>
  <inkml:trace contextRef="#ctx0" brushRef="#br0" timeOffset="334">222 0 8196,'-5'3'328,"0"-1"1,1 4 0,-2-1 0,2 1 60,1 2 0,-1 2 1,3 3-1,-2 1 242,2 3 1,0 4 0,1 5-1,1 5-264,1 4 1,3 1-1,5 5 1,2 0-289,2 0 0,1-9 0,-1-4 0,2-6-211,1-8 0,-1-6 0,1-7-432,-2-5 1,-1-5 0,-1-9 0,-1-3 0,-2-4-245,-1-1 0,-4-1 0,-2 0 730,-2 2 1,-3 1 0,-2 8 0,-4 3 0,-3 5 253,-2 4 0,-2 4 1,-1 3-1,-2 3-117,-1 3 1,2 2 0,-1 4-274,2-1 0,-2 0 0,5-1 0,2-1 0,1-2-1163,4-1 1377,3 0 0,-3-2 0,2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2:09.8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91 7853,'0'-7'-751,"0"0"1,-3 2 1870,1 0 0,0 5-68,2 3 0,0 2 1,0 9-829,0 3 1,0 3 0,2 3-1,0 3 1,1 1 76,0 1 1,-2 0 0,2 2 0,-1 2-253,0 0 1,1-1 0,-3-5 0,0-2-2275,0-3 1,0-8 765,0-1 0,-1-8 1459,-2-4 0,0-9 0,-4-6 0</inkml:trace>
  <inkml:trace contextRef="#ctx0" brushRef="#br0" timeOffset="215">8 91 7853,'3'-16'293,"1"2"1,0-1 0,2 6 0,1 1 0,1 2 34,1 2 1,1 2 0,-1 0 0,-1 2 74,0 2 1,-1 3-1,-1 4 1,0 3-71,-2 1 1,-2 1-1,0 0 1,-2 0-126,-2 2 0,0-1 0,-5 1 0,0-1-5,-1-1 1,-1-2 0,1-1 0,-2 1-955,-1-1 0,3-2 0,-2-4 0,3-3-1394,0-1 1,2-1 2144,0 0 0,4-3 0,-2-1 0</inkml:trace>
  <inkml:trace contextRef="#ctx0" brushRef="#br0" timeOffset="950">300 153 7694,'-5'-11'-62,"1"2"1,-1 1 0,-2-1 565,0 0 1,0 0 0,0 5-1,0 1-46,0 3 1,0 1 0,0 4 0,0 4-171,0 3 0,1 5 0,1 2 0,1 2-103,1 2 0,0-1 0,3 1 1,0-2-134,0 0 0,4-3 0,0-2-187,2-1 0,2-5 0,1-3 0,1-4 0,0-3-277,3-2 1,-2-6 0,0-6 0,2-4 165,0-5 1,-2-2 0,0-5 0,-1 1 61,-1 2 1,-2 0-1,-2 5 1,-1 4 472,-1 6 0,-1 7 0,-2 6 165,0 5 0,0 8 0,0 7-244,0 4 1,0 2 0,0 1 0,0 1 0,0 0 243,0-2 1,3-4 0,0-1 0,1-2-869,1-4 1,4-8 0,0-3-770,-1-3 1,2-12 0,0-4 1182,-2-7 0,0-4 0,-1-3 0</inkml:trace>
  <inkml:trace contextRef="#ctx0" brushRef="#br0" timeOffset="1232">495 0 8459,'0'8'1046,"0"1"0,2 3-577,0 4 0,4 5 0,-2 4 0,2 1-104,1 2 0,1-4 1,1 2-1,0-3-94,-1-3 0,-2-6-829,-2 0 1,-3-9 122,-1-2 0,-4-3 1,-5-4-1,-2 0 74,-3 0 1,0 3 0,-1-2-1,0 2 242,-1 1 0,4 1 1,-2 2-1,3 2 453,1 3 1,5 3 0,-2 3-1,3 1-79,3 1 1,3-1 0,4 0 0,2-2-506,4-1 0,1-4 0,1 1 0,0-4-512,3-2 0,-2-6 0,3-3 0,-1-5-1155,-2-5 1917,0-3 0,2-8 0,1-2 0</inkml:trace>
  <inkml:trace contextRef="#ctx0" brushRef="#br0" timeOffset="1516">675 14 7853,'0'11'276,"0"0"0,0 0 0,0 4 393,0 2 1,1-1-1,1 3 1,1 0-149,1 1 1,0 2-1,3-1 1,-2 0-277,0-3 1,-3-2 0,2-3 0,0-2 35,-1-1 0,-2-6-672,-1-2 0,-4-1 1,-4-1-1,-3 0-142,-2 0 0,3 0 1,-4 0-1,0 0 310,-1 0 0,2 0 0,-1 1 0,2 1 394,1 3 0,1 1 0,4 1 0,1 1-33,3 1 1,1 0-1,2 1 1,2 0 26,4-1 1,1-4 0,3-1 0,2-1-721,0-1 1,2-2 0,-1-3 0,2-4-405,-1-4 1,-1-3 0,4-1 958,-1-2 0,2-5 0,-1 0 0</inkml:trace>
  <inkml:trace contextRef="#ctx0" brushRef="#br0" timeOffset="1668">787 202 7853,'-1'7'100,"-1"0"0,-1 0 299,-1 3 0,3 1 0,-1 2 0,1-1-137,1 0 0,0-2 1,0 2-1,0 0-1029,0-2 0,1-1 0,1-3 767,3-1 0,1-8 0,1-5 0</inkml:trace>
  <inkml:trace contextRef="#ctx0" brushRef="#br0" timeOffset="1835">822 84 7853,'-5'-3'0,"0"1"-39,0 0 1,1 2 0,-1 0-310,0 0 0,2 3 0,1 1 348,1 3 0,4 3 0,1 0 0</inkml:trace>
  <inkml:trace contextRef="#ctx0" brushRef="#br0" timeOffset="2099">905 132 7853,'-1'7'0,"0"0"131,-2 0 1,1 0 0,2 1 0,-1 0 790,-1 2 0,1 2 0,-1 0 0,1 1-424,1 4 0,0-3 0,0 3 1,1-3-267,1 0 1,-1 0 0,1 0 0,-1-1-226,-1-1 0,0-2 0,1-4-80,1-1 0,-1-5 0,1-6 0,-1-2-121,-1-4 0,1-4 0,0-3 0,2-2-78,-2-2 1,3 1-1,0-3 1,1 1 381,-1 2 0,0 1 1,1 2-1,0 4 315,0 3 0,-1 4 0,0 5-107,-1 5 1,2 3-1,-3 10 1,0 1-199,-1 3 0,-1 2 0,0 0 0,0 2-659,0-1 0,0-4 1,2 2-1,1-2-294,1-3 1,-2-2 0,3-3 0,1-3-83,3-3 0,-2-3 0,3-5 915,0-5 0,1-5 0,3-7 0</inkml:trace>
  <inkml:trace contextRef="#ctx0" brushRef="#br0" timeOffset="2399">1107 97 7376,'-6'0'-397,"0"1"504,-2 2 0,0 0 0,0 4 0,0 0 1,0 1 1213,-1 1 0,6 0 1,-4 2-1,4 2-964,1 0 0,1-2 0,1-2 0,2-1-497,2-1 1,1-1-1,5-1 1,0-3-415,2-1 0,1-5 0,1-2 1,0-4 31,0-1 0,-3 2 0,0-2 1,0 1 425,0 2 0,-1 1 0,2 2 0,-3 3 511,-1 1 0,-3 5 0,-1 4 0,2 6 375,0 6 0,-2 4 0,-2 7 1,-1 2-95,-1 3 0,-3 1 0,-2 0 0,-2 0-328,-2 0 0,0-9 0,-2 2 0,-2-5-344,-3-2 0,1-8 1,-4-3-1,0-5-922,-1-2 1,-1-3-1,1-5 1,0-4-793,-1-3 1,4-4 0,-3-2 1689,2 0 0,-1-3 0,1 1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2:06.6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46 7076,'-5'-7'-417,"1"0"1191,-2 0 1,3 0-173,1 0 0,1 2-126,1 1 0,0 3 0,0 1 0,1 5 73,1 3 0,0 4 0,2 6 0,1 4-233,-1 2 1,0 1 0,-3 3 0,2 1-158,-2 1 0,0 0 1,-1 3-415,0 1 1,0 0-1,0-6 1,0-2-1,0-3-1257,0-3 1,0-7 0,1-2-102,1-5 0,2-4 1613,3-4 0,0-5 0,0-4 0</inkml:trace>
  <inkml:trace contextRef="#ctx0" brushRef="#br0" timeOffset="332">216 241 7961,'11'0'235,"-1"-3"0,-3 0 0,2-1-156,0-1 1,1-2 0,-2-2 0,0-1 326,1 0 1,-5-3-1,3-2 1,-2-2-430,-1 2 1,-1 0 0,-4-1 0,-1 0-80,-3 0 0,-2 5 0,-1 2 1,-2 4 323,-1 3 0,0 5 1,-3 4-1,2 4-6,0 5 0,4 0 0,-1 4 0,1 2 289,1 2 0,1 0 0,0 1 1,3 1-469,-1 1 1,3-1 0,3-1 0,3-1-696,1 1 0,4-8 1,2-2-1,2-6-697,2-5 0,2-3 1,2-5 1354,-2-5 0,5-8 0,-1-8 0</inkml:trace>
  <inkml:trace contextRef="#ctx0" brushRef="#br0" timeOffset="515">487 39 7853,'-14'13'637,"3"-3"0,0 5 0,0 2 51,0 0 1,5 0 0,0 3-1,1 2 18,1 2 0,3-1 0,-1 2 1,4 0-525,2 0 0,5-2 0,0 1 1,0 0-499,1-1 0,-2-4 1,1-1-1,0-2-891,0-3 1,-3-3-4131,4-5 5337,-7-5 0,3-7 0,-6-4 0</inkml:trace>
  <inkml:trace contextRef="#ctx0" brushRef="#br0" timeOffset="649">404 331 7853,'-4'-3'1175,"-2"2"1,5-3 0,-1 3-829,4-2 1,2-1-1,3 1 1,3 1-781,4-1 0,1-1 0,3-3 1,0 0-480,2 0 0,-2-3 0,4-1 912,-2-2 0,5-4 0,-4-1 0</inkml:trace>
  <inkml:trace contextRef="#ctx0" brushRef="#br0" timeOffset="815">689 60 7853,'-1'7'151,"-1"3"1,-2 1 471,0 2 0,-1 2 0,2 1 0,-1 1-23,1 3 1,1 0-1,2 3 1,0-1-708,0 2 1,0-2-1,0 3 1,0-1-415,0-2 1,2 0 0,1-2 0,-2-2 807,0-1-287,-1-6 0,-3-1 0,-1-3 0</inkml:trace>
  <inkml:trace contextRef="#ctx0" brushRef="#br0" timeOffset="965">598 289 10156,'-3'-3'854,"-1"2"1,5-3 0,2 0-1081,1 0 0,3-1 0,2-2 0,4 0-568,2 1 1,1 1 0,1 0-1,2 0-1708,1-1 2502,-1-1 0,5 0 0,-3 0 0</inkml:trace>
  <inkml:trace contextRef="#ctx0" brushRef="#br0" timeOffset="1199">835 185 7853,'-9'10'118,"-1"2"1,-1 1 0,2 1 0,0 0 0,2-1 1153,2 1 1,2 0 0,3 0-1,0 0-842,0 0 0,4-2 0,3-2 1,4-3-489,2-3 1,2-2 0,-1-3-1,2-2-173,-1-4 0,-1-3 1,2-5-1,-2-1-113,0-3 0,-3 2 0,-2-1 1,-4 0-15,-3 0 0,-1 1 1,-1-1-1,-1 3-30,-1 3 1,-2 3 0,-3 1 0,0 2-194,-3 4 1,3 1-1,-3 1 1,3 1-76,0 1 0,0 0 656,0 2 0,3 1 0,1 2 0</inkml:trace>
  <inkml:trace contextRef="#ctx0" brushRef="#br0" timeOffset="1449">981 150 7853,'0'7'470,"0"0"0,1 1 1,0 0-1,2 2 368,-2 1 1,1 1-1,-1 4 1,2 2-729,-2 2 1,2 1-1,0 5 1,1 1-245,2-1 1,0-3-1,1-1 1,0-5-7,0-5 0,0-7 0,0-4 0,0-5 173,-1-5 0,1-4 0,0-4 0,-2-2 150,0-3 0,-1-3 0,1-1 1,-1 1-218,-1 2 0,2 3 1,-3-4-1,0 3-759,1 0 0,-2 5 0,1 3 0,-1 2-136,-1 0 0,2 5 0,2 0 929,-1 2 0,-1 4 0,1 4 0</inkml:trace>
  <inkml:trace contextRef="#ctx0" brushRef="#br0" timeOffset="1681">1155 220 8148,'2'7'406,"1"0"0,2 0 0,-1 0 0,0-1-118,1-2 1,0-1 0,2-3 0,0 0 262,0-3 1,0-1 0,-1-3 0,-1-3-399,0-4 1,-3 0 0,2-2-1,-1 0-250,-1 0 0,-2 1 0,0 0 0,-3 2 121,-1 4 0,-3 2 0,0 3 1,-2 1 48,0 2 0,-1 8 0,1 2 0,1 4 140,2 3 0,-1 1 1,3 2-1,0 2-284,2 0 0,1-1 1,2 4-1,1-3-786,3 0 1,2-2 0,1-2 0,2-3-634,1-3 0,1-3 1,1-3 1489,-2-3 0,2-4 0,-2-2 0</inkml:trace>
  <inkml:trace contextRef="#ctx0" brushRef="#br0" timeOffset="1932">1364 199 7853,'0'10'0,"-1"-2"0,-1 2 0,0-1 381,0 0 0,1 4 0,-1-2 0,0 3 976,0 2 1,2 2 0,0 3 0,0 1-1027,0 1 0,-3-2 0,1 3 0,0-4 12,2-1 1,-3-4-493,1-4 0,-1-5 0,1-3 0,0-6 68,1-7 1,0-3 0,1-3 0,0-2 252,0-3 0,3-3 0,2 0 0,1-2-445,1 1 1,0 2 0,2 0 0,1 1-817,1 2 1,0 2 0,3 2 0,0 1 1088,0 1 0,3 3 0,1 1 0</inkml:trace>
  <inkml:trace contextRef="#ctx0" brushRef="#br0" timeOffset="2348">1732 150 8063,'0'-4'2153,"0"2"-1895,0 4 1,1 5 0,1 6 0,1 2 0,0 4 130,0 1 1,2 4 0,-1 0-1,1 2-1191,-1-1 1,-1-5-1,1-3 1,-1-4 801,1-6 0,-2-3 0,1-4 0</inkml:trace>
  <inkml:trace contextRef="#ctx0" brushRef="#br0" timeOffset="2522">1823 74 8167,'-5'0'2057,"1"0"-2292,1 3 0,-2-2 1,3 4 31,1 0 1,1 1 0,1-1-1,2-1 1,2-1 202,3-1 0,-1 1 0,3 1 0</inkml:trace>
  <inkml:trace contextRef="#ctx0" brushRef="#br0" timeOffset="2675">1913 81 7853,'0'10'0,"0"-1"0,0 3 0,0 2 562,0 1 1,0-1 0,0 4-1,1-1 1,0 0 0,3 1-128,-1 0 0,1-2 0,2 2 1,-2 0-1,-1-1 0,-2 0-186,0 1 1,-2-2-1,-2 2 1,-4-1-789,-4-1 0,0-5 1,-2-2-1,-1-4-1465,0-2 0,-2-6 2004,-2-1 0,1-9 0,3-2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2:14.9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153 21 7853,'0'-4'170,"-3"-1"0,2 1 0,-4 0 415,0 1 1,-2 3 0,0 0 0,0 0-78,-3 3 1,2 4-1,-4 6-191,0 3 0,-1 7 0,-1 3 0,1 5 0,1 4 168,3 5 1,2 1 0,2 6-1,3-3-286,1-2 0,5-9 0,2-6 0,4-8-493,0-7 0,3-6 0,2-9 0,2-4-467,1-4 1,-3-5 0,1-3 346,-4-1 0,0-2 0,-4-1 1,-3 2-1,-1-1-111,-3 3 1,-1 2 0,-3 5 0,-4 4-252,-3 2 1,-4 3 0,-2 3 775,0 0 0,-3 6 0,1 2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2:17.5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41 258 7853,'4'2'159,"1"1"0,0 0 436,2 0 1,-1 2 0,2-3 0,1 0-219,3-1 0,-1-4 1,0 0-1,1-1-176,-1-4 0,1-2 1,-2-4-1,-2 0-46,0 0 1,-2-2 0,-1 0 0,-3-1-212,-1 0 0,-4 3 0,-3-2 0,-3 4-44,-5 3 1,0 4 0,-2 3 0,0 5 218,0 4 0,1 6 1,-1 5-1,2 3 105,0 3 0,2 0 0,2 4 0,2 1-252,1 1 0,5-1 1,0 2-1,5-2-446,4-1 1,3-8 0,4 0-1,1-6-513,4-5 1,-2-6-1,5-8 1,1-8 986,1-6 0,2-8 0,2-5 0</inkml:trace>
  <inkml:trace contextRef="#ctx0" brushRef="#br0" timeOffset="385">381 0 8448,'-6'6'885,"-1"1"1,0-1 0,2 6-472,0 3 0,1 3 0,-1 6 0,1 2 1,1 3-81,2 3 0,-1-5 0,0 6 0,0 1-382,1-2 1,0-6 0,1 0 0,0-2-1387,0-3 1,-1-4 0,-1-3 304,-3-4 0,1-3 0,0-8 1129,-2-1 0,-3-5 0,-2-4 0</inkml:trace>
  <inkml:trace contextRef="#ctx0" brushRef="#br0" timeOffset="519">263 334 7853,'-4'-7'-249,"-1"0"1,3 0 0,0 1 750,1-1 1,1 0 0,1 0 0,1 2-169,3 0 0,2 1 0,2-3 0,3 0-607,1 0 1,5 1 0,2 0 0,3-2-220,2-2 0,-2 0 0,2 0 492,-1 0 0,2-6 0,-1 1 0</inkml:trace>
  <inkml:trace contextRef="#ctx0" brushRef="#br0" timeOffset="1151">541 91 7853,'-13'3'0,"-1"2"0,0 3 0,0 2 0,0 1 0,2 1 0,2 5 1085,-1 1 1,1 2 0,2 2 0,3 0 0,0 2-525,1 1 1,2-3-1,1 0 1,2-3-1182,4-3 1,4-6 0,3 1 0,1-3 625,1-3-6,0-2 0,3-6 0,1-1 0</inkml:trace>
  <inkml:trace contextRef="#ctx0" brushRef="#br0" timeOffset="1152">688 286 7853,'-3'4'-1051,"1"1"1051,-3-4 0,4 6 0,-2-3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2:15.8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 57 7945,'0'-10'0,"-2"0"260,0-1 1,-3 5 0,2-2 274,-1 2 1,2 1-49,-3 5 0,4 2 0,-2 2 0,3 5-32,0 4 0,0 2 1,0 0-1,0 3-104,0 2 0,0 0 0,0 4-248,0-2 1,0 2 0,0-3 0,0 1-1,0 0 46,0 1 0,-1-4 0,-1-1 0,0-2-632,0-2 1,2-6 40,0-1 1,0-5 0,0-3 0,0-4 118,3-4 1,-1-4 0,4 0 0,2-3 173,0 1 1,3 0 0,-1 2 0,2 1 164,0 0 0,-1 6 0,3 0 0,0 2 109,0 2 1,-3 3 0,-2 4 0,-1 4 323,-1 3 1,-1 5 0,-2 2 0,-1 1 190,-2 1 1,-7 1 0,-2-1 0,-2 1-347,-2-2 1,-2-7-1,-1-2 1,-2-4-395,-1-2 1,2-4-1,0 1 1,2-2-592,0-2 0,3-3 1,1-3-1,3-2-672,0-1 0,3-1 1,2-1-1,2-1-1206,5 0 2569,0 0 0,5-3 0,-3-1 0</inkml:trace>
  <inkml:trace contextRef="#ctx0" brushRef="#br0" timeOffset="400">271 154 7853,'-7'-3'114,"3"2"1,-1-1 441,0 1 1,-2 1 0,1 1-1,1 1-92,3 3 0,-1 2 0,1 1 1,0 2-408,1 1 1,5 1 0,0 4 0,3-1-25,2-1 0,0-3 1,3-3-1,0-1-194,1-3 1,1-3-1,-1-2 1,-1-3-271,0-3 0,-1-5 0,0 0 0,-1-3 277,-3-1 0,0 1 0,0 3 1,-2 3 330,0 1 1,-3 4 0,3 4-122,0 6 0,-2 4 1,-1 11-1,0 3 703,0 2 0,-1 3 1,1 0-1,-1 2-196,-1 1 0,-2-3 0,-1-1 0,-2-2-408,-3-2 0,1-4 0,-5-5 0,0-2-352,-1-4 0,0-2 0,0-3 0,-2-2-261,1-4 0,-1-2 0,1-5 0,0-4-730,0-2 1,3-2 0,3-3 0,2-1 350,4-1 1,1-3 0,2 1 836,1-1 0,2-5 0,3 1 0</inkml:trace>
  <inkml:trace contextRef="#ctx0" brushRef="#br0" timeOffset="576">473 50 7853,'9'0'189,"0"0"0,-2 3 0,-3 2 1,0 4 722,0 2 0,0 3 0,0 2 0,-1 5-338,-2 3 1,-1 0 0,0 6 0,0 2-207,0 1 1,0-3 0,0-1 0,0-1-756,0-2 1,0-3 0,-1-1 0,-1-4-1133,0-4 1,-3-7-1,2-1-1737,-1-2 3256,0-8 0,-6-4 0,-1-6 0</inkml:trace>
  <inkml:trace contextRef="#ctx0" brushRef="#br0" timeOffset="738">459 258 7468,'4'-3'180,"-2"-1"0,1 0 0,0-1 0,-1 0 501,1 2 0,-1-1 0,2 2 0,2 0-515,0 0 1,-1 2 0,1 0 0,2 0-1058,0 0 0,2 0 0,-1 0 891,0 0 0,1 0 0,1 0 0</inkml:trace>
  <inkml:trace contextRef="#ctx0" brushRef="#br0" timeOffset="1012">647 224 7853,'4'3'529,"1"0"0,0-2-174,2-1 0,-1-4 0,-1-1 0,0-3 0,0-3 1,1-1-1,1-3 5,0-2 1,-3 0 0,-1 0-139,-3 0 1,0-2-1,-3 3 1,-1 2 0,-3 4 346,0 5 0,-3 4 0,0 2 1,-2 4-279,0 4 0,3 7 1,-2 2-1,1 3-134,2 2 1,0 2 0,2 2 0,1-1-251,3 0 0,1-5 0,1 0 0,2-1-1193,2-3 0,2-7 0,6-3 1,2-5-211,1-5 1,5-4 0,-2-8 1495,-1-1 0,3-8 0,-2-5 0</inkml:trace>
  <inkml:trace contextRef="#ctx0" brushRef="#br0" timeOffset="1250">814 84 8240,'0'10'0,"0"0"733,0 1 0,-3-2 0,1 2 0,1 3 37,0 1 1,1 1 0,0 2 0,0 1-69,0 1 0,1 0-570,1 1 0,-1-2 0,1 3 0,-2-1 0,-2-1 0,-1 0-111,-4-1 1,2-5 0,-5-1 0,0-2-624,-2-3 0,-2-3 0,-1-3 0,-1-1-805,0-1 0,2-4 1,0-3-1,3-4 1407,2-2 0,1-4 0,1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2:13.3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8 174 7729,'0'-4'1526,"0"0"-808,0 2 0,0 2-327,0 0 1,0 4 0,0 6-1,0 4-79,0 4 1,0 3 0,0 4 0,0 4-173,0 1 1,0 1-1,0 3 1,0 0-360,0-1 0,0-8 0,0-1 1,0-3-1350,0-4 1,0-5-95,3-5 0,-3-7 1662,3-7 0,-2-3 0,-1-4 0</inkml:trace>
  <inkml:trace contextRef="#ctx0" brushRef="#br0" timeOffset="435">15 7 7853,'-5'-1'1098,"0"-1"-1797,4 1 1,-2-1 698,3 4 0,3 2 0,1 3 0</inkml:trace>
  <inkml:trace contextRef="#ctx0" brushRef="#br0" timeOffset="700">216 111 8143,'-14'3'402,"0"-1"1,3 3 0,0 0 0,1 1-196,2 1 1,1 0-1,2 1 1,3 1 57,1 3 0,4-1 0,2 3 0,4 1-235,2 2 1,3-1 0,-1 3 0,2 0-112,1 1 1,-3-2 0,0-2 0,-2 0-115,-3 0 0,-3-1 0,-3 1 1,-2-1 13,-2-2 0,-5 0 0,-5-1 0,-4 1-376,-2-3 1,-3-2 0,0-1 0,-2-1 556,0-1 0,0-5 0,2-4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03.9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 0 7499,'-9'0'-97,"0"1"1,0 2 0,-1 3 799,1 2 1,0 2-1,0 0 1,0 2-322,0 3 1,1 2-1,2 2 1,2 1-216,0 1 0,3 2 0,-2-3 1,3 1-138,3-1 1,2-4 0,4-3 0,0-1-235,0-4 0,3-5 0,0 0 1,0-3-188,2-3 0,-3-3 1,3-7 202,-1-2 0,-4-5 1,-3-2-1,0 0 0,-1 0-13,-2 1 0,-2 2 0,-2 1 283,-2 0 1,-2 2 0,-4 2 0,0 4 0,0 1 34,0 2 1,-3 3 0,0 1 0,0 2-316,2 1 1,2 1 0,1 2 34,1 4 1,4 1 0,-1 1 0,2 0-760,1 0 1,1 0 921,2 0 0,2 4 0,4 1 0</inkml:trace>
  <inkml:trace contextRef="#ctx0" brushRef="#br0" timeOffset="365">281 28 7853,'-4'-7'51,"-2"2"1,-2 1 185,-1 2 0,3 2 1,0 2-1,-1 2 129,-1 1 0,3 6 0,1 4 0,1 2-159,0 1 1,0 0 0,3 0 0,1 0-56,2 1 0,2-1 0,4-1 0,1-2-352,2-3 0,-2-6 0,3-3 0,-1-3-73,0-3 0,1-2 0,-1-5 0,0-1 40,-1-1 1,-4-4 0,-2 1 0,-1-3 262,-2 0 1,-1 3-1,-2 1 1,-1 1-54,-1 2 0,-4 1 0,1 2 1,-3 1 232,-3 1 1,1 4-1,-1-1 1,2 2-363,1 1 0,3 4 0,1 2 0,1 2-373,2 1 0,1 0 0,1 0 0,0 0-117,0 0 0,4-3 642,2 0 0,2 0 0,1 3 0</inkml:trace>
  <inkml:trace contextRef="#ctx0" brushRef="#br0" timeOffset="665">445 73 7853,'-7'0'28,"1"0"487,-1 0 0,2 4 1,-1 3-108,-1 4 0,3-3 1,0 3-1,1 1-325,0 1 0,0 0 1,4 1-1,2 0-195,3 0 1,2-2 0,2 1-1,1-2-164,2-3 1,2-5 0,-2 0 0,0-2 51,0-1 1,0-4 0,-3-2 0,0-3 62,-2-3 1,-5 1 0,0-4 0,-2-1 295,-1-1 1,-1 2 0,-2 2 0,-3 1 38,-2 0 0,-1 0 0,0 3 1,0 0-122,0 0 0,0 4 1,0 2-1,0 2-465,0 1 0,4 1 1,2 2-101,2 3 0,1 2 1,1 1-1,1 0 512,1 0 0,8 0 0,-1 0 0</inkml:trace>
  <inkml:trace contextRef="#ctx0" brushRef="#br0" timeOffset="930">617 82 9012,'-3'6'531,"0"0"1,-3 0 0,2 3 0,0 0-347,0 0 1,0 3 0,2 1 0,-1-1-175,1 1 1,1-3 0,2 2-224,2-2 1,2-2 0,4-2 0,0-3-134,0-2 0,0-2 0,0-2 0,-1-3 115,-2-2 0,1-1 1,-4 0-1,-1 0-7,-1 0 0,-1-1 0,0-1 0,-1-2 449,-2 2 0,-1 4 1,-3 1-716,1-1 0,0 0-872,-3 1 1375,4 2 0,-3 4 0,3 0 0</inkml:trace>
  <inkml:trace contextRef="#ctx0" brushRef="#br0" timeOffset="1210">798 155 7853,'-6'5'-531,"0"-1"-20,-1 0 0,2-3 551,-1 2 0,4-2 0,-2-1 0,4 0 0</inkml:trace>
  <inkml:trace contextRef="#ctx0" brushRef="#br0" timeOffset="1307">871 146 7853,'-5'4'-1461,"0"-3"989,2 2 472,2 2 0,-3-4 0,4 3 0,0-4 0</inkml:trace>
  <inkml:trace contextRef="#ctx0" brushRef="#br0" timeOffset="1793">953 109 8710,'0'5'-659,"0"3"0,0-7 0,0 3 0</inkml:trace>
  <inkml:trace contextRef="#ctx0" brushRef="#br0" timeOffset="2069">1116 28 7853,'-9'10'461,"0"2"1,0-1 0,0 3 0,0 0-61,0 0 0,4-2 1,2 2-1,2 0-199,1 1 0,1-4 0,2 1 0,3-2-400,2-1 0,2-4 0,1-2 0,2-2-67,1-1 0,-2-1 1,2-3-1,-1-4 39,-1-3 1,-2-5-1,-2 1 1,-1-3 15,-1 0 1,-4 0-1,1 1 1,-2 1 212,-1 1 1,-1 4 0,-2-1 0,-2 1 57,0 2 0,-3 4 0,2 2-298,-2 2 1,2 1 0,0 1-1,2 2-329,2 3 1,1 2 0,1 2 565,0-1 0,0 0 0,0 0 0</inkml:trace>
  <inkml:trace contextRef="#ctx0" brushRef="#br0" timeOffset="2266">1279 46 7853,'-4'9'0,"-2"0"376,-2 0 0,-1 0 0,1 0 1,1 1 338,1 2 0,4-2 0,-1 2 0,2-1-592,1-2 0,1 0 1,2-1-1,3-2-167,2-3 0,2-2 0,1-1 0,1 0-125,0 0 1,1-4-1,-1-2 1,-1-2-121,-1-1 0,-1-2 0,-1 0 1,-1-2 106,-1-1 0,-4 3 0,1-1 0,-2 2 109,-1 1 0,0 0 0,-1 0-8,-2 0 0,-2 1 0,-4 1 38,0 4 1,3 2 0,1 2-651,1 2 1,1 0 0,3 3 692,0 1 0,4 1 0,1 1 0</inkml:trace>
  <inkml:trace contextRef="#ctx0" brushRef="#br0" timeOffset="2557">1461 73 7853,'0'9'238,"-1"0"1,-1 0 0,-1 0 375,1 0 0,1 0 1,1 0-1,0 2-178,0 1 0,1-1 0,1 3 0,2-1-322,1-2 0,2 2 0,4-1 1,1-1-244,-1-1 0,2-4 0,1 0 1,-1-2-179,0-2 1,0-2 0,-2-3 0,0-4 105,-3-1 0,0-1 0,-5-1 1,-1-1 69,-1-1 0,-1-1 0,0 2 1,-1-2-263,-2-1 0,-2 2 0,-4-4 0,0 0-1372,0-1 1765,0-1 0,-4-4 0,-1-1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08.3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61 7503,'0'-7'1050,"0"0"-373,0 5 1,-2-1 0,0 6-516,-1 4 0,-1 3 1,4 4-1,-1 2-187,-2 4 0,2 1 1,-3 1-1,3 3-307,1 1 1,0 1-1,0 2 1,0-2-787,0-3 1,5-3 362,2 0 0,5-7 755,1-4 0,1-9 0,-4-6 0</inkml:trace>
  <inkml:trace contextRef="#ctx0" brushRef="#br0" timeOffset="249">183 152 7853,'-5'11'228,"-1"2"0,0 1 260,-1 2 0,5 1 0,-2 3 0,2 0-248,-1 1 0,2-4 0,-2-2 1,4 0-238,3-3 0,4-2 0,-2-3 0,5-5 60,2-4 1,-2-5-1,3-6 1,-3-5-371,-1-5 1,-1 1 0,-1-5 0,-2-1 63,-2-1 1,0 2 0,-4 2 0,0 2 212,0 4 0,-2 2 0,-1 0 1,-4 4 32,-2 2 0,3 5 1,-1 3-1,-1 2-130,-1 1 0,2 0 1,2 1-1,0 2-510,3 4 0,1 3 0,1 2 637,0 2 0,0 4 0,0-2 0</inkml:trace>
  <inkml:trace contextRef="#ctx0" brushRef="#br0" timeOffset="482">466 0 8262,'-3'10'0,"-2"0"353,0 1 1,-1 0 0,-2 1 0,2 2-22,2-2 1,-3 0-1,3 1 1,-1 1-139,1 2 1,0-2 0,4 3-1,0 1-284,0 1 1,0 1 0,0-1 0,1-1-550,3-1 0,1-5 1,6 2-1,-1-3 13,0-1 1,0-4 0,0-3 0,0-2 625,0-1 0,0-9 0,1-2 0</inkml:trace>
  <inkml:trace contextRef="#ctx0" brushRef="#br0" timeOffset="716">567 162 7853,'-9'7'452,"1"1"-187,2 3 1,0-1-1,-2 4 1,3-3-1,0 0 40,3 3 1,1 0-1,1 3 1,1-3-248,2-3 0,3-2 0,4-1 0,1-3-186,3 0 1,-3-3 0,2-5 0,-1-5-60,-2-4 0,0-4 0,-1-4 0,-1-1 53,-1 1 1,-5-1 0,1-2 0,-2 0 47,-1 0 1,0 5 0,0 2-1,0 1-52,0-1 0,0 7 0,-1 0-82,-2 3 0,1 3 0,-4 4-139,1 2 0,2 3 0,3 5 359,0 3 0,5 1 0,0 6 0</inkml:trace>
  <inkml:trace contextRef="#ctx0" brushRef="#br0" timeOffset="983">820 122 7853,'-10'10'304,"4"1"0,-1 1 1,0 3 322,1 1 0,-1 1 0,3 3 0,2 0-385,1 0 1,1 1-1,0-2 1,1-2-358,2-4 0,3-2 0,4-2 0,1-2-59,3-3 0,0-4 0,4-4 0,-2-4-166,-1-4 1,-2-4-1,-4-4 1,-1 0 51,-1-1 0,-5 0 0,2 0 1,-4-1 215,-4 3 0,2 2 0,-5-1 1,0 3-21,2 0 1,-4 6-1,2 6-419,-2 1 0,3 4 148,3 1 0,2 3 0,1 4 363,0 0 0,4 4 0,2 2 0</inkml:trace>
  <inkml:trace contextRef="#ctx0" brushRef="#br0" timeOffset="1249">1033 132 7853,'-3'7'574,"-2"-1"-165,0 2 1,2 1-1,-1 1 1,0 2-114,1 1 1,0 3 0,3 4 0,0-1-308,0-2 0,4 2 0,3-4 0,3-2-71,4-3 1,-2-6 0,4-1 0,-1-2-245,1-1 1,-2-9-1,1-4 1,0-5 103,-3-2 1,-4-2 0,-2 0 0,-2-2 184,-1 2 1,-3 1-1,-3 4 1,-1 3 77,-2-1 0,3 7 0,-4-1-499,-1 4 1,-1 1-52,-1 4 1,5 1-1,1 3 509,3 3 0,1-3 0,5 10 0,0-3 0</inkml:trace>
  <inkml:trace contextRef="#ctx0" brushRef="#br0" timeOffset="1451">1317 0 7853,'5'1'420,"-1"3"0,-3 1 1,-1 7-1,0 1-55,0 4 1,0 0-1,0 2 1,-1 2-338,-3 1 0,3 2 1,-2 1-1,0 0-296,0 0 0,2-2 0,-2-4 0,1-2-474,2-3 1,4-3-1,0-2 325,2-2 1,1-4 416,3-6 0,0-3 0,0-4 0</inkml:trace>
  <inkml:trace contextRef="#ctx0" brushRef="#br0" timeOffset="1699">1570 112 7623,'-6'14'-210,"-3"-3"0,3 3 0,0-2 552,-1 2 0,1-2 0,0 4 0,2 0 515,3-1 1,1-1 0,0 2 0,0-2-743,0-1 1,5-7 0,1-2 0,4-3-314,4-1 1,-3-1-1,3-4 1,-2-4-61,2-3 0,-7-6 1,4 1-1,-4-2-74,-1-1 1,2 3 0,-5 1-1,0 1 63,-2 3 1,-1 1 0,-1 2-165,-3 2 0,-1 3-247,-6 4 1,1 1 679,0 2 0,5 3 0,0 4 0</inkml:trace>
  <inkml:trace contextRef="#ctx0" brushRef="#br0" timeOffset="1905">1782 274 7853,'0'10'-1398,"-3"0"1398,0 0 0,-1 0 0,4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13.0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59 147 8311,'-7'-3'438,"1"-1"1,3 1-220,-4 3 0,4 3 0,-2 2 1,-1 1-94,1 5 1,1 0 0,-1 6-28,1 4 1,1-1 0,3 6 0,0 0-1,0 0-85,0 0 1,0-5 0,1 1-240,2-5 0,2-4 0,5-6 1,0-5-1,-1-5 105,1-7 0,1-5 1,0-8-1,0-4-165,-3-4 0,0 1 1,0-2 85,-1 5 1,-3 0-1,-4 4 1,-1 3 429,-2 3 0,-3 3 1,-3 5-1,-1 2-57,0 4 1,1 5 0,-1 3-131,0 0 0,1 5 1,2 4-1,2 0 0,0 0-404,3-2 0,1 2 1,1-1-1,0 0-52,0 1 0,4-7 1,3 2-1,2-2 412,4-2 0,-2-3 0,3 2 0</inkml:trace>
  <inkml:trace contextRef="#ctx0" brushRef="#br0" timeOffset="339">302 118 7853,'-4'14'0,"-2"-2"0,-2 3 0,0 1 272,2 2 0,2-2 1,-1 8-1,1 3 161,1 2 0,2-4 0,1 3 0,0-2-206,0-1 1,5-6 0,2-2-289,5-5 0,-3-5 1,3-8-1,0-2 198,-2-4 1,1-5 0,-1-5 0,0-3-543,-1-6 0,-2 0 0,-2-7 0,1 2-87,-1-1 0,-3 1 0,1-1 1,-1 2 496,-2 1 0,-4 7 1,0 4-1,-1 2-51,-3 5 1,-1 4-1,0 4-14,-1 2 0,0 5 0,2 3 0,0 1-243,2 2 1,3 3 0,0 0 0,2 0 47,1 1 0,3-3 255,1 2 0,7 2 0,0 0 0</inkml:trace>
  <inkml:trace contextRef="#ctx0" brushRef="#br0" timeOffset="654">535 118 7853,'-6'9'0,"-1"1"0,0 0 0,-2 1 0,1 2 445,1 3 1,0 2-1,2 3 1,1 1-100,0 4 0,0-1 1,4-1-1,0-2-315,0-4 0,5-5 0,1-1 0,3-5-14,1-3 1,0-4 0,2-4-1,2-3-191,1-5 0,-3-4 1,1-6-1,-2-2-367,-1-1 0,-5-1 0,0-3 1,-2 1 397,0 2 0,0 3 0,-3 3 0,-1 2 46,-2 1 0,1 5 0,-5 5 171,0 4 0,-2 2 0,-1 2 0,2 3-314,1 6 1,2 1-1,3 5 1,-2 1-69,2 2 1,1-3 0,2-1 307,2-1 0,3 3 0,4-2 0</inkml:trace>
  <inkml:trace contextRef="#ctx0" brushRef="#br0" timeOffset="971">759 118 7853,'-10'3'150,"1"0"0,-1 5 0,1-2 0,2 3 57,0 1 0,2-1 0,-3 2 0,3 2 0,1 3 0,1 3 0,2 1 0,2 2-18,3 0 0,1-2 0,5-5 0,1-1-415,2-2 1,2-6 0,3-2 0,-1-4-92,0-4 0,-4-2 0,2-7 0,-1-3 103,-2-3 1,-2-4 0,-1-2 0,-2-1 138,-4 0 1,-2 3 0,-2-2 0,-2 2 267,-4 1 0,-2 5 1,0 0-1,-2 2 0,-2 3 1,2 1 0,-2 7 0,2 2-81,2 1 0,-1 1 0,1 1 0,2 2-514,0 4 1,5 5 0,-1 2 0,3 1-202,3 2 0,-1-2 0,5 0 602,0 0 0,6 2 0,2-2 0</inkml:trace>
  <inkml:trace contextRef="#ctx0" brushRef="#br0" timeOffset="1399">993 137 7853,'-10'18'308,"3"-5"1,1 7 0,-2-1 6,0 3 1,1-2-1,2 4 1,0-1-10,3 0 0,1-4 1,1-4-75,0-1 0,5-5 1,2-6-600,5-2 1,-1-6 0,3-5 0,-1-5 95,0-3 1,0-2-1,-5 1 1,0-2 40,-2-2 1,0 2 0,0-4 0,-2 1 177,-3 3 1,-1 3-1,0 3 1,-1 0 106,-3 0 0,2 6 0,-4 1 0,-2 2-228,-1 4 0,3 2 0,0 3 0,-1 4-168,2 1 1,-1 5-1,4 1 1,-1 2 340,1 1 0,1 1 0,1 2 0</inkml:trace>
  <inkml:trace contextRef="#ctx0" brushRef="#br0" timeOffset="1491">1197 244 7853,'0'10'71,"-1"-4"0,-1 1-256,-2 0 1,-2-1-428,3 0 1,-2-4 93,2 2 518,2-8 0,1-1 0,5-5 0</inkml:trace>
  <inkml:trace contextRef="#ctx0" brushRef="#br0" timeOffset="2162">1352 225 7853,'0'6'13,"0"1"-254,0-5-38,0 6 279,0-7 0,0 4 0,0-5 0</inkml:trace>
  <inkml:trace contextRef="#ctx0" brushRef="#br0" timeOffset="2553">1479 205 6424,'0'7'-203,"0"-1"1,1-4-1,1 3 203,1-1 0,1-3 0,-4 3 0</inkml:trace>
  <inkml:trace contextRef="#ctx0" brushRef="#br0" timeOffset="2554">1790 40 9017,'-5'4'545,"0"-2"1,5 5-424,0 0 1,-1 2-1,-1 2 1,-1 2-124,1 3 1,0 3 0,-1 3 0,0 2 23,1 1 1,0-4 0,0 1 0,-2-4-1392,2-2 1,0-4-464,-1 1 1831,2-11 0,-4-3 0,5-8 0</inkml:trace>
  <inkml:trace contextRef="#ctx0" brushRef="#br0" timeOffset="2874">1819 1 7853,'-9'0'0,"-1"0"251,0 0 0,0 3 1,1 1-1,-1 1-48,0-1 1,3 4 0,-1-2-1,-2 3-312,0 1 0,4-1 0,-4 1 0,2 1-173,-1 2 0,3-2 1,0 2-1,1-2 17,-1 2 265,4-2 0,-6 3 0,2-4 0</inkml:trace>
  <inkml:trace contextRef="#ctx0" brushRef="#br0" timeOffset="2875">1634 351 7853,'-1'5'127,"-1"0"0,-2-2 1804,-1 0-1614,2 0 1,0-3 0,6 0-1,5 0-271,4 0 0,1-3 0,5 0 1,3 0-489,-1-2 1,4 4-1,-1-2 1,-1 2 441,2 1 0,-3 0 0,2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23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0 8681,'0'11'346,"-1"0"1,-2 1 0,-1-1-95,2 0 1,1 7 0,-1 3-188,-1 4 1,1 5 0,-1-3-1,1 2 1,2 2-203,0 1 1,0-3 0,0-4 0,0-4 117,0-2 1,2-7 0,1-1-829,5-6 847,-3-3 0,5-12 0,-4-3 0</inkml:trace>
  <inkml:trace contextRef="#ctx0" brushRef="#br0" timeOffset="269">202 0 7853,'-6'22'278,"-3"-4"0,4-2 1,0-1-1,0 0-10,3-1 1,-3 3 0,1 2 0,2 2-162,0 2 1,2 0-1,2 3 1,0 3-372,2 0 0,3-1 0,-2-4 0,2 0-380,1-3 1,2-10 0,3-1-23,2-4 0,-5-2 666,5-4 0,-5-10 0,6-2 0</inkml:trace>
  <inkml:trace contextRef="#ctx0" brushRef="#br0" timeOffset="529">438 112 7853,'-5'16'167,"-3"3"0,2 2 1,-1 2-1,-1 0 0,1 2 297,-1 2 1,6-1 0,-2-4 0,3-1 0,1-2-1,0-4-483,0-3 0,5-5 0,2-5 0,3-6 16,1-7 1,2-5 0,1-6 0,1-2-459,-2-2 0,0-2 1,-3-3-1,-2 2 107,0 2 1,-6 1 0,2 5 0,-3 1 195,-1 1 0,0 5 107,0-1 1,-5 8-1,-1 6-131,0 7 1,-3 3 0,6 8 0,0 0-351,2 1 1,1-4 531,0 1 0,5-3 0,1-1 0</inkml:trace>
  <inkml:trace contextRef="#ctx0" brushRef="#br0" timeOffset="777">629 90 7853,'-12'11'220,"6"-4"0,1 1 274,0 1 0,4-3 0,-4 1 0,1 3 0,0 3-401,2 2 0,1 1 0,1-2 1,0 2-526,0 1 0,3 2 1,2 2-1,0-2-72,0-4 1,4-3 0,-1 0 0,2-1-872,1 0 1375,-5-5 0,9-1 0,-3-5 0</inkml:trace>
  <inkml:trace contextRef="#ctx0" brushRef="#br0" timeOffset="1066">842 146 7853,'-5'11'0,"2"-3"0,-3-1 0,0 3 179,0 4 0,3-4 1,-1 3-1,2 2 330,-2 2 0,3-4 0,-3 2 0,4-1-463,4 1 0,2-3 1,5 2-1,1-4-279,-1-2 0,0-6 0,1 2 0,2-4-19,1-4 1,0-2 0,-4-7 56,1-2 1,-5-2 0,-1-6 0,-1 1 0,-2 0 171,-2-1 1,-1 1 0,-1 1 0,-2 2 131,-1 4 1,-4 2-1,2 2 1,-2 1 209,1 3 0,3 2 1,-4 5-329,0 0 1,3 1-1,1 3 1,3 3-567,1 3 1,0 3-1,1 0 1,3 2 198,3-1 1,-1-5-1,2-2 376,1 2 0,5 1 0,4 1 0</inkml:trace>
  <inkml:trace contextRef="#ctx0" brushRef="#br0" timeOffset="1431">1089 168 7833,'0'7'1050,"0"2"1,0-2-1165,0 4 0,0-4-376,0 1 0,1-6 410,3 2 0,2 1 1,5-1-1,0-2 67,0 0 0,-3-2 0,-1 0 0,2 0 1,1-2 9,1-1 1,1 1 0,-1-3 0,0 2 9,0-1 1,-5-1 0,-1 2-74,0 0 1,-3-2-237,1 1 121,4 3 1,-2-3 0,3 8-90,0 3 0,-4 2 0,2 0 0,0-3 199,0-1 0,2-1 1,3-3-1,1 1 34,3 2 1,2-1-1,3-6 1,-2-2 92,2-1 1,0 2 0,0-2-1,-3 0 187,0-1 0,-2 5 1,-4-2 371,0 3 0,-1 2-392,-2 3 1,-3 2-448,-5 5-1442,0 1 1666,0-1 0,3-6 0,2-4 164,1-3 1,2-6 434,3 4 0,-3 1 547,-1 3-1146,-4 0 0,2 0 0,-5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28.3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49 117 7853,'0'-17'89,"0"7"0,-1 1 182,-5 1 1,4 1 0,-5 3 92,0-1 1,5 9 0,-3 12 0,1 9 30,-1 6 0,3 11 0,-4 6-223,5 10 1,6 4 0,2 1 0,2-2 0,4 1-307,1-6 1,3-4-1,-1-6 1,2-8 106,4-11 0,3-15 1,8-8-407,-1-8 1,-1-17 0,0-16-1,-2-8 1,1-11 106,-1-5 0,-7-6 1,0 0-1,-4-2 77,-2 1 1,-2 10 0,-1-4 0,-4 8 503,-2 7 0,-1 22-150,-6 3 1,0 24 0,0 9-1,0 14 1,0 11 331,0 8 1,2 4 0,1 5 0,3 3-131,-3 2 0,4-11 0,1 1 0,-1-1-200,0 0 0,6-5 0,-2-6 0,3-5-1658,2-4 1,-3-14-1,1-2 1551,5-8 0,0-10 0,-2-2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28.6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195 1 7853,'-23'23'293,"3"-3"0,-5 6 0,-1-1 147,1 0 1,5-1 0,-2 6 0,6 7-15,5 2 0,4-1 1,7 4-1,2 1-204,3 4 1,4-9-1,8 8 1,1-7-107,3-1 1,-1-5-1,6-8-259,-3-1 1,4 1 0,-5-5-1,-2-4 1,-4 2-177,-5 0 0,2-9 0,-8 8-45,-1-3 1,-4-7 0,-6 0 0,-5-1 136,-3-1 1,-4 1 0,-2-6 0,-2-2-687,2-3 0,2-5 0,2-6 913,0 0 0,-1 0 0,1-1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28.8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8838,'0'18'0,"0"2"362,0 1 1,0 8 0,0-2 0,0 4-285,0 2 0,0-1 0,0-1 0,0-2-769,0-2 0,2-4 0,1 1 691,3-8 0,6-18 0,-3 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28.9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0 6762,'-17'0'502,"7"0"-263,-1 0 1,2 7 0,-2 4-74,5 4 1,5 1-167,1 0 0,7 8 0,2 1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29.2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24 7853,'0'16'802,"0"2"-502,0 4 1,0-4 0,0 5 0,0-1-15,0 0 1,0 7-1,0-4 1,0 2-52,0 0 0,0 0 0,1 4 1,3-2-236,2-2 0,4-5 0,-2 3-343,1-1 0,-4-8 1,6-7 101,2-2 0,-6-10 0,0-14 0,-2-8 83,1-6 0,1-9 0,-3-1 1,3-3 109,2 1 0,-4 2 0,6-3 0,0 6 113,-2 4 0,4 3 0,-6 6 1,0 7 90,1 5 1,-1 11 0,-4 4 0,3 12-11,-3 12 1,-1 6-1,-2 6 1,0 6-42,0 3 0,0 2 0,0-4 0,0-4-869,0-3 1,2-14 0,2 3 0,3-9-138,2-7 1,2-6 900,5-10 0,0-19 0,1-10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29.5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375 0 7853,'0'16'450,"-2"1"1,-4 1 0,-4 3 138,-5 7 1,-1 2 0,1 3 0,3 1-229,1 4 1,0-4 0,-3 3 0,3-8-586,5-8 0,4-8-129,2-2 0,8-20 0,3-4 0,3-10-11,2-12 0,2-5 1,2-7-1,4 2-181,1 2 1,-3 12 0,3 0 0,0 6 532,1 5 1,-6 9 0,1 8 0,-1 8 669,2 11 1,-4 12-1,2 15 1,-8 11-112,-6 8 0,-4 6 0,-2 5 0,0 4-132,0 1 1,-13-4-1,-3 4 1,-4 3-374,-4 3 0,-1-18 0,-7 1 1,-1-12-663,0-14 1,-1-12 0,-2-9-1,-4-7-695,-1-8 1,-3-5-1,-5-5 1315,1-6 0,-16-4 0,-3-1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0.28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24 7593,'0'-9'771,"0"-5"1,6 14-1,1 0-548,2 9 1,2 14-1,5 10 1,0 10-19,1 9 0,-1 8 0,0 9 0,0 5-164,1 6 0,-7-5 0,-1 7 1,1-10-36,-1-5 1,-6-9-1,3-8 1,-5-10-76,-1-13 0,-1-9-242,-5-7 0,4-5 0,-5-12 1,2-6 43,-1-8 0,1-6 1,3-6-1,-2-2 28,-1-4 0,1 1 0,8-4 0,3-1 80,2 1 0,4 3 1,7-4-1,3 2 294,3 4 0,1 9 0,5 7 1,3 8 77,3 6 0,-4 6 1,2 6-1,-5 6 55,-4 8 1,-9 7-1,-2 9 1,-8 2 35,-7-2 0,-1 1 0,-1-1 0,-5 4-127,-5 1 0,-10-10 0,-7 0 0,-2-6-350,-3-5 1,1-4-1,-1-5 1,2-6-513,4-3 0,-2-9 0,9-6 0,4-7-410,4-7 0,8-11 1095,-2-5 0,5 3 0,1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0.4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7896,'17'0'229,"-6"6"0,-2 1 0,-2 4 218,-4 7 1,5 5-1,-3 10 1,-1 3-88,-2 8 1,-2 3 0,0 14 0,0 4-272,0 2 0,-6-9 1,1 3-1,1-6-533,2-8 0,4-9 0,4-4 0,4-11-431,5-12 1,1-7-1,0-6 1,1-5 874,-1-9 0,7-8 0,3-9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0.7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1 129 8084,'0'18'529,"0"4"1,0 7-175,0 7 0,0 7 0,0 8 1,0-1-91,0-3 1,7-9 0,4-1 0,3-8-423,3-8 1,-1-10-1,0-9 1,1-11 188,-1-13 1,-2-9 0,-3-7 0,-5-5-79,-5-4 0,-1-7 0,0 1 0,0 5-223,0 2 1,-7 10 0,-4 0 0,-3 5 204,-2 4 0,-1 13 0,1-1 0,0 6 72,-1 6 0,3 3 1,3 5-522,6 6 0,3 3 0,4 3 0,3 1-62,6 3 1,3-3 0,3 2 574,-1-7 0,7 9 0,3-4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0.8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161 0 7853,'-14'16'87,"3"3"0,-11 2 1,4 6 519,2 4 1,0 9-1,-1 1 1,3 3-77,3-1 0,2 1 0,5 3 0,-1-2-409,1-2 1,10-12 0,5 1 0,3-3-37,2-3 1,2-8 0,2-9 0,4-2-671,1-3 1,0-10-1,4-6 1,-2-8-938,2-7 1,-3-1 0,1-2 1520,2-5 0,-6-1 0,1 4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1.0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82 1 7853,'-2'16'215,"-3"0"1,1 2 0,-5 2 0,0 4 516,0 1 0,5 2-1,-3 7 1,2 4-440,-1 6 1,-1-3 0,4 1-1,-3 0-297,2-1 1,3-5 0,1 2 0,0-3-592,0-3 0,5-12 0,2-6 1,2-4 319,4-7 0,1-3 0,3-5 276,-1-6 0,8-11 0,1-3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1.2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196 0 7853,'-16'8'232,"0"2"0,-6 5 0,0 1 1,0 2 102,-1 4 1,5 5-1,-2 9 1,6 4 240,3 2 0,7 1 0,-1 4 0,3-4-256,2-5 1,7-5 0,4-6 0,5-7-568,6-7 0,3-6 1,8-7-1,-1 0-541,1 0 1,1-7 0,1-6 0,1-5 787,0-4 0,-5-7 0,8 4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1.7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178 17 8573,'-7'-9'869,"-2"1"0,-8 10-530,1 4 1,0 3 0,-1 9-1,1 5-59,0 10 0,0 3 1,1 11-1,2 4-87,3-1 0,6 3 1,-1-1-1,5 2-300,5-1 1,4-10 0,9-7 0,4-5-701,5-4 1,0-14 0,4-2-1,5-8-171,4-3 0,-2-16 0,3-9 978,-1-10 0,5-17 0,-3 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1.9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1 7853,'-17'31'138,"6"-2"0,2 14 1,0 2 153,0 2 1,6-2-1,-3 1 1,4 1-136,2-2 1,0-7 0,0-2-932,0-7 0,2-15 774,4-14 0,3-14 0,7-11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2.0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0 7875,'-16'17'-87,"2"-1"-192,3 0 0,-2-5 1,8 0 278,1 2 0,10 1 0,3 2 0,7 1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2.2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7853,'0'33'381,"0"-4"0,0 2 0,0 5-103,0 4 1,1-1-1,3 7 1,1 2 18,-1 3 1,3-4-1,1 7 1,-1-3-387,0-2 0,0-6 1,-3-1-1,3-3-1246,2-2 1,-5-8-360,1-2 1694,-3-15 0,-2 3 0,0-15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2.4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0 225 7859,'6'-22'0,"1"-1"155,2-2 1,-4 5-105,6-2 0,0-2 0,5 3 0,3 1 0,2 2 71,6 2 1,-9 6 0,-1 7 0,-5 6 67,-3 8 0,4 6 1,-8 3-1,-1 3 48,-2 2 1,-2 4 0,-2 7-1,-3 2-199,-6-1 0,2-1 0,-2-2-174,-2-1 0,1 1 0,-1-11 0,2 1 0,0-1-1195,2-3 0,-3-12 623,6-14 1,1-5 706,5-16 0,0-7 0,0-8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2.6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 7853,'8'-9'346,"-5"1"199,8 8 0,-5 0 0,4 2-12,3 4 1,-6 8 0,1 10 0,-3 3-340,0 7 0,6 0 0,-4 10 1,1 3-291,-1 5 0,4-1 0,-4 3 1,0-3-719,0-2 0,1-8-346,-3-3 0,-1-13 1,5-12 1159,-2-16 0,-2-7 0,-5-28 0,0 4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2.8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1 245 7853,'16'0'0,"0"0"206,1 0 0,1 0 0,3-2 0,5-2 0,-1-3 367,-3-2 1,-4 4 0,-4-6 0,-1-2-358,-2-1 0,-6-4 1,4-2-1,-1-2-163,-5 2 0,-6 0 0,-5 0 0,-3-1 139,-7 1 0,2 9 0,-7 5 1,1 5-21,0 1 1,-1 7-1,5 4 1,0 7-103,3 9 1,4 0 0,-1 13-1,3 0-318,1 3 1,3-1 0,5-1 0,0 1-660,0-1 0,2-5 0,3 1 0,6-8 49,3-8 0,3-4 0,1-7 858,3-4 0,-2-19 0,4-5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3.1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49 7853,'9'7'267,"-2"3"0,-7 6 0,2 0 460,3 0 1,-3 2-1,3 2 1,-1 4-376,2 1 0,-3 8 0,6 6 0,-2 3-395,-3 3 1,3 2 0,-1 0-1,-1 0 181,2 2 1,-5-11-1,4 5 1,-5-6-411,-1-5 1,0-7-1,-1-5 208,-5-7 1,-1-15 0,-4-14-1,4-9 174,0-6 1,3-11 0,-5-7 0,2-7-33,3-1 0,2-5 1,2 8-1,2 1-105,4 3 0,-3 3 0,6 3 0,0 6-676,0 4 0,2 7 1,5 2-103,1 1 1,-1 10 0,0 8-1,0 4 805,1 2 0,-1 8 0,0 1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3.3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260 1 7853,'-9'7'617,"-3"2"0,4 7 0,-1 2-307,-3 4 0,3-2 0,-2 9 1,-2 5-68,-1 8 0,-3 8 1,3 6-1,1 8-226,2 2 0,1-8 0,-5 4 0,3-6-792,1-4 1,5-17 0,-3 1-1,0-11 775,0-10 0,-2 1 0,-5-7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4.1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49 8971,'0'-11'-201,"1"2"286,5 2 1,3-4-1,7 6-203,0 1 1,-5 2 0,0 2 0,2 0 63,1 0 1,-3 7-1,0 4 1,0 4 47,-2 1 1,5 7-1,-5 5 1,2 2-157,0 3 0,-6-2 1,4-2-1,1-2 54,-1 2 108,-6-13 0,12 13 0,-6-11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4.8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 8160,'-9'11'1232,"4"0"-1066,3 1 1,2 10 0,0 7 0,0 5 0,0 8 115,0 5 0,2 5 0,2 13 0,1 2-313,-1 4 0,3-8 1,-2 4-1,1-4-487,1-7 1,-5-9 0,3-7-1496,-3-6 2013,-2-5 0,-7-12 0,-2-1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4.9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1 277 7740,'0'-9'696,"0"-6"0,0 5-497,0-5 1,7-1-1,4 1 1,4 3-327,1 1 1,2 0 0,2-5 0,3-1-798,3 1 0,1 0 0,3-2 924,-2-4 0,10-3 0,-4-8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5.3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0 7740,'-7'17'169,"5"-1"1,-5 0-1,1 0 173,1 1 1,-1 1 0,6 3 0,0 6 3,0 4 0,0 2 0,2-1 1,2 3-174,1 3 0,6 1 0,-4 7 0,0-3-114,1 2 1,3-10 0,-4-3-1,0-3-268,0-4 0,6-3-79,-2-11 0,-2-6 1,0-12-1,0-7 77,0-6 1,-4-11 0,4-2 81,-1-8 0,2-4 0,-2-1 0,-1 3 0,2 0 134,0 1 1,0-1 0,4 8 0,-4 6 363,-2 4 1,0 5-207,-1 9 1,-3 6 0,6 12 0,-2 11-39,-3 13 0,0 3 1,-1 8-1,3 0-460,-3-1 1,1-3 0,0 4-1,1-3-300,-1-2 0,3-10 1,-2-6-1,1-4 227,1-6 1,-3-4 0,5-11 407,-2-7 0,6-7 0,-4-14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5.5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49 293 7740,'17'-7'97,"-1"5"1,0-5-1,0 2 1,1-2 0,-1-1-1,0-1 285,1 0 1,-1-2-1,-2-5 1,-1 0-112,-2 0 0,-8-1 1,5 1-1,-3 0-224,0 0 1,1-1 0,-8 1 0,-2 0-88,-1-1 1,-9 1-1,-1 2 1,-5 3-18,0 5 1,-5 5 0,0 2 0,-1 5 155,5 5 1,1 5 0,2 6 0,0 5 16,3 4 0,10 5 1,-1 3-1,5 8 217,1 4 0,7 3 0,4 11 0,5 0-248,6 1 1,5-12-1,9-5 1,2-6-414,-2-9 1,-2-10 0,-3-4-1,-2-8 7,-2-6 1,-2-13-1,4-8 1,-3-7-2316,-3-3 2636,-1 5 0,-6-10 0,0 4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6.2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1 115 7740,'0'-11'114,"0"0"646,0 7-463,0-3 1,2 7-1,3 4 1,6 7-99,3 10 1,3 10-1,-1 9 1,2 9-135,4 8 0,-2 7 0,5 1 0,0 0-7,0 0 0,-5 0 0,2-3-59,-4-8 1,-2-9 0,1-20 0,-1-12-15,0-17 1,-5-14 0,-2-20 0,-2-5 1,-3-4 0,3-9 1,-1-2-1,-3-4-208,-1-3 0,3 11 0,1-6-46,-3 8 0,-1 7 0,0 3 1,2 8-1,3 3-291,2 8 1,2 1 0,5 4 0,2 2 557,4 7 0,-4 5 0,13-3 0,-6-2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6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161 0 7740,'-16'13'454,"0"3"1,-6-1 0,1 10-167,1-2 0,3 6 0,5 0 1,3 6-1,0 4 2,0 3 1,5-6-1,-1 2 1,5-5-243,5-6 0,0-4 0,10-8 0,3-4-167,0-6 1,6-3 0,-3-2 0,1-4-107,1-7 1,-3-1-1,6-15 1,-3-4-21,-3-5 0,-2 0 1,-2-6 141,1 2 1,-3 2 0,-1 6 0,-4 1 0,-2 4 223,-3 5 1,-1 6-18,3 5 0,-5 6 0,5 10 0,-4 8 0,-2 8-186,0 12 0,0 1 1,2 10-1,1-1-270,3-1 0,1-3 0,-4-6 1,5-2-52,1-4 0,-4-11 403,6-10 0,0-12 0,5-3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6.7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10164,'0'16'685,"0"2"0,0 4 1,0 7-588,0 7 0,0 2 1,0 9-1,2 5-297,4 4 1,3-2-1,7 4 1,0-2-175,1-3 0,-1-8 0,0-5 0,0-6-771,1-9 1,-1-12 0,0-11 1143,0-11 0,-1-9 0,-4-15 0,-4 1 0,0-1 0,-5-7 0,5-1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7.0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49 225 7740,'0'-18'121,"-2"-2"289,-3-2 1,3 6-1,-5 7 10,0 2 0,3 9 1,-5 9-1,2 3-228,3 2 1,2 8 0,2 3 0,2 4-124,4 1 0,-3-5 1,8 0-1,2 2-77,1 2 1,2-4 0,1-1 0,-1-3-178,0-3 1,1-2 0,-1-3-1,0-5-27,0-4 0,2-12 0,1-6 1,-1-8 5,-4-7 1,-3-11 0,0-6 0,-4-3 132,0-1 1,-5-3-1,3 0 1,-3 1 298,-2 3 0,0 14 0,0 2-19,0 6 0,2 11 0,2 10 1,1 8 9,-1 6 1,-1 12 0,1 5-1,3 6-175,2 5 1,-3 0 0,5 7 0,1 2-397,3-2 0,-5-5 1,0 1-1,-1-1-574,0-4 1,1-7 0,7-5-587,-1-6 1514,-7-5 0,6-13 0,-6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7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1 503 7838,'9'-7'553,"0"5"0,-4-3-208,6 3 0,3-5 0,3-6-281,-1-7 0,0 2 0,0-4 0,1 3 35,-1-3 1,0-3 0,-1-6 0,-3 2 1,-1 2 1,-7 7 0,1-2 84,-3 4 0,-9 9 0,-4 5 1,-3 8 19,-3 7 0,3 11 0,1 5 0,2 5-70,-1 6 1,4-2 0,1 6 0,2 0-292,-1-1 0,1-3 1,5 2-1,2-2-582,3-2 1,-1-11 0,8 4 135,6-9 1,-1-2 0,6-12 0,1-6 0,3-9 154,4-13 1,-2-14 0,-1-8 445,1-3 0,4-7 0,-11-2 0,-2 0 0,-2-4 0,-2-3 0,-5 12 0,-2-6 0,-2 4 0,-3 8 0,-8 11 0,-3 14 0,-2 7 779,-4 8 1,4 5 0,0 5 0,0 6-151,0 3 1,5 10 0,-1 3-1,3 4-367,2 1 0,7 1 0,2-1 0,2 1-89,0-1 0,0 1 0,5 0-152,0-1 1,1 1 0,-1-1-1,0 1 1,-1-1-88,-4 1 1,1 1 0,-6 0 0,-3 1-68,-1-4 1,-6-2 0,-5 1 0,-7-3-283,-2-5 0,-7-6 0,-1-3-334,1-2 1,-6-8 0,4 3 0,-3-6 748,-3-6 0,-7-10 0,-1-9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7.9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277 82 7944,'-11'-20'0,"0"2"397,-1 4 1,-3 6-1,-1-1 1,-2 2-116,-4 3 0,4 3 0,-4 2 0,2 5 62,-1 5 0,6 10 1,-5 7-233,0 2 1,2 8 0,8 2 0,4 0 0,4 3-243,2 4 1,0-2 0,2 10 0,4-5-314,4-1 0,12-6 1,5-3-1,6-4-206,5-5 1,3-9 0,8-2 0,0-8 170,0-6 0,1-8 0,1-9 478,-2-11 0,1-14 0,-12-7 0,8-11 0,-5-4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8.2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229 182 7888,'0'-19'0,"-2"0"0,-4-1 0,-5 5 336,-3 8 1,-8 7 0,1 5 57,1 6 0,-4 11 1,1 5-1,1 2 1,2 0-14,6-2 1,3 0-1,0 4-335,6-4 0,3 2 1,2-6-1,2 1-303,3-1 1,9-3-1,10-9 1,-1-5 53,1-5 0,5-10 0,-2-5 0,4-10-24,1-6 1,-6-1 0,-5-12 0,-3-3 104,-1-1 0,-1-1 1,-2 1-1,-3 3 265,-5 6 1,-5 11-50,-1 5 1,2 19 0,2 10 0,3 13 183,2 12 1,-3 3 0,4 6 0,3 1-538,2-1 1,-3-3-1,1 4-228,-1-2 0,7-4 0,-9-9 0,5-7 0,1-6 487,0-3 0,1-7 0,-1 3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8.5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17 176 7740,'-2'16'363,"-1"0"0,-3 0 172,2 1 1,3 8 0,1 6 0,0 7-213,0 3 0,5 3 0,2 4 0,2 1-240,4 0 0,-4-7 0,0-6 0,0-7 92,0-8 1,-3-4 0,4-6-317,3-6 0,-4-18 0,0-8 0,-2-10-278,-3-7 1,3-11-1,-1-9 1,-1-1 130,2-1 0,-3 2 1,5-3-1,0 3 299,0 2 0,2 7 0,5 9 1,-1 6 119,-4 9 1,3 12 0,-3 9-1,3 8-82,3 7 1,-1 18 0,0 9 0,0 9 90,1 7 0,-1-2 0,0 6 1,0-4-381,1-7 0,-6 2 0,-1-9 1,1-2-781,-2-6 1,6-10-1,-4-2 1020,3-7 0,2-6 0,1-7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8.8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308 49 7740,'-16'-7'75,"0"-4"0,0 2 0,-3 0 0,0 2 530,-3 3 1,-2 3 0,4 1 0,-3 1-171,-2 5 1,5 5-1,-2 10 1,4 8-220,2 7 1,7 2 0,1 9 0,3 4 31,0 0 0,1-1 0,9-3 0,6-2-284,4-1 0,3-13 0,2-1 1,3-4-785,2-6 0,-3-10 0,5-6 0,2-8 361,2-6 0,-4-14 1,-2-9-1,1-8 459,-1-6 0,-5-9 0,3-2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9.1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0 7876,'0'17'344,"-5"-7"1,-1 1 0,3 4 123,1 5 0,2 0 1,0 7-1,0 2-167,0 1 1,0 5 0,0 3 0,0 5-95,0 4 0,7-4 0,2-1 0,2 0-265,0-1 0,-2-5 0,4 1 1,-3-9-173,3-6 0,-4-11 0,2-6 110,2-3 1,-4-11-1,0-9 1,-2-13-212,-3-10 0,-1-6 1,1 0-1,1 2 166,-1 1 0,-1 8 0,1 0 0,3 5 219,2 4 1,-3 14 45,5 3 0,-1 15 0,5 11 1,-2 11-115,-3 9 1,1 1 0,6 6 0,-1 2-27,0 2 1,-3-5 0,-1-4 0,5-4-1015,1-1 0,-2-8 0,9-5 1054,-1-7 0,5-6 0,-4-7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9.5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163 0 8328,'-16'8'0,"-2"2"338,-4 5 0,4 7 0,-4 1 0,4 4-36,2 7 0,7 1 0,2 8 0,1 1 176,1-3 1,-1 4-1,8-8 1,4-5-422,5-3 0,8-11 0,3 0 1,0-7-360,1-4 0,-3-3 0,7-10 206,2-4 1,-5-14-1,-1-7 1,-3-7 0,-2-3-589,-3-4 0,-4-1 0,1 1 0,-3 4 480,-2 1 0,1 7 0,-5 8 959,3 2 1,-1 10-485,-5 13 1,0 9-1,0 13 1,0 7-56,0 7 1,0-2 0,0 4 0,2-4-493,3-1 1,-1-6-1,5-2 1,0-1-1750,0-4 0,-3-8 2025,4-1 0,1-14 0,6 1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39.8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 8876,'2'16'512,"4"1"1,-5 1-1,7 2 1,-3 3-195,0 2 1,6 4 0,-3 7-1,-1 4-166,0 2 1,6-6 0,-4 2 0,0-6-180,-4-4 1,-1-7-208,1-10 0,-3-13 0,3-14 0,-3-11 19,-2-9 0,0-4 0,0-5 1,0 1 102,0-1 0,0 5 0,2 2 0,2 4 170,1 2 1,1 6-1,-5 6 1,3 6 168,1 3 0,3 9 0,-5 2-52,3 9 0,4 13 0,-2 7 0,-1 7 0,2 7-13,0 4 0,0 4 1,4 1-1,-2 3-373,1-3 0,3-8 1,-1-6-703,-3-4 0,3-11 1,-3-6-1,4-10 0,-1-9-950,-3-9 1863,4-7 0,1-22 0,9-1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0.1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0 7740,'-11'0'1125,"0"0"-562,-2 0 1,-1 2-1,-1 4 1,3 4-52,1 5 1,0 8 0,-3 4 0,3 4-368,5 2 1,5-1 0,1 1 0,0-2-181,0-4 0,1-4 0,5-8 0,5-5-326,3-4 1,2-4 0,1-4 0,1-5-170,3-10 1,-2-4-1,2-8 1,-3 3 219,-1 3 1,-7 3-1,1 9 384,2 6 0,1 3 0,1 6 0,-4 6 461,-6 12 1,-1 9 0,-1 7 0,3 7 261,-3 7 0,-3 3 0,-3 6 0,-4 2-597,-2-1 1,-2-6 0,-6-2 0,1-5-818,0-7 1,0-21-827,-1 6 1,1-12-1,2-1 407,3-12 1,4-9 0,7-9 1035,0-1 0,0-6 0,0-2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0.4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49 322 7740,'16'0'0,"1"-2"0,-1-1 398,0-3 0,2-1 0,2 2-61,2-6 0,-2 2 0,-8-2 0,-3-4-207,-1-4 0,-1 0 0,-3-4 0,1 1-91,-1 1 0,-8-7 0,-3 7 1,-2-1-30,-4-1 0,-3 10 0,-6-2 0,-3 5 176,-1 1 1,1 5 0,5 0 46,-1 8 0,1 5 0,7 9 0,4 2 0,2 3 23,3 3 0,2 1 0,4 5 0,4 1-21,4 0 1,7-1-1,4-1 1,6-2-501,4-2 0,7-7 0,2 0-366,2-8 0,1-6 1,6-12-1,-2-6 0,-4-8-3461,-5-7 4092,-4-11 0,-1-4 0,0-7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0.9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89 7740,'0'-16'0,"0"0"40,0 0 1,0 5 0,0 0 515,0-2 1,0 8-278,0 5 1,0 9-1,0 14 1,0 10-93,0 9 0,7 6 0,2 7-107,0 4 0,6 5 1,-6 2-1,1 3 1,-1 3-552,-1 3 0,3-12 0,-6 0 0,-1-5-233,-3-6 0,-1-15 1,-1-12 703,-5-11 0,-10-6 0,-9-8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1.3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0 407 7926,'0'-16'714,"2"0"0,2 0-676,1-1 0,8 7 0,-3 1 0,7-1-20,4 1 1,5 6 0,6-3-1,1 3-415,-1-3 1,6 3 0,2-8 0,2 0-36,3 2 0,-5-5 0,-4 3 0,-5-4 432,-4-1 0,-2 0 0,2-1 0,-11 10 46,-10 7 0,-6 13 0,-4 10 0,-3 3 618,-2 3 0,5 3 0,-1 2 0,3 3-162,2-1 0,0-11 1,0 8-1,2-4-499,3-4 0,4-3 0,8-12 1,-1-6-168,0-8 0,0-8 0,1-14-8,-1-6 1,-5-17-1,-2 0 1,-2-1-1,-3-1-27,-2 2 0,-2 2 0,-2 6 1,-2 6 99,-1 6 0,-8 9 1,2 1-131,-3 6 0,-3 6 0,1 9 0,2 3-522,3 6 1,4 3 750,7 3 0,0-7 0,0 1 0,7 0 0,2 5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1.4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8770,'15'2'1011,"-3"5"1,-3 9-570,-1 9 1,4 6 0,-1 3 0,4 6-415,1 9 1,2 2 0,2 6 0,2 1-287,-2 0 0,-2-4 0,-4 2 0,-1-3-125,-2-6 1,-6-9 0,4-2 0,-2-7-725,-3-7 0,-4-11 0,-6-6 1107,-4-3 0,-5-9 0,-1-3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1.6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98 7740,'0'-16'1230,"0"0"-1212,0-1 0,2 7 1,4 1-1,5 1-317,3 5 0,2 1 0,2 2 0,4 0-273,5 0 1,0 0 0,4 0 571,3 0 0,2-7 0,-3-2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1.9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163 1 7356,'-25'7'356,"3"4"0,4 4 0,2 1 0,-2 2 156,-4 4 0,9-1 1,-1 8-1,5 2-234,5-2 1,2-6-1,2 3 1,0-3-416,0-3 0,10-9 0,4-4 1,6-1-178,0-1 1,3 0-1,1-6 1,-1-5 68,1-5 0,3-3 1,-5-4-1,-3-2-56,0-2 0,-3-1 0,-2 3 0,-1-2 297,-2 2 1,-6 0 0,4 0 0,-1-1 364,-5 1 0,-1 7-46,-2 2 1,0 10-423,0 1 1,0 7-1,0 11 1,0 2-412,0 1 1,2 1 0,1-6-784,3 1 1301,6-1 0,-3-7 0,8-2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2.1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28 7740,'0'-11'924,"0"0"0,-2 7 1,-1 3-366,-3 10 0,1 5 0,5 17 0,0 5-336,0 4 1,0 3-1,2 4 1,1 0-427,3 2 1,1-4-1,-2 9 1,4-3-739,0-2 1,6-8-1,-4-4 85,3-9 0,2-11 0,1-14 0,-3-8 856,-3-11 0,4-15 0,-6-11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2.2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8413,'0'27'1928,"0"2"1,0 5-1584,0 8 0,2 1 1,1 4-1,5 4-747,1-1 1,-4 3 0,6-3 0,0-1-323,-2-7 0,5-6 1,-5-5-1,2-6-1520,0-9 2244,-7-7 0,10-16 0,-5-2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2.4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98 7740,'0'-11'475,"1"2"-21,5 2 0,-3-4 0,8 4-419,2-2 1,-4 5 0,2-1-1,2 1-693,1-1 0,2 3 1,1-4-1,-1 5 658,0 1 0,8-8 0,1-1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2.5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82 0 8440,'-2'16'455,"-4"1"1,3 1 0,-8 3 0,0 7 0,2 4 246,4 6 0,-3 0 0,3 11 1,0 7-459,-3 5 1,6 4 0,-3 1 0,3-1-513,2 0 1,0-2 0,0-5 0,0-8-1153,0-4 0,0-16 329,0 3 0,2-19 1,2-5 1090,1-10 0,8-8 0,-4-8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2.7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0 7936,'-2'18'246,"-3"4"0,3-8 0,-4 8 1,3 2 261,-3-1 0,3 8 0,-6-4 0,2 6-215,3 5 1,-3-2 0,1 7 0,3 2-265,1 2 1,2-3 0,0-3-1,0-1-750,0-4 1,0-3 0,0-6 0,2-5-1442,3-4 2162,-3-9 0,5 5 0,-7-5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3.3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371 115 7740,'0'-16'24,"0"-1"1,-2 1 0,-2 0 0,-3-1 286,-2 1 1,-2 7 0,-7 4 0,-2 3 309,-1 2 0,-8 0 0,3 4-238,1 6 0,-6 3 1,4 14-1,-2 4 0,2 5-128,6 7 0,2 1 0,5 3-233,3 3 1,-2 3 0,8-2-1,3-1 1,6 3-334,7-1 1,5-5 0,6 4 0,5-10-597,4-8 1,3-17-1,2-2 1,4-4 311,1-7 0,-3-5 0,4-9 0,0-12 595,-1-11 0,-5-8 0,0-7 0,-7 0 0,9-14 0,-3-4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3.6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261 187 7513,'-7'-16'143,"-2"1"0,-7 3 0,-1 3 0,1 2 1,-2 3-1,-2 2 0,-2 4 698,3 3 0,-1 6 0,2 9 0,0 4-688,3 1 1,2-3-1,-1 3 1,3 0-1,6-1 1,3-1-1,4-3-242,3-2 0,4-3 0,7-5 0,3-4 0,0-4-283,3-2 0,7-8 0,-4-4 0,2-8 157,1-7 1,-9-6-1,3-3 1,-4-4-18,-1-1 0,-7 5 0,-1-1 0,0 7 465,0 3 0,-5 7 136,2-2 1,-5 13-1,-1 11 1,0 12-160,0 12 1,0 6 0,0 4 0,0 2-102,0-2 0,6 1 1,1-3-321,2-2 1,0 5 0,4-12 0,-2 0 0,1-3-570,3-4 0,6-7 1,1-2-1,-2-2-1521,-2-3 2301,-2-10 0,1-10 0,-1-9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4.0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49 138 7740,'-11'0'468,"0"0"1,8 7 0,-4 4-1,1 3-207,1 3 1,-1-1-1,6 2 1,0 2-38,0 1 0,6 1 0,1-6 0,2 1-295,4-1 1,1 0 0,2-1 0,1-4-263,-1-6 0,2 2 0,2-1 1,2-5 158,-3-4 0,-6-6 0,-2-9 0,0-2 56,-2-2 0,4-9 1,-8 1-1,-1-6 153,-3-1 1,-1-1-1,0 4 175,0 3 0,-1 6 0,-3 1 1,-1 8 238,1 2 0,2 8 0,2 6-258,0 9 0,6 13 1,1 5-1,2 4-113,3 1 0,3 1 0,1 0 0,0-1-373,1 1 0,4-1 1,-1-1-1,-2-4-523,0-5 1,-10-4 0,8-4-1,-2-3 89,1-5 1,-6-6 728,-4-6 0,4-10 0,0-9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4.5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0 7740,'-16'0'0,"-1"0"0,1 0 588,0 0 1,5 2 0,0 2 0,0 3-86,2 2 1,-3 2 0,6 5-1,3 0-324,1 0 1,4 8 0,3 1-90,6 1 0,3 4 0,3-3 0,-1 4 0,0 2 87,0-1 0,1 1 0,-1-2-193,0-4 0,-5 2 0,-2-6 0,-2 1 0,-3 1-650,-2 0 1,-2-5 0,-2 2 19,-4-4 1,3-9 0,-8-4-31,-2-3 1,4-4 0,0-5 0,2-7 675,3-6 0,-3-4 0,2 4 0,1-3 0,2-2 0,4 3 0,4-5 0,4 0 0,5 1 0,-4 3 0,0 7 0,1-1-21,3 1 0,1 0 0,0 1 0,1 3 456,-1 1 1,2 0 0,2-5 0,1-1-17,-1 1 0,-2-2 0,-1-2 0,-1-2-101,0 3 0,-7 0 1,-3 3-1,-4 0-72,-2 0 1,-2 1-1,-4 4-10,-5 6 1,-3 3-1,-2 4 1,-2 3-85,-4 6 0,9 5 0,-3 4 0,2 4-61,-1 1 0,4 4 0,2 5 0,2 3-238,3-1 1,3-6-1,1 8 1,0-1-472,0 1 0,7-9 0,4-1 0,3-4 137,2-4 1,6-13 0,0 4 0,-1-7-189,3-4 1,-4-8 0,5-4 668,-1-8 0,5-6 0,-4-6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5.1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 17 7431,'-9'-7'1441,"-5"5"1,10-5-728,-7 7-462,8 0 29,-4 0-152,7 0 314,0 0 72,7 0-515,-5 0 0,5 2 80,-7 3 1,-6 4-8,1 7 1,-6-5-228,6 0 1,-2-2-424,1 2 0,4-2 445,-3-4 1,5-3 0,5 4 113,6-5 1,-2 5 0,2-1 7,2-1 1,-4-2 362,2-2 1,-2 1-156,1 5 0,0-4-187,-5 3 0,-3-1 26,3 1 84,-3-3 1,-2 12 101,0-3 0,0-2-229,0 2 1,0 0 0,2 7-33,3 4 1,-1-4 0,7 5 0,1-1 5,3 0 1,1 5-1,0-4 1,1 1-65,-1-1 0,0 6 0,0-3 0,-1-1 180,-4-3 0,1-2 1,-6-1-1,-3 3 11,-1-2 1,-2 4 0,0-3 0,-2-1-219,-3-2 1,-4-3-1,-9-3 1,-2-1-118,-2 2 0,-1-6 0,3-2 1,-2-3-586,2-2 1,-3 0 0,1 0 824,2 0 0,-5 0 0,0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5.9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131 31 7635,'-16'-5'0,"-1"0"96,1 1 1,5 0 0,1 1 388,-3-3 1,6 3 0,1 8-224,4 6 1,10 12-1,4 10 1,8 10-62,7 10 1,4 5 0,2 7 0,1 0-54,4 0 0,-4-2 1,2-5-1,-7-9-57,-7-9 0,-4-13-183,-2-6 0,-7-12 0,-5-7 0,-8-7 49,-6-4 1,-10-2-1,-4-5 1,-1-1 0,-4 1 0,-2 5 1,-1 2-1,-1 0-106,1 0 0,4 6 0,3-3 1,0 6 224,0 6 1,6 3 0,1 7 0,8 0 87,2 0 1,3 6-1,7 2 0,3-1-111,6 1 0,3 3 0,4-6 0,4-2-211,5-7 1,-1 1 0,1-8-1,2-1-562,1-2 1,3-4 0,-1-4 0,-1-4 718,-4-5 0,4-8 0,-6-3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6.1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7740,'0'34'9,"0"4"1,6-7-1,-1 3 1,-1-1 657,-2-4-1465,5-8 1,-5-6 797,3-15 0,4-15 0,0-10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6.3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66 7740,'-14'-16'0,"1"1"233,2 4 1,6-1 554,-6 6-1121,8 1 1,3 7-1,10 1 1,5 5-702,1 1 1034,0-6 0,15 12 0,3-6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6.5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 1 7740,'-17'7'221,"1"4"0,0 5 1,0 4-1,1 2 553,4-2 0,-1 5 0,6 4 1,3 5-322,1 4 0,2 7 0,2-1-460,3 3 0,9 7 0,8 0 1,-2-3-1,0-4-814,2-4 0,-4-10 0,3 1 531,-3-3 0,-3 1 1,-2-12 289,-3-5 0,-6 1 0,3-7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6.6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1 228 7742,'0'-16'762,"0"0"0,0 5 1,2 2-768,3 2 0,4-4 1,9 3-1,2-1-546,2-3 1,7-3-1,-1-1 1,7 0-776,3 0 1326,0-1 0,2-6 0,1-3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6.8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98 1 8222,'-16'7'212,"0"2"1,-1 9 0,3 2 386,3 2 0,-2 8 1,8 3-1,1 9 69,2 5 0,4 9 1,4 1-1,5 3-632,3 0 1,2-8-1,1 2 1,-1-3-648,0-2 0,-1-11 1,-3-6-1,-1-3-1398,2-5 0,-4-10 431,2 3 1578,-8-8 0,-3-17 0,-9-1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7.2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49 294 7740,'-16'-17'521,"5"1"0,2 0 109,2 0 0,1-1 0,8 1-387,4 0 1,4 0-1,12-1 1,3 1-569,1 0 1,4 0 0,-2 1 0,2 2-426,3 3 1,-1-1-1,1-4 1,-2 4 749,-4 6 0,4-4 0,-6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7.4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0 7740,'-9'17'263,"-3"-1"0,4 0 0,1 0 349,0 1 1,0 4 0,3 3-1,-1-1-75,1 1 1,2 3-1,4-4-494,4 3 0,-3-6 1,10 3-1,3-1 0,4-2-224,0-6 1,0 2-1,0-6 1,3-1-1,1-4 1,-1-3-1,-3-4-197,-2-3 0,-3-6 0,-3-11 0,-3-5 0,-2-6 300,-3-5 0,-2 2 1,-4-5-1,-2 1 0,-1 5 1,0 7-1,-1 6 904,1 4 0,-1 5-473,6 8 1,2 14-1,2 18 1,3 4-594,2 1 0,4 6 0,7 0 0,1-2-349,-1-1 1,0-8-1,0-2 1,2-1-34,-2-5 0,-1-8 622,3-5 0,3-5 0,8-1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7.6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 7740,'-11'0'615,"0"0"1,7 7 0,-1 4 0,3 3-142,2 2 0,2 8 0,3 3 0,8 4-282,7 1 1,0 1 0,5-1-1,-1 1-85,-4 0 1,3-1 0,-3 1-6,-6-1 1,3 1-1,-8-3 1,0-2-1,-4-5-539,-3 1 1,-4-6-1,-3 3 1,-6-4-704,-4-7 1,-1-1-1,0-5-855,0 2 1995,-1-8 0,1-7 0,0-8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7.8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8623,'11'33'345,"0"-1"0,-6 1 0,4-1 1,0 2-390,0 4 1,-5-10 0,1-1 0,-1-7-854,1-4 0,-3-9 897,4-7 0,-4-14 0,-2-12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8.0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1 7881,'-8'9'628,"7"5"-978,-5-3 1,6-4 0,4 0-441,1 1 790,8-7 0,-4 7 0,7-8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8.1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64 131 7740,'0'32'0,"0"1"737,0-1 0,-6 3 0,1 1 1,1 3-197,2 3 0,8-11 0,1-1 1,2-4-586,4-6 1,6-9 0,3-6-1,-2-3-184,-2-2 0,-2-9 0,1-6 0,-1-6 111,0-5 1,-7 5-1,-3-5 1,-6-1 62,-6-4 0,-3 8 1,-7-8-1,-2 4 88,-4 2 1,4 5-1,-4-2 1,3 4-228,-3 2 0,9 0 1,-3 1-1,1 2-545,1 3 1,3-1 0,2-6 129,2 1 0,3 5 608,10 0 0,3 1 0,7-7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8.4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15 7740,'16'17'188,"-5"-1"0,-2 0 0,0 2 327,0 4 1,-3-2-1,3 5 1,0 2-25,0 4 0,-4-6 1,4 11-1,-1 1-74,-5-3 1,4 2 0,-1-2 0,-1 3-196,3-1 1,-7-13 0,5 4 0,-4-7 101,-2-3-353,0-8 0,0-6 0,0-12 1,0-9-351,0-5 1,-6-6 0,1-7 0,1-4 71,2-2 1,2 2-1,0-5 1,0 0 197,0 5 1,6-1 0,1 3 0,2 2 105,4 1 0,-4 10 1,2 5-1,3 7 234,6 8 1,0 5 0,5 9-1,0 11-136,1 11 0,-5 17 0,5 1 0,-1 5-1445,0 8 1,-5-10 0,2 8 1349,-4-8 0,-2-3 0,1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48.6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 8283,'0'16'-1703,"0"0"1703,0-7 0,-8 6 0,-1-6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5:01.2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1 7932,'0'5'1158,"0"6"-818,0 8 0,-3 7 0,0 6 0,-2 6-114,-2 6 1,2 3 0,-5 8 0,0 3-133,0-1 0,1-5 0,-1-4 1,1-4-447,1-6 0,3-8 1,2-1-1,0-4-484,1-4 0,2-9 0,3-4 1,3-4 835,2-5 0,3-8 0,-1-4 0</inkml:trace>
  <inkml:trace contextRef="#ctx0" brushRef="#br0" timeOffset="353">314 238 8060,'-7'0'295,"1"0"1,-1 1-94,-2 1 1,1 2 0,-4 5-1,-3 3 7,0 4 1,-2 2 0,-3 6 0,1 0 85,0 1 1,2 1 0,3 1 0,3-1-12,2-1 1,3-4 0,2 0 0,2-2-37,4-2 0,2-5 0,4-1-320,3-3 1,2-3 0,2-5 0,1 0 0,2-1-474,1-1 1,-1-4-1,4-4 1,-2-1-271,2 0 0,-4 3 0,3-2 1,-1 1 814,-2 1 0,1 1 0,-3 0 0</inkml:trace>
  <inkml:trace contextRef="#ctx0" brushRef="#br0" timeOffset="750">474 476 7932,'7'2'924,"-1"2"-593,0 0 1,1-2-1,0-2 1,2 0-186,1-2 1,2-5 0,0-4 0,1-1 81,-1-3 0,-2-3 0,2-5 0,-2-3-190,-2 0 1,-4 2 0,-2 2 0,-3 2 126,-3 3-87,0 6 0,-11 2 0,2 5 0,-2 3 0,-1 5 0,0 5 0,-1 5 232,1 6 1,4 0 0,-1 6 0,2 3-132,1 4 0,0 0 0,3 1 0,0-1 0,4-2 0,2 1 0,3-3 0,3 1-1044,3-4 0,1-7 0,3-3 554,1-6 0,4-2 0,1-6 1,1-2-1,2-4-3439,0-4 3750,-6-6 0,10-6 0,-5-3 0</inkml:trace>
  <inkml:trace contextRef="#ctx0" brushRef="#br0" timeOffset="1123">679 405 7932,'-6'0'247,"0"0"0,1 1 1,2 1 68,0 2 0,-1 3 0,1 1 0,2 3 1,0 1 74,1 1 0,1 0 0,2-1 0,3 1-297,1 0 0,5-2 0,-2-2 1,1-1-175,-1-2 1,1-4 0,2 0-1,0-2-176,-1-2 1,1-3-1,0-3 1,0-3 130,0-1 1,-3-2 0,0 0 0,0-4 82,-3 0 0,-2 1 0,-1 1 0,-1 1 174,-2 1 1,2 2 0,-1-3 0,0 2 408,-2 2 0,0 2-443,0 3 0,1 3 0,1 3 1,3 6 119,0 4 1,0 6-1,-1 2 50,1 3 0,0 5 1,0 1-1,-1 1 1,0 3 89,0 0 0,-1 2 0,-4 0 0,-1 1-88,-2 2 0,-3-4 1,-1 4-1,-4-2 1,-1-4-1,-4-1 1,0-5-1,-3-3-1144,0-5 0,-3-5 0,0-3 1,-1-3-493,1-3 0,2-7 0,-3-4 1366,0-4 0,-4-4 0,-1-2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59.3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56 359 7884,'-2'-6'0,"-2"0"0,-2 0 368,-1 2 1,1-1 0,-1 3-1,2 3 160,0 2 1,0 9 0,3 3-347,-2 3 1,3 9 0,-1 3 0,4 2 0,2 4-71,2 3 0,3-4 1,2 1-1,1-5-348,0-3 0,4-7 1,1-4 42,-1-4 0,2-6 0,-3-7 0,1-4 0,0-6-249,1-8 1,-4-7 0,1-9-1,0-6 106,-3-5 0,2-5 1,0-2-1,1-1 437,0 3 0,0 10 1,0 4-1,-1 10-32,0 11 1,-7 11 0,0 13-1,-2 6 544,-1 7 0,0 5 0,0 6 0,1 1-119,-1 2 0,-1-2 0,2 5 1,0 2-500,-1 0 0,1-5 1,1-2-1,-1-3-489,1-5 0,3-4 1,0-4-1,1-4-275,0-5 1,1-5 768,3-4 0,0-9 0,0-5 0</inkml:trace>
  <inkml:trace contextRef="#ctx0" brushRef="#br0" timeOffset="293">685 276 7871,'-11'-8'181,"1"2"0,1 4 0,-2-1 0,1 4 541,0 3 1,-2 5-1,5 8 1,0 5-245,2 5 1,4 3-1,-1 7 1,2 3-234,2 4 0,2-7 1,5-2-1,2-4-170,3-2 1,-2-7-1,0 0 1,-2-3-105,-2-2 1,-2-6 0,-2 6 0,-2-2-120,-4-2 0,-2-1 1,-5-3-1,-2-1-34,-3-2 1,-1-2 0,-1 0 0,0-2-807,2-1 1,3-1 0,1-1 0,0-1 83,3-2 1,2-3-1,3 0 904,2-2 0,5-5 0,2 0 0</inkml:trace>
  <inkml:trace contextRef="#ctx0" brushRef="#br0" timeOffset="567">788 597 7871,'18'-13'0,"-4"0"185,4 0 0,-4 0 0,-1 1 0,-1-2 0,1 0 1,-3-2 562,-1 0 0,-5 1 0,-2-2 0,-1 2-387,-1 0 1,-3 2 0,-2 1-1,-3 1-163,-2 3 0,-3 3 0,-2 3 0,-2 2-6,-2 2 1,2 5-1,1 6 1,1 4 50,1 4 0,2 5 1,-2 4-1,2 2-97,4 2 0,3-3 1,1 2-1,1-2-76,2-2 0,7-2 0,4-4 0,7-3-623,3-5 1,4-6-1,3-3 1,2-4-562,3-3 0,-2-8 0,4-6 1,3-4 1113,-1-2 0,4-2 0,2-3 0</inkml:trace>
  <inkml:trace contextRef="#ctx0" brushRef="#br0" timeOffset="964">1718 180 7871,'10'-10'63,"-2"1"0,-3 3 0,0 2 0,0 5 170,0 5 0,-1 4 0,-2 5 1,-1 5 202,-1 5 0,0 2 1,-1 3-1,-2 3-58,-3 3 1,-4 3 0,-2 2-1,-1 1-167,0 2 1,0-8 0,0 2 0,1-6-1061,1-4 1,2-10 544,3-3 0,2-14 304,2-5 0,4-12 0,2-4 0</inkml:trace>
  <inkml:trace contextRef="#ctx0" brushRef="#br0" timeOffset="1222">1929 0 7871,'-12'7'103,"-1"-1"1,-1 3 0,0 3 0,-2 3 623,-3 4 1,0 6-1,-5 5 1,-2 2-490,0 2 1,1 0 0,-3 1 0,1 0-686,4-1 1,4-6-1,3-2 1,2 0-223,4-2 0,3-2 1,3-2-1,2-1-1072,1-2 1741,1-3 0,-3 8 0,0-2 0</inkml:trace>
  <inkml:trace contextRef="#ctx0" brushRef="#br0" timeOffset="1512">1506 847 8283,'-21'4'719,"2"0"1,7 1-308,1 1 0,6-2 1,5-2-1,7-1 276,6-1 0,6-1 1,5-1-1,4-3-656,4-3 1,-1 0 0,5-3-1,3 0-701,4-1 0,1-1 0,5 0 0,0 0 669,1 0 0,-6 1 0,4-1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57.9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417 138 7771,'4'-19'-378,"-2"0"1,-1 1 0,-3 1 712,-2 1 1,-3-2-1,-6 8 1,-1 0 0,-1 3 55,-2 3 1,-3 4 0,-3 6 0,-2 4 83,-2 8 0,0 4 1,0 5-1,-1 3-234,-1 3 1,4 4 0,0 8-1,2 2-95,2 5 1,4-3 0,3 8 0,3-1-226,5-5 1,2-7 0,5-4 0,2-5-368,3-3 0,4-7 0,5-2 0,4-4 55,3-2 0,1-7 0,6-2 0,3-5-925,0-4 1,4-3 1315,0-7 0,-1-5 0,0-7 0</inkml:trace>
  <inkml:trace contextRef="#ctx0" brushRef="#br0" timeOffset="333">635 228 7875,'-22'9'512,"-1"0"1,-5 4 0,0 3-41,-1 4 0,4 4 1,0 3-1,1 4-212,2 3 0,5-5 0,2 1 1,4-2 150,4-5 0,4-2 0,2-5 0,5-2-264,4-3 0,4-5 0,1-1 0,2-1-701,2-3 1,2-1 0,3-2 0,1-6 38,-1-4 0,3-5 0,-2-6 1,1-6 107,-1-4 1,-2-1 0,0-4 0,-3 2 214,-1-1 1,-3 5-1,1 3 75,-4 4 0,-4 12 0,-7 10 0,-3 10 170,-3 10 1,-2 5 0,2 6 0,-1 2 684,1 4 1,0-3 0,2 1 0,1-1-730,0 0 0,3-7 0,-2 3 1,4-5-631,2-4 1,4-6-1,2-2 1,1-4-224,0-4 0,-1-2 844,3-5 0,-3-5 0,-1-6 0</inkml:trace>
  <inkml:trace contextRef="#ctx0" brushRef="#br0" timeOffset="702">821 260 7875,'-4'7'458,"0"-1"0,0-1 1,0 1-1,1 2-107,0 4 1,2 1 0,-1 5 0,2 3-116,0 4 1,0 0-1,2 6 1,0 1 3,-1 1 0,2-2 1,0 2-1,0-4-92,0-3 1,-1-7-1,0 0-519,0-3 0,3-5 1,-1-5-1,0-6 15,0-6 1,-2-6 0,2-6 0,-1-3 112,1-5 1,0-3 0,3-4 0,1-2 52,1-1 1,0 4 0,0-1 0,1 1 223,2 2 1,1 2 0,0 1 0,1 5 220,1 5 1,-4 9-1,2 5 1,-2 6 144,-1 8 1,-1 8-1,-3 6 1,-2 7-8,-1 5 1,-3 1 0,0 6 0,0-2-115,0 0 1,0-7 0,-3 6-760,-1-2 0,-1 0 0,0-8 0,2-5 0,0-3-2852,1-8 3332,2-5 0,0-6 0,0-5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4:55.5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1471 7853,'-7'0'39,"2"0"1,0-3-98,1-4 0,-1-3 0,-1-5 0,0-4 240,2-6 1,-1-9 0,3-14-45,0-7 1,2-10 0,0-7 0,3 1 0,4-5 78,5-2 1,3 6-1,3-8-272,2 8 0,6-3 0,0 7 1,2-2-24,0-1 1,2 3 0,-3 11-1,-2 6 26,0 3 0,3-2 1,-4 13-1,-3 6 214,-2 8 1,-2 9 0,-1 8-1,0 6 10,-1 6 0,0 11 1,-2 10-1,0 7 1,-1 11 86,-1 7 1,0 0 0,-5 10-162,-2-5 0,-1 10 0,-1-5 0,-1 5-123,-2 4 1,-3 2 0,-3-1-1,-1 3 1,-1 3-344,-1-1 1,0-6-1,-2 5 75,2-5 1,0-8 0,-2-8-1,2-11-344,1-8 1,1-10-1,1-14 1,1-7 636,-1-6 0,-1-8 0,-1-8 0,-5-5 0,0-1 0</inkml:trace>
  <inkml:trace contextRef="#ctx0" brushRef="#br0" timeOffset="214">39 939 8262,'-6'0'419,"-1"0"0,4 0-418,3 0 0,7-1 0,6 0 0,6-2 107,4-1 0,4 0 0,3-2 0,3-1-354,4-2 0,2-2 0,5-4 246,-1-2 0,7-4 0,-1-2 0</inkml:trace>
  <inkml:trace contextRef="#ctx0" brushRef="#br0" timeOffset="714">828 304 7809,'0'-10'-22,"0"1"1,0 7 0,0 4 336,0 5 0,0 6 0,0 5 0,0 6 283,0 7 1,0 6 0,0 7 0,1 8-281,1 5 1,1 5 0,1 6 0,-2 2-105,-1 1 0,-1-7 0,0 5 0,0-6-473,0-4 0,0-12 0,-1-3 1,0-3-813,-1-5 0,-1-11 463,3-4 0,0-15 1,0-8-1,0-10 608,0-6 0,-2-10 0,-2-5 0</inkml:trace>
  <inkml:trace contextRef="#ctx0" brushRef="#br0" timeOffset="898">867 355 8023,'4'0'99,"0"0"0,1-1 427,1-1 0,2 1 0,2-3 0,6 1-259,4-1 1,2-1-1,4-3 1,4-2-686,2-2 0,0 2 0,3-3 0,-3 0-332,-3 2 1,-6 2-1,2 0 750,-5 2 0,-2 4 0,-5 0 0</inkml:trace>
  <inkml:trace contextRef="#ctx0" brushRef="#br0" timeOffset="1113">873 727 8087,'-6'11'358,"-1"0"0,2-6-372,3-1 0,6-3 1,9-1-1,4 0 633,4-3 1,2 0 0,4-4-1,3-2-443,1-1 1,2-3-1,3 1 1,-1-1-706,0 0 0,-7 3 0,-1 1 0,-4 3-2375,-5 2 2904,-4 1 0,-2 6 0,-2 0 0</inkml:trace>
  <inkml:trace contextRef="#ctx0" brushRef="#br0" timeOffset="1330">828 1157 7771,'-13'9'501,"3"0"0,2 2 1,3-2-108,3-2 1,3-4 0,3 0-10,5-3 1,4 0 0,3 0-1,5 0-124,3 0 1,0-5-1,5-1 1,1-2-339,4-1 1,-2 1-1,5-2 1,-1 1 54,-2 1 0,-2 0 0,-4 1 1,-3 0-1961,-2 1 1,-4 1 1981,0-1 0,0-4 0,-3 0 0</inkml:trace>
  <inkml:trace contextRef="#ctx0" brushRef="#br0" timeOffset="1681">1797 516 7771,'-10'-10'0,"-1"1"159,-3 2 0,-3 3 1,-5 2-1,-1 1 448,-2 1 0,-1 3 0,1 2 0,1 3 141,0 3 0,4 2 1,-1 4-1,4 3-409,4 2 1,4-2 0,5 2 0,4 2-191,4 2 1,7-1 0,3 5-1,4-1-216,1 0 0,0-1 1,5 1-1,1 0-21,-1 1 1,-2-5-1,-1 2 1,-3-1-35,-1 0 1,-3-1-1,-2 2 1,-5-4-2,-4-1 1,-6-5 0,-3 3 0,-5 0-210,-3-2 0,-4-1 1,-2-3-1,-3 0-800,-2 0 0,-2-5 0,-4 1 31,1-4 0,-1-1 1101,3-3 0,-8-2 0,0-4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5:03.7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355 159 8103,'0'-25'0,"-1"5"0,-1-3 139,-2 4 1,-6 2 0,-3 3 0,-1 2-1,-4 0 300,-2 3 0,1 6 0,-4-2 0,1 6-66,-1 5 1,1 4-1,0 12 1,0 6-42,1 6 0,5 7 1,3 9-1,2 7-76,2 7 0,5 0 0,0 10 0,2-2-275,2-2 0,3-9 0,2 4 0,1-5-120,2-6 0,0-14 0,1-5 0,0-9-790,2-8 1,1-6-1,0-6 1,-1-5 928,0-7 0,-3-4 0,1-10 0</inkml:trace>
  <inkml:trace contextRef="#ctx0" brushRef="#br0" timeOffset="351">40 640 8108,'-9'-6'0,"1"2"257,-2-1 1,4 4 0,1-1-1,3 2 328,5 2 1,6 1 0,3 2 0,4-2-594,2 0 1,1-1 0,6-2 0,3-3-29,3-4 0,1-3 0,5-5 0,1-3-175,2-5 1,-6-1 0,2-5 0,-4 2-1237,-4 2 0,-8 7 1475,-3 1 1,-10 12 0,-6 8 0,-7 9 94,-3 8 0,-2 4 0,-2 6 0,1 1 654,-1 3 1,3-5 0,1 1 0,2-1 377,1-1 0,2-5 0,3-1-1031,5-6 1,2-7-1,6-8 1,2-5-292,2-7 0,1-5 0,2-7 0,0-3-200,1-3 1,-4 0 0,-2 0 0,-4-1-52,-4 4 0,-4 5 0,0 1 1,-5 3-333,-3 3 1,-4 4-1,-4 6 1,-2 1 282,0 0 1,1 2 0,-1-1 0,2 2 466,2 2 0,3-1 0,-3 5 0,2-3 0</inkml:trace>
  <inkml:trace contextRef="#ctx0" brushRef="#br0" timeOffset="720">707 441 8032,'13'7'-38,"-2"1"0,-1 2 279,-1 0 1,-1 3 0,-3 2-1,-1 1 1,-2 0 911,0 1 0,-1 3 0,-2 2 0,-1 1-736,-3 0 1,0-4 0,-2 5 0,0-3-434,-1 1 1,0-5-1,-3 1 1,0-3 60,1-3 0,-2-3 0,0-1 0,-1-3-534,1-3 0,2-3 0,-1-3 0,2-5 52,2-5 1,4-6 0,1-5 0,4-3 303,2-4 0,5 1 1,3-4-1,4 1 214,3 3 1,-1 3-1,6 1 1,1 0-335,2 1 0,1 6 1,6 2-1,3 3-698,1 3 0,4 3 0,0-1 951,-3 3 0,8-3 0,-4 2 0</inkml:trace>
  <inkml:trace contextRef="#ctx0" brushRef="#br0" timeOffset="1053">1753 211 8115,'-13'-23'0,"0"1"0,-2 2 0,-2 0 0,1 0 462,1 1 1,-1 5 0,1 2 0,-2 5 266,-1 4 1,4 9-1,0 7 1,-1 9-325,-1 9 0,4 5 0,0 8 0,2 6-236,2 3 1,4-1-1,1 11 1,1 0-438,0-1 0,0-9 0,2-2 0,2-2-70,0-1 1,2-9-1,-1-1 1,1-6-716,1-8 0,-2-6 1,1-2-1,-1-4-1435,-2-3 2488,0-5 0,-7-4 0,-1-4 0</inkml:trace>
  <inkml:trace contextRef="#ctx0" brushRef="#br0" timeOffset="1421">1426 743 8215,'-7'-19'861,"2"4"0,0-5 0,4 3-490,2 1 0,6 3 1,4-1-1,3 2 64,1 1 1,3 3-1,1 0 1,3 1-159,3 0 1,0 1 0,4-1-1,0 2-457,0 0 0,-3 3 0,1 2 0,-2 0-4948,-1 0 5128,-5 0 0,2 0 0,-4 0 0</inkml:trace>
  <inkml:trace contextRef="#ctx0" brushRef="#br0" timeOffset="1529">1836 551 8392,'1'3'1349,"1"-1"-1448,2-1 0,2-5 0,1-4 0,3-5 771,2-3 1,4-4 0,3-5-1,0-4-257,-2-2 0,-1 2 1,-5-2-1,-2 3-193,-5 5 1,-6 7 0,-5 8 0,-3 4 1,-5 4 0,-2 4 0,-3 7 0,0 5 66,2 6 0,0 4 0,-1 7 0,2 3-43,2 3 1,4-3-1,2 3 1,2 0-298,3 1 0,3-5 1,4 2-1,4-3-755,3-2 0,2-9 0,3-1 0,3-5-453,3-3 0,0-7 1,3-1-1,3-4 319,1-5 0,-3-4 0,2-8 939,-3-2 0,2-7 0,-6-3 0</inkml:trace>
  <inkml:trace contextRef="#ctx0" brushRef="#br0" timeOffset="2062">2119 544 8385,'-1'-6'0,"-1"-1"683,-3 1 0,0 2 0,-2 3 62,1 2 1,0 4 0,0 4 0,1 4-261,1 3 1,2 0 0,0 2 0,1-1-431,1 2 0,1-3 0,1-1 0,3-2 44,3-2 1,2-5 0,2-4 0,0-2-770,1-5 1,-2-5 0,4-9 0,-1-3 219,-1-3 0,0 0 0,-1-4 0,-2 0 260,-1 2 1,-1 3 0,0 3 0,-3 3 646,-2 6 1,-1 8-1,-2 7-125,0 9 0,0 5 0,0 9 0,1 2-241,1 3 1,-1 1-1,2 0 1,0-2-5,1 0 1,2-3 0,2 0 0,1-3-126,1-5 1,-1-5 0,2-7 0,-1-2 75,0-2 0,0-8 1,-2-5-1,1-4-93,1-5 0,-2-3 1,1-4-1,-2 0-398,-1-2 0,-2 1 1,-2-2-1,-1 0 107,-1 2 346,0 3 0,2-6 0,2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5:09.0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92 8339,'-3'-6'-83,"1"1"1,-2-1-1,-1-1 222,-1 0 0,0 2 1,0 1-1,-1-1 193,1-1 0,-1 3 1,1 0-1,-1 3-44,1 0 1,0 5-1,0 4 1,2 3-239,2 3 1,1 2-1,1 4 1,0 1-95,0 1 1,3-3-1,1 1 17,2-3 0,3-1 0,2-3 0,3-3 0,2-2 17,0-3 1,2-3-1,2-4 1,0-4-352,1-6 0,-2-4 1,2-7-1,0-3-44,0-4 0,-3 1 0,1-5 1,-1 2 340,-2 2 1,-2 8 0,-4 5 0,-1 7 155,-1 7 0,-4 10 0,-2 10 0,-1 7 41,-1 6 0,0 3 0,0 3 1,0 1 470,0 1 0,0 0 0,-1 2 1,-1-2-12,-2-1 0,-5-4 0,-1 4-353,-2-5 0,-2 0 0,-1-4 0,-3-1 0,-2-1-25,-1-3 0,-1-3 0,2-6 0,-1-3-331,0-4 0,5-6 0,-2-2 0,1-4-994,3-4 1,3-5 0,3-3-1,3-2-1081,0 1 2191,4 0 0,1-5 0,4-1 0</inkml:trace>
  <inkml:trace contextRef="#ctx0" brushRef="#br0" timeOffset="376">591 394 8458,'6'3'0,"-1"0"230,-1 1 0,1-1 0,3-1 0,0-1 38,0-1 1,0-3-1,0-4 1,0-2-14,0-2 1,0-4 0,0-2 0,0-4-232,0-3 0,-3 1 0,-3-1 1,-2-2-285,0 0 1,0 4 0,-2-1 0,-3 6 330,-3 5 0,-3 4 1,-3 1-1,-2 4 258,0 3 1,0 6 0,-2 5 0,0 6-34,0 6 1,0 1-1,-1 6 1,2 2-103,0 4 0,2-1 0,1 4 0,3-1-516,2-1 0,5-5 1,2-2-1,5-3 23,6-5 0,2-5 0,8-1 0,2-6-595,3-3 1,0-6 893,6-1 0,-2-9 0,7-4 0</inkml:trace>
  <inkml:trace contextRef="#ctx0" brushRef="#br0" timeOffset="744">867 259 8399,'-5'-10'0,"-2"2"384,-3 3 1,-1 3 0,-3 3 0,-3 3 6,-1 5 0,2 6 1,-3 4-1,0 4 0,2 1 13,2 0 0,0 2 0,5-3 0,2-1 0,1-4 0,6-4-611,4-5 1,5-3-1,6-8 1,2-2-19,3-4 0,-2-7 0,5-5 1,1-3-488,1-4 1,0-1-1,0-2 1,-1-1 284,-1 1 0,-5 5 0,3-4 0,-2 2 484,-5 2 1,-2 8 0,-6 9 204,0 6 0,-3 7 1,-4 11-1,-3 3-46,0 4 0,0 3 0,1 1 0,-1 1 27,0-1 0,0 0 0,2-1 0,0 1-667,1 0 1,0-5 0,-1 1-1,3-4-940,1-4 1364,3-8 0,5 2 0,1-5 0</inkml:trace>
  <inkml:trace contextRef="#ctx0" brushRef="#br0" timeOffset="1078">1053 259 9662,'0'7'0,"0"3"732,0 2 1,0 6 0,0 4 0,0 5-571,0 1 0,-2 2 0,-1 2 0,1-2-106,-1 0 0,2-5 1,-3 0-1,1-3 67,-1-3 0,2-5 0,-1-6-112,0-3 0,-1-4 1,1-10-1,3-4 1,0-4-1,4-4 1,1-2-198,2-2 1,2-2 0,-2 1 0,3-1-206,0 0 0,0 4 0,3-3 1,1 1-605,1 1 0,0 2 1,2 2-1,2 1 620,-1 1 1,0 3 0,0 1 0,0 2 374,-1 1 0,-5 4 0,-2 0 0,-2 3-54,-2 1 1,-3 1 504,-3 4 0,-3 3 1,-2 3-1,0 3 292,0 1 0,2 2 1,-2 1-1,1 2-123,2 4 0,-1 0 0,3 2 0,0-1-310,0 1 1,3 1 0,2 1 0,0-1-142,2-1 0,-1-1 1,0 1-1,1-1-48,-1 1 1,-2-4 0,-3 1 0,-2 0-483,-3-3 0,-3-4 1,-1-1-1,-2-4-384,-2-2 0,0-4 0,-4 0 745,0-1 0,-5-7 0,1-1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7:24.7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1 187 8418,'0'12'1401,"0"1"-1110,0 3 1,0 6 0,0 4-1,0 5 1,0 4-393,0 2 0,0 0 0,0-5 0,0-1-1112,0-5 0,0-7 1213,0-3 0,0-7 0,0-5 0</inkml:trace>
  <inkml:trace contextRef="#ctx0" brushRef="#br0" timeOffset="373">42 0 7853,'-8'0'-325,"2"3"0,2 0-197,0 2 0,-1-2 522,2 2 0,4-3 0,3 1 0</inkml:trace>
  <inkml:trace contextRef="#ctx0" brushRef="#br0" timeOffset="483">318 73 7853,'-9'-8'76,"-1"1"0,-2 1 251,0 4 1,1-2 0,-3 1 0,1 2 495,0 0 1,1 4 0,4 3 0,0 2-396,0 3 0,3 5 0,3 6 1,1 2-321,1 3 0,0 3 0,1 4 0,1 2-261,4 1 0,1-4 1,0 0-1,0 1-441,-2-1 0,0-5 0,4 1 1,-1-5-951,0-5 1,-4-5 1543,-1 0 0,2-8 0,-1 1 0</inkml:trace>
  <inkml:trace contextRef="#ctx0" brushRef="#br0" timeOffset="1085">115 382 9074,'0'-5'2958,"2"0"-2694,3 2 1,1 0-1,8 2 1,1-1-386,3-1 0,4 0 0,5 0 1,3-2 120,2-2 0,4-2 0,1 1 0</inkml:trace>
  <inkml:trace contextRef="#ctx0" brushRef="#br0" timeOffset="1487">733 187 7853,'-1'-4'116,"-1"0"440,-1 0 0,-3 3-127,0-1 0,-1 1 0,0 2 0,2 1-104,2 4 0,-1 2 0,2 3 1,0 2-267,1 3 0,2 0 0,1 0 0,5 0-161,3 1 0,0-5 0,3-1 0,2-3-255,0-2 1,4-3 0,1-4-1,1-5-77,1-5 1,-2-7-1,-1-4 1,-1-4 155,1-1 0,-4-1 0,1 3 1,-2 1 163,-1 3 1,-1 10-1,-4 8 376,0 10 1,-3 7-1,0 13 1,-2 4 278,-1 3 1,-1 1 0,-1 2 0,-1-1-83,-1-2 0,-4 0 0,-4 0 0,-2 0 106,0 0 1,1-5-1,-3 3 1,-1-2-358,-3-1 1,0-7 0,-3-1 0,1-6-437,2-4 0,0-5 1,1-5-1,1-2-484,3-5 1,4-4-1,4-2 1,2-1-56,2-4 767,5 4 0,4-13 0,4 4 0</inkml:trace>
  <inkml:trace contextRef="#ctx0" brushRef="#br0" timeOffset="1602">1155 276 8341,'-11'22'0,"0"1"884,-2-1 0,3 4 0,-1 1 1,3 0-224,3 1 0,-2-5 0,5 3 0,1-4-559,3-5 0,3-7 0,5-7 0,2-3-220,0-3 1,2-5-1,2-6 1,0-5-192,-3-6 0,2 0 0,-5-5 0,0 0-310,-1-2 1,-3 2-1,-2 2 1,0 2 186,-2 2 0,-1 3 0,-2 0 0,-2 5 213,-2 4 1,-3 7-1,0 2 1,0 2 58,0 1 1,0 3-1,1 1 160,1 3 0,-1 0 0,2 4 0</inkml:trace>
  <inkml:trace contextRef="#ctx0" brushRef="#br0" timeOffset="2244">1326 252 7853,'-6'14'0,"-2"1"0,-1 2 0,0-1 0,4 2 0,1 1 982,1 0 1,2-5 0,-1 2 0,4-1-811,3-3 0,3 0 0,1-5 0,1-1-248,4-4 1,-1-1 0,-1-2 0,0-2-237,-2-5 0,0-2 0,0-7 1,0-3 7,-3-6 0,0 0 0,-4-4 0,0 0 208,0-2 0,-2 0 0,3 4 0,-2 5 839,1 3 1,1 12 0,-2 1-177,0 7 0,5 12 0,-2 7 0,3 8-319,3 5 0,-1 1 0,3 2 0,-1-2-1061,1 0 1,0-4-1,4-3 1,-1-4-3529,0-3 4341,0-9 0,4-2 0,1-8 0</inkml:trace>
  <inkml:trace contextRef="#ctx0" brushRef="#br0" timeOffset="2662">2001 49 7853,'0'-8'690,"0"2"795,0 1-1079,0 3 1,0 6 0,0 7 0,0 8-92,0 5 1,2 5 0,2 6 0,0 3-218,-1 2 1,3-1 0,-3 0-1,1 2-22,0-2 1,1-5-1,-1-6 1,-1-3-28,1-4 1,-1-7-261,0-6 0,1-8 0,2-8 0,-1-6 90,-2-4 1,1-4 0,-1-7 0,2-5-100,2-2 1,-1 2-1,-1-1 1,1 4 264,2 1 1,0 9 166,0 0 0,-1 16 0,-2 6 1,-2 12-222,-2 7 0,-1 7 0,0 3 1,0 2-73,0 0 1,1-1-1,1-1 1,1 0-821,2-2 1,1-5-1,5 1 1,3-7-1314,1-5 2214,-2-7 0,6-5 0,-2-5 0</inkml:trace>
  <inkml:trace contextRef="#ctx0" brushRef="#br0" timeOffset="3088">2358 163 7853,'-10'-10'0,"-2"2"366,-1 3 0,2 3 0,-1 4 0,0 4 482,2 4 1,1 7 0,1 3 0,1 5-437,1 0 0,2 0 1,2 0-1,-1-1-342,1 1 0,8-5 1,2-2-1,2-3-361,2-4 1,0-5-1,5-2 1,-1-2-304,0-5 1,0-5 0,0-9 0,-2-1 237,0-3 1,-4-2 0,2-6 0,-1 0 258,-1 0 1,-5 3-1,2 0 1,-3 2 488,-2 3 1,-1 9-1,-2 2 218,-2 5 1,0 7 0,-3 9-1,3 7-416,-1 5 0,3 2 0,-2 1 0,3 2-848,0 1 0,0-5 0,0-1 0,0-2-380,3-3 1,2-4 0,3-5 0,0-2 1033,0-4 0,-3-6 0,5-5 0,-1-5 0</inkml:trace>
  <inkml:trace contextRef="#ctx0" brushRef="#br0" timeOffset="3215">2537 155 8323,'0'-3'882,"0"6"0,3 6 1,0 10-1,-1 2-421,2 3 0,0 2 1,2 2-1,-1 3-461,2-1 0,0-3 0,1 0 0,0-5-27,0-3 0,0-6 0,1-6 131,-1-6 1,0-8-1,0-8 1,0-3-208,0-3 0,-2-4 0,-2-1 0,1-2-179,-1-1 1,-1 2-1,1-1 1,1 1-665,-1 1 0,-2 8 0,2-2 1,-1 3-269,-1 6 0,2 4 1214,-1 5 0,1 1 0,4 1 0</inkml:trace>
  <inkml:trace contextRef="#ctx0" brushRef="#br0" timeOffset="3557">2854 252 8205,'8'0'599,"1"0"0,-2-4 0,-1-1 1,0-2-66,0-1 0,-2-1 1,1-1-1,-2-3 246,-1-2 0,-1-1 0,-2-4 0,-1-1-551,-4 0 0,-4 6 0,-2-1 0,0 5 314,-3 3-492,4 4 1,-5 6 0,4 3 0,-2 8 0,1 7 0,3 8 0,1 6-1,4 6 1,1 4 0,4 2 0,2 1 119,6-3 1,5-5 0,6-6 0,4-5-957,3-6 0,0-11 0,4-6-600,0-3 0,4-10 0,-1-5 1,-2-7 1384,-2-4 0,-6 0 0,-3-1 0</inkml:trace>
  <inkml:trace contextRef="#ctx0" brushRef="#br0" timeOffset="4007">1245 1081 7853,'0'-16'0,"0"0"399,0-1 1,3 4 0,3 1 0,3 1 217,4 1 0,5 4 0,6-2 0,1 4-187,2 3 1,-1 3 0,1 3 0,-2 5-243,-1 4 1,-6 2 0,-5 7 0,-4 2-248,-3 3 1,-3-2 0,-4 5 0,-1-1-203,-4-1 0,-6-2 0,-4 2 1,-5-1-62,-2-2 1,-2-4-1,1-4 1,0-3 313,-1-1 1,4-2-1,1 1 1,2-4 768,2-3 0,8-4-289,0 1 1,10-2 0,3-1-1,7-1-340,3-2 1,5-1-1,2-4 1,2-1-522,3 1 0,0-1 0,2-1 0,-1-1-322,1-2 0,-4 2 1,0-2-1,0 1 711,1-1 0,-3 0 0,5-4 0</inkml:trace>
  <inkml:trace contextRef="#ctx0" brushRef="#br0" timeOffset="4468">1854 862 8439,'0'-4'896,"0"4"0,1 4 0,1 5 0,2 3-597,0 4 0,-1 5 0,1 5 0,0 3-68,-2 2 1,2 1 0,-2 5 0,0-1-94,-1-2 0,-1-3 1,-1-3-1,-2-2-160,-2-2 0,0-5 0,1-1 1,-1-4-211,1-3 0,-1-10 1,1-6-1,4-4 1,5-4-1,4-2 1,3 1-1,1 0 1,1 0-174,1 0 1,3 2 0,1 1 0,1 3 319,1 2 0,2 3 1,-4 3-1,-1 0 406,-1 0 0,-2 3 0,-1 4 0,-3 3 209,-2 3 0,-5 3 1,-1 0-1,-3 0-24,-3 0 0,-4-2 0,-5-1 1,0-2-606,-3-1 1,0-1 0,-1-2 0,-2-1-800,-1-3 0,5-2 0,-2-1 1,1 0-613,3 0 0,0-8 0,5-3 1510,1-3 0,-1-2 0,2-1 0</inkml:trace>
  <inkml:trace contextRef="#ctx0" brushRef="#br0" timeOffset="4579">2188 886 7853,'5'-3'0,"1"1"0,-4-1 0,3 4 0,-1 2 1313,1 2 1,-3 3 0,0 3 0,-1 3-369,-1 5 0,0 2 1,0 6-1,-1 4-681,-1 3 1,0 0 0,-3 0 0,2-2-1132,1-2 1,1-2-1,1-1 1,0-5-325,0-1 1,1-9 0,2-1 0,3-2-1153,4-6 2343,-1-5 0,6-6 0,-2-4 0</inkml:trace>
  <inkml:trace contextRef="#ctx0" brushRef="#br0" timeOffset="5245">2464 902 8095,'6'-7'0,"-2"1"2189,0 0-1467,-2 5 0,-3-2 0,-1 7 1,-3 4-387,1 4 1,-4 2 0,3 1 0,-2 3-46,-1 2 0,0 2 0,-1 2 0,1 2-148,0 1 0,4-1 0,0 4 0,1-1-377,1 0 1,0-3 0,4-6-1,1 0-860,2-2 0,1-7 0,4-4 0,1-2-2094,-1-3 3188,-1-1 0,3-5 0,0-1 0</inkml:trace>
  <inkml:trace contextRef="#ctx0" brushRef="#br0" timeOffset="5622">2619 959 7696,'0'-8'566,"0"0"1,2 3 103,1-1 1,-1 4-1,-4 1 1,-2 2-481,0 1 0,-2 5 0,-3 1 0,-1 3 8,0 5 1,-4-1 0,3 6 0,0 0 92,0-1 0,2-1 1,-1 2-1,2-1-36,3-2 0,3-2 1,0-2-1,1-3-206,1-2 0,3-2 1,4-2-1,2-2-355,1-2 0,5-2 1,-2-2-1,3-2-745,0-2 0,0-4 0,1-1 1051,-1 0 0,0-2 0,0-2 0</inkml:trace>
  <inkml:trace contextRef="#ctx0" brushRef="#br0" timeOffset="6080">2269 1512 8100,'-8'-4'0,"0"1"441,0 2 1,2 2-1,2 2 1,0 3-226,2 4 1,1 4 0,1 7 0,1 5 3,2 5 1,-1 3-1,3 7 1,2 0-281,0 3 1,-2-5 0,0 0 0,-1-1-583,1-1 0,-3-2 0,0-2 0,-1-5 642,-1-6 0,0-4 0,0-2 0</inkml:trace>
  <inkml:trace contextRef="#ctx0" brushRef="#br0" timeOffset="6550">2163 1870 8045,'0'-16'315,"0"3"1,4 0-1,1 4 1,3-1-85,0 0 0,3 6 0,3-4 0,1 1-278,2 3 0,0-1 1,2 4-1,2-2-600,3 1 0,-2-2 0,-3 1 647,-1-2 0,3 0 0,-4-3 0</inkml:trace>
  <inkml:trace contextRef="#ctx0" brushRef="#br0" timeOffset="6551">2472 1585 7853,'0'8'244,"0"1"1,0-3 0,-1 1 0,0 3 480,-2 2 0,0 1 1,3 4-1,0 2-359,0 3 1,3 0 0,0 0-1,1 3-178,0 0 1,2-1 0,-2 3 0,2-2-39,-1-1 1,-2-3 0,2-3 0,1-3-864,-2-5 1,4-2 446,-3-6 0,0-6 1,-1-10-1,0-3 42,-3-5 1,1 0 0,0-7 0,1 0-2,-1 0 1,1 3 0,1 0-1,-1 3 222,1 4 1,0 6 253,-2 2 0,2 14 0,1 7 0,-1 9-298,0 5 0,-3 4 0,1 2 0,0 1-185,1 2 1,-1-3 0,3-2 0,1 0-22,2-1 1,1-6 0,1-3 0,1-6-414,2-4 1,-2-5 0,2 0 0,2-4 665,0-5 0,-2-3 0,6-11 0,-2 0 0</inkml:trace>
  <inkml:trace contextRef="#ctx0" brushRef="#br0" timeOffset="6912">2814 1764 7853,'0'-17'159,"-1"-2"1,-2 6-1,-1 1 1,-2 1 576,1 2 1,-2 4 0,-3 3-1,0 5-201,0 5 1,1 1-1,1 6 1,2 1-287,1 2 1,3 4 0,-1-2 0,2 0-62,1 3 1,1-3 0,2-2-1,2-3-620,2-1 1,2-4-1,0 0 1,1-4-4,4-3 0,-1-7 0,-1-4 0,1-6 204,0-4 0,-3-3 0,3-6 0,-1-3 165,-2-2 1,-1 2-1,-1 2 1,0 2 389,0 3 0,-3 10 414,-3 2 1,-1 12 0,-1 5-1,0 9-681,0 6 0,1 2 1,1 2-1,1 3-410,-1 1 1,1-2-1,1-2 1,0-2-194,3-3 1,-2-5 0,3-5-1692,4-4 1,-2-8 2236,-2-9 0,0-5 0,-3-8 0</inkml:trace>
  <inkml:trace contextRef="#ctx0" brushRef="#br0" timeOffset="6913">3033 1642 7853,'-1'-8'0,"-1"0"1199,0 0-257,-1 3 1,3 3 0,0 7 0,0 5-560,0 4 1,1 4 0,2 8-1,1 1-588,1 3 1,2-1-1,-3 0 1,2 3 103,-1 2 1,-2 0 0,1 0 0,0-3-1662,-2-4 1,-1-3-1,-1-3 1762,0-5 0,-7 0 0,-2-3 0</inkml:trace>
  <inkml:trace contextRef="#ctx0" brushRef="#br0" timeOffset="7387">2984 1902 7853,'5'-8'302,"-1"-1"1,-2-1-1,2-1 517,0 1 0,4 0 1,4 1-1,1-2-526,1 1 0,2 1 1,0 2-1,1 0-845,2 2 1,-1 2 0,3-1 0,-2 0-997,-4 2 1548,1 1 0,-3 1 0,3 0 0</inkml:trace>
  <inkml:trace contextRef="#ctx0" brushRef="#br0" timeOffset="7854">2302 2488 10297,'0'9'256,"0"1"0,0 4 1,2 5-1,2 3-475,0 1 1,1 2 0,1-2 0,0 0-1366,0-2 0,-2-6 1584,2-2 0,-1-10 0,3-4 0</inkml:trace>
  <inkml:trace contextRef="#ctx0" brushRef="#br0" timeOffset="7855">2326 2374 7912,'0'-11'99,"0"0"0,-1 3-938,-2 3 0,3 4 770,0 1 0,4 2 1,4 5-1,1-2 69,2 1 0,-2-2 0,6 3 0,-2-2 0</inkml:trace>
  <inkml:trace contextRef="#ctx0" brushRef="#br0" timeOffset="7856">2513 2268 7853,'8'4'255,"0"1"1,-1 2 0,0 1 0,-2 2-1,1 0 1,0 0 0,0 4 0,2 0 3,1 2 0,-1 0 1,2 0-1,-1 0 178,0 1 0,-4-1 0,0 0 0,1 0-205,-2 1 0,0-1 1,-4-1-1,0 0-265,0-2 1,-4-3-1,-1 1 1,-3-2-414,-3-1 1,1-1 0,-3 0 0,1-3-466,-1 0 1,2-1 0,-1-3 910,0 0 0,-3-4 0,3 0 0</inkml:trace>
  <inkml:trace contextRef="#ctx0" brushRef="#br0" timeOffset="8347">2862 2171 9059,'-5'0'1036,"0"3"0,3 3 1,-1 4-1,3 5-732,3 3 0,-1 6 0,3 6 0,1 4-485,2 3 1,-1 1-1,-1 6 1,0-3-477,0 0 1,-2-4 0,2-3 0,-1-3 390,0-4 0,-2-6 266,-3-5 0,0-3 0,0-5 0</inkml:trace>
  <inkml:trace contextRef="#ctx0" brushRef="#br0" timeOffset="8348">2830 2512 7853,'0'-13'315,"0"1"1,0 2 0,0-1-100,0 1 0,0 1 0,1 2 0,2 0-54,2 2 0,2 0 1,2 0-1,1 2-645,1 2 1,3 1 0,0-2 0,0-1 132,0 1 350,1-2 0,-2-1 0,3-3 0</inkml:trace>
  <inkml:trace contextRef="#ctx0" brushRef="#br0" timeOffset="8785">3090 2236 9691,'-4'0'3137,"1"4"-2580,2 4 0,1 2 0,0 6 0,0 1-252,0 0 1,1 4 0,1 0 0,1 3-340,2 0 1,-3 1 0,1-2 0,0-1-280,0-3 1,2-5-1,-1-1-357,0-1 1,2-5 0,1-5 92,-2-4 1,2-6-1,-4-6 1,1-1 285,-1-2 1,4-2 0,-3-2 0,2-1 190,-1 0 1,0 4-1,1 0 1,-1 3-23,2 1 1,-3 4 467,2 0 0,-5 5-248,2 5 1,-2 4-1,-1 4 1,1 0-54,2 0 0,-3 1 0,4 1 0,-1 1-360,0-1 1,0 0-1,-1 0 1,2 1-342,0-1 1,-2-4 0,1-1 655,-3 2 0,3-3 0,0 2 0,1-5-397,-2 2 0,0-3 0,3-2 652,2 0 0,-3-4 0,2 2 0,0 1 96,1-1 1,2-1 0,1 2 0,2 0 87,1 0 0,-3 1 0,4-3 0,0-2-246,-2 0 0,3-1 1,-5 0-1,1 0-304,1 0 0,-6-2 0,2 1 0,-4-2 36,-2 1 0,-1 1 0,-2 1 0,-2-1 93,-2 1 1,-5 4 0,-2 1 0,-1 2 274,-1 1 0,2 1 0,1 2 1,0 2 110,0 2 0,3 5 0,3 1 0,1 1 16,-1 3 0,3-2 0,1 6 1,2-1-269,5 1 1,5-2 0,2 2 0,3-1-341,3-2 1,2-7-1,4-4 1,-1-2-975,0-4 0,1-1 0,-2-3 0,0-5 1162,-2-1 0,-6-2 0,0 3 0</inkml:trace>
  <inkml:trace contextRef="#ctx0" brushRef="#br0" timeOffset="9381">2846 2992 8211,'-8'-9'0,"0"1"627,0 0 0,-3 0 0,-1 1 0,0 1-285,1 0 0,-3 4 1,3 0-1,1 4 7,1 4 1,2 2 0,2 3 0,2 3-231,2 4 0,2 0 0,3 4 0,3 0-90,3-2 1,3 3 0,-1-4 0,0-1-10,0-1 1,1-1 0,-2 0 0,0-2-28,1 0 0,-6-3 0,1 1 0,-2 0 244,-4-2 0,0-1 0,-2-1 0,0 0-170,-2 0 0,-6 0 0,0-2 0,-3-1-472,-2 2 0,1-3 1,0 1-1,1-2-1821,-1-1 1,3 2 612,-1-2 0,7 1 1613,4-3 0,7-7 0,6-2 0</inkml:trace>
  <inkml:trace contextRef="#ctx0" brushRef="#br0" timeOffset="9875">2903 3081 8200,'-8'0'489,"3"0"0,0 1 0,0 2 0,2 2 0,-2 3 0,2 2-53,-1 1 1,1 3-1,3 0 1,0 1-1,1 1-402,2-3 1,2 2 0,3-5 0,0 0-108,0-4 0,3-3 0,0-3 0,-1-1-252,2-5 0,-3-1 0,2-8 0,-2-3 253,-1-2 1,-1-3 0,0-3 0,-3 0 556,0 2 1,0 3 0,-3 6 153,2 2 0,0 5-492,-3 8 0,2 8 0,2 6 0,1 4-292,1 4 1,1 1-1,1 1 1,0-1-488,1 2 0,0-6 1,0 4-1,2-4-2014,-1-4 0,0-6 2646,1-1 0,-2-6 0,3 2 0</inkml:trace>
  <inkml:trace contextRef="#ctx0" brushRef="#br0" timeOffset="10321">3171 3024 7853,'-1'-8'989,"-1"0"1,0 2-418,-4 1 1,5 7 0,-2 1 0,2 4-192,1 4 0,0 1 0,1 4 0,2 2-18,2 1 0,0-2 0,0 2 0,1-1-211,2 1 1,-3-2 0,0 1 0,2-3-259,0-1 1,0-3 0,0 0-1,-3-1 37,0-2 0,2-6-388,-1 1 1,-1-9 0,-1-5 0,-2-4-291,-1-1 0,1-4 1,0-1-1,2-4 620,-1-2 0,0 2 0,-1-2 1,3 1 377,1 2 0,-3 2 0,4 3 0,-1 0 240,0 4 0,2 7 1,-2 1-186,3 2 0,-1 7 1,-1 5-1,-1 5-36,2 3 0,-3 0 0,2 4 0,0-2-230,1-1 1,-1 0 0,-2 0-1,1-2-69,-1 0 1,-1-4-1,1 1 1,1-2 4,0-1 0,-4-5-282,2-3 1,-2-3 0,-1-6-1,0-3 196,0-4 0,0-1 1,0-1-1,0 0 425,0 2 1,0 0 0,0 0-1,1 0-75,2 3 1,-3 1-1,4 5-37,0 1 1,-3 3 0,5 4-255,0 1 1,-1 4 0,0 5 0,1 5-678,-2 2 0,3 4 1,-1-1-1,1 0-371,1-2 0,0 0 0,-1-2 0,0-2-1038,-2-3 2137,1-5 0,2 1 0,0-4 0</inkml:trace>
  <inkml:trace contextRef="#ctx0" brushRef="#br0" timeOffset="10322">3586 3040 7982,'13'-2'0,"-3"-2"257,-1 0 1,0 1 0,0-3 0,1 0 604,0-1 0,-5-1 0,3-1-524,-1-2 1,-2 1 0,-1-3 0,0 1 0,-2 0 32,-1 0 0,-1-1 0,-1 2 0,-2 1-236,-2 1 0,-4 2 1,-1 1-1,0 3 64,0 3 1,-2 0-1,1 3 1,1 3 286,1 4 0,2 6 0,2 4 0,2 0-42,2 3 0,1 0 0,0 2 0,1 0-206,2 2 1,1-4 0,5 0-1,1-2-887,1-3 1,3-2 0,0-3-1,1-5 1,1-4 0,1-4-1,-1-4 1,0-4-3526,0-5 1,-3-3 4173,-2-3 0,2-2 0,-1-3 0</inkml:trace>
  <inkml:trace contextRef="#ctx0" brushRef="#br0" timeOffset="10855">3879 3057 7853,'0'5'1047,"0"0"0,0 1 0,0 2 0,0 0-671,0 0 0,0 4 0,0 2 0,0 5-249,0 6 0,-3 0 0,0 5 0,0 1-313,0 0 0,-1 0 0,-2 0 1,1-2-4612,2-3 4797,-4-5 0,3-4 0,-4-1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7:40.8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22 7853,'0'-8'-37,"0"0"0,-1 3 1,-1 5 1117,-1 4 0,1 7 0,2 10 0,0 5-649,0 5 0,0 0 0,0 6 0,0 1-365,0 2 1,0-3 0,0 5 0,1-3-87,1-3 0,-1-1 1,2-4-1,-2-1-1075,-1-3 0,-3-6 0,0-6 1094,-2-6 0,-4-4 0,-4-5 0</inkml:trace>
  <inkml:trace contextRef="#ctx0" brushRef="#br0" timeOffset="808">1 372 11378,'8'0'0,"1"-1"261,2-2 0,0 1 0,4-2 0,4-1-368,4 1 0,-1 1 0,5-2 1,-1-3-1141,-2-1 0,0 0 0,0-3 1247,-2 0 0,-3-1 0,-2-3 0</inkml:trace>
  <inkml:trace contextRef="#ctx0" brushRef="#br0" timeOffset="970">367 120 8191,'0'9'0,"0"2"605,0 2 0,0 0 0,0 0 0,0 2-218,0 0 1,0 0 0,0 0 0,0 3 91,0 2 1,0-1 0,1 2 0,0-1-168,2 1 0,3-3 1,-3 0-293,2-3 1,-3-2 0,3-4 0,-1-2-135,1-3 1,-2-1 0,2-5-1,1-3 1,-1-7-537,0-5 1,1-4-1,2-3 228,0-1 1,-1-1-1,1 1 1,-2 1-1,1 2 283,-1 1 0,1 5 0,0 5 558,-2 2 1,2 3-231,-5 6 0,1 6 1,-3 11-1,0 2-69,0 3 1,0-2 0,0 1 0,0 0-613,0 0 1,0-3 0,1 0 0,1-3-311,1-1 0,3-4 0,-1 0 0,2-4 802,2-3 0,1-3 0,1-3 0,0-2-63,1-3 1,0 0 0,1 0 0,-1 0-61,0 0 0,-2 1 0,2 0 1,0 2 779,-2-1 1,0 1 0,-1 0-1,0-2-5,-2 0 0,-1-4 0,2 0 0,-3 1-412,-2-2 0,-2 2 0,-2-3 0,-2 1-36,-2-1 0,-3 6 0,-3-1 0,-4 4 46,-3 2 1,1 2-1,-2 3 1,2 3 71,1 4 0,3 4 1,2 4-1,2 2-15,1 4 1,3-1 0,5 6 0,3 0-62,5 0 1,7-2 0,1 1 0,6-2-861,4-6 0,0-5 0,3-5-67,-1-4 0,2-7 0,-2-8 0,-1-6 681,-2-6 0,1-6 0,-5-2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17:42.9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4455 5813 7853,'-12'-9'106,"2"4"0,-2 0 0,-1 2 301,0 1 1,2 2-1,-1 3 1,0 3 60,2 4 1,1 4-1,2 4 1,1 1-216,4 2 0,1 1 0,1 2 0,1 1-125,1-1 1,4 0 0,4-3 0,2-2-147,0-2 1,2-8-1,2-3 1,0-5-256,1-4 1,-1-5-1,0-7 1,-1-3-226,-1-3 1,-2-3 0,-5-1 0,-2-1 274,-2-1 1,-2 0-1,-2 2 1,-3 2 50,-4 1 0,-1 2 0,-4 5 0,-2 1 299,0 3 1,1 6 0,2 2-1,0 2-376,2 1 1,5 4 0,2 1-1,2 4-330,1 1 1,4 0-1,1 3 579,2-1 0,1 2 0,1-1 0</inkml:trace>
  <inkml:trace contextRef="#ctx0" brushRef="#br0" timeOffset="467">4577 5804 7853,'-6'0'956,"1"1"-530,-1 2 0,-1-1 1,1 3-1,2 2 0,0 1-76,2 3 1,1-2-1,1 5 1,1 1-218,2 3 1,1 0-1,5 1 1,2-2-258,3-1 0,1-2 1,1-3-1,1-1-254,-1-3 0,0-4 0,0-1 0,1-5-136,-1-5 0,-1-5 1,-1-6-1,-3-5 207,-2-2 0,-2-4 1,-2 3-1,-1 1 573,0 1 0,-4 6 0,3 4 183,-2 2 1,-2 7 0,-1 6 0,0 6-62,0 3 0,1 7 1,1 4-1,0 0-90,0 3 1,3 0 0,0-1-1,2-1-169,1-1 1,1-4 0,1-3 0,1-1-1351,-1-3 0,0-3 0,0-3 1,1-4 594,2-5 0,-2-6 0,2-10 0,-2-2 626,-1-4 0,0 2 0,0-4 0,0 0 0,0-2 0,-1 2 0,-1 1 0,1 1 44,0-1 1,-2 9 0,0 2 402,-2 4 1,-2 8-1,-1 7 1,0 6 269,0 6 1,0 4-1,0 4 1,0 4-208,0 3 1,0-1 0,0 3 0,0 0-536,0 2 1,0-1 0,0-1-1,0 3-185,0 0 0,1-4 0,1 3 1,0-3-532,0-3 0,-1-7 1,-1-4-1,-1-2-1807,-1-3 2548,-3-5 0,-7-5 0,0-4 0</inkml:trace>
  <inkml:trace contextRef="#ctx0" brushRef="#br0" timeOffset="942">4886 5983 7918,'0'-8'275,"0"0"0,1 0 0,1 1 0,4 0 166,1 2 1,2 2 0,2-1 0,2-1-503,3 1 0,1 1 0,1-3 0,1 1-8,-1 1 1,2-4-1,-1 3 1,-1-2-855,-1-1 1,-3-1 0,-2 1 0,0 0 922,-2 0 0,-1-4 0,-1 0 0</inkml:trace>
  <inkml:trace contextRef="#ctx0" brushRef="#br0" timeOffset="1048">5154 5788 8603,'-3'6'386,"1"-1"1,-1 0-1,3 4 1,0 2-8,0 3 0,0 2 1,0 3-1,0 4-206,0 3 0,3 1 0,-1 5 0,0 1-548,-1 0 1,-1-2 0,0-3 0,0-1-1184,0-1 1,0-8 1026,0 0 0,-1-11 1,-2-7 530,-2-9 0,-2-9 0,-1-3 0</inkml:trace>
  <inkml:trace contextRef="#ctx0" brushRef="#br0" timeOffset="1049">5138 5934 7541,'3'-15'0,"3"1"114,1 0 0,-2 3 0,1-1 0,1 0 218,3 2 1,0 2-1,3 2 1,-2 4-9,-1 1 1,-1 1 0,-1 1 0,0 1 23,-3 4 1,-1 2 0,-4 2-1,0 2-105,0 0 0,-3 2 1,-2 2-1,-1 0-293,-3 1 1,-2-1 0,1 0 0,-1-1-454,-2-1 1,3-2 0,-1-5 0,2-1-2321,1 0 2823,3-4 0,-2-2 0,3-5 0</inkml:trace>
  <inkml:trace contextRef="#ctx0" brushRef="#br0" timeOffset="1840">5308 5829 8075,'-7'3'427,"1"3"1,0 1 62,0 1 1,3 1 0,-1 1-1,1 2-126,1 1 1,-1-3 0,4 3-1,1 0-292,0-1 0,5-2 0,-1 1 0,3-3-239,2-2 0,3-3 0,-1-3 0,0-2-244,1-3 0,-1-1 0,3-9 1,-2-1 190,0-2 1,-4-4 0,1 3 0,-2 1 273,-1 1 0,-3 4 0,0 3 558,-2 1 1,0 5 0,-3 5-272,0 6 1,0 5 0,0 5-1,0 2-492,0 3 1,1-3 0,1 0 0,1-1-675,2-2 1,-2-1-1,2-2 1,1-5 191,2-4 1,0-4 0,0-4-1,0-5 633,0-6 0,0-5 0,0-5 0,0 1 0,1 0 0,-1-1 0,0 2 0,-1 0 86,-2 1 0,2 8 0,-4 0 1412,-2 4 1,0 8-1012,-1 4 1,0 4 0,0 7 0,0 3-13,0 2 0,0 0 1,0 4-1,0 1-627,0 3 1,0-3 0,0 1 0,0 0-489,0-1 0,0 1 0,-1-3 0,-1-2 640,-4-1 0,-1-6 0,-1 0 0</inkml:trace>
  <inkml:trace contextRef="#ctx0" brushRef="#br0" timeOffset="2333">5544 5967 7853,'8'-8'882,"0"2"1,1 1-1,2-1-409,3-2 0,4-1 1,2-1-1,1-1-432,1-2 1,2 2 0,0-1 0,0-1-893,1 0 0,-4 6 851,-2-1 0,-6 9 0,-1 0 0</inkml:trace>
  <inkml:trace contextRef="#ctx0" brushRef="#br0" timeOffset="2821">4008 6430 7853,'-3'8'0,"-1"1"0,0 2 0,2 0 0,-1 5 454,3 1 1,0 7 0,0 1 0,0 2 0,0 0-198,3-1 1,2-5 0,2 2-1,-1-3-351,0-5 1,0-6 0,4-6 0,1-4-22,-1-4 1,-1-5-1,-1-9 1,1-4-72,2-3 0,-2-2 1,2-2-1,-3 4-85,-3 3 0,1 7 0,-2 6 369,1 4 1,-3 4 0,3 8 0,-2 5 166,-1 6 1,2 4 0,-1 5 0,2 0-6,1 1 1,2-1 0,0-4 0,0-3-56,0-2 1,1-5 0,1-4 0,1-5-82,-1-2 0,-1-4 0,0-3 1,0-2-126,-1-3 0,2-2 0,-5-4 1,2-2-536,-2 1 0,-1 3 0,-2-4 0,1 1 124,-1-1 0,0 5 1,-1-3-1,2 3-2032,-1 1 2444,-1 1 0,-1 12 0,0 0 0</inkml:trace>
  <inkml:trace contextRef="#ctx0" brushRef="#br0" timeOffset="2822">4365 6552 7722,'0'13'-131,"0"-1"0,0-3 0,1 2 373,2 2 1,-2 0 0,2-1-1,-1 1 258,0 0 1,-1-3 0,3 2-1,-2-2-1007,1-3 1,3-3 0,-3 1-1,1-3 10,-1-3 0,3-3 0,-3-7 0,-1-3 497,2-1 0,-3-5 0,2-1 0</inkml:trace>
  <inkml:trace contextRef="#ctx0" brushRef="#br0" timeOffset="2823">4422 6487 7853,'5'-12'-4,"-2"1"375,-2 2-542,-1 1 0,0 3-182,3 2 0,-2 6 0,3 2 0,-2 3 353,1 0 0,3 4 0,-1 0 0</inkml:trace>
  <inkml:trace contextRef="#ctx0" brushRef="#br0" timeOffset="3321">4552 6471 7853,'-3'8'0,"-2"1"495,1 2 1,0-1-1,3 3 1,-1 3-160,0 2 0,-1 0 0,3 4 1,0 0-538,0 2 0,4-4 1,0-1-1,2-1-411,-1-2 0,0-4 0,4-2 0,-1-3-558,0-5 1170,0-1 0,4-4 0,0-2 0</inkml:trace>
  <inkml:trace contextRef="#ctx0" brushRef="#br0" timeOffset="3322">4666 6487 7853,'-8'0'2136,"3"1"-1878,-1 2 0,4 2 0,0 5 0,1 3-206,1 2 1,3 1 0,0 4 0,2 1-581,1 0 1,1-2 0,2 1 0,1-2-144,1-3 0,1-4 0,-2-1 671,1-4 0,3-2 0,-1-4 0</inkml:trace>
  <inkml:trace contextRef="#ctx0" brushRef="#br0" timeOffset="3813">5024 6406 7853,'4'-4'238,"0"3"206,-4-5 1,0 5-1,0 1 1,0 5-66,0 2 1,0 4-1,0 1 1,0 0 107,0 3 1,0 0 0,0 1 0,0 1-224,0 2 1,-1-1-1,-1 0 1,-1 0-123,-2-2 1,1 0-1,-3 0 1,3-2-26,0 0 1,2-7-1100,2 1 1,0-6-1,3-2 1,3-6 553,1-4 0,5 1 1,0-2-1,2 0 290,-1 0 1,1 1-1,2 4 1,0 1 200,1 1 1,-4 2 0,0 2 0,-1 0 308,-3 0 1,1 3 0,-3 3 0,-2 2 395,-2 3 0,-3-1 0,-3 2 0,-2 1-428,-2 0 1,-3-3 0,1 0 0,-3-1-129,-1 0 0,2-1 0,-1 0 0,0 0-622,2 0 0,1-3 1,1-2-1985,0 1 0,3-4 0,3 1 2394,4-3 0,3-5 0,3-1 0,0-1 0,7-6 0,2 2 0</inkml:trace>
  <inkml:trace contextRef="#ctx0" brushRef="#br0" timeOffset="3814">5219 6625 7853,'16'-8'-105,"1"0"1,-4 4-1,0 0 1,-1 1 478,1 1 0,-3-2 0,1 1 1,-2-2 86,-1-2 1,0-1 0,0-1-223,0 1-1,0-3 1,-3 1 0,-2 0 0,-2 0 18,-1-1 0,-4 5 1,-1-3-1,-3 3-126,0 2 0,-1 0 0,-1 5 1,-1 2 176,-2 6 1,3 0 0,-1 4 0,2 3 133,1 2 0,3 0 0,0 3 1,1 1-156,3-1 0,0 1 1,2-3-1,1-1-456,4 0 0,5-6 0,2-1 0,2-3-1017,2-2 1,3-4 0,0-4 0,1-5-175,-2-3 1,-2 0 0,-1-2 1359,-3 0 0,-1 1 0,-4 3 0</inkml:trace>
  <inkml:trace contextRef="#ctx0" brushRef="#br0" timeOffset="4321">4333 7032 7853,'-3'-6'-1297,"0"2"1918,-2 0 1,3 5 0,-1 6 0,0 3-295,0 7 1,1 3 0,2 4-1,0 1-249,3 2 0,-1-1 0,3 3 0,-2 0-536,-1 0 0,2-2 1,-2 1-1,0-2-785,-1-2 1243,-1-5 0,-7 1 0,-2-4 0</inkml:trace>
  <inkml:trace contextRef="#ctx0" brushRef="#br0" timeOffset="4322">4235 7276 8022,'0'-11'0,"0"0"356,0 1 0,1-2 0,2 2 0,3 0-209,4 1 0,1 3 0,4 1 0,3-1-598,-1 2 1,1-3 0,0 5 0,2 0 450,1 1 0,-3-3 0,2 0 0</inkml:trace>
  <inkml:trace contextRef="#ctx0" brushRef="#br0" timeOffset="4823">4528 7048 7803,'0'-4'1131,"0"7"0,0 8-669,0 4 0,3 2 1,0 1-1,1 2-54,0 0 1,1-1 0,-2 2 0,-1 0-249,2 0 0,-2-3 0,2 0 0,0-3-290,-2-1 0,0-8 23,0-1 1,2-4-1,2-4 1,0-5-585,0-5 0,-1-3 0,0-2 1,1-1 412,1 1 0,2 0 0,-1 2 1,0 1 236,0 1 0,-3 3 0,1 2 316,0 1 0,0 5 0,1 3-120,-2 4 0,-3 7 0,2 3 0,-2 2-183,1 3 1,0-1-1,-2 3 1,0-1-349,2-2 0,1 1 1,-2 0-1,1-4-434,2-3 0,0-4 0,3-3 810,0-2 0,1-3 0,-1-3 0,1-2-368,2-2 0,-2-4 1,2 0 613,1 1 0,-2 1 0,4 1 0,-1 0 0,1-1-44,-1 1 1,-2-1-1,2-1 1,-1-1 513,1-2 0,-6 2 0,1-2 0,-1-2-463,-3 0 1,0 1 0,-5 2 0,-3 0-271,-4 2 0,-1 5 0,-4 2 0,-2 2 186,0 1 0,-1 7 1,2 4-1,1 4 90,2 4 1,2 2 0,4 3 0,0 1-76,0-1 0,1 1 0,4-1 0,2-1-265,4-1 1,0-2-1,8-5 1,0-2-820,1-5 0,5-3 1,2-6-1,1-3-871,2-4 1,-1-4 1770,1-4 0,-5 0 0,0 0 0</inkml:trace>
  <inkml:trace contextRef="#ctx0" brushRef="#br0" timeOffset="5353">5373 7105 7846,'-12'-4'87,"-4"4"0,3-3 0,-2 2 413,-2 1 0,5 0 1,1 1-1,2 2-135,1 2 0,2 5 0,2 2 0,0 0-17,2 3 0,6 0 1,3 0-1,4 1-303,2 0 1,-3-4-1,4 4 1,0-1 90,-2 1 0,0-2 0,-4 2 1,-1 1-22,-1 0 1,-3 0-1,-3-1 1,-1 1 7,-1-1 0,-5 0 1,-5-1-1,0 0-552,0-2 1,-1-3 0,2 1 0,1-3-699,1-2 1,4-3 0,0-4 52,1-1 1,6-3-1,5-4 1074,3-2 0,5-1 0,-3-5 0</inkml:trace>
  <inkml:trace contextRef="#ctx0" brushRef="#br0" timeOffset="5354">5495 7178 7853,'-13'0'0,"0"0"0,1 0 679,-1 0 1,3 4 0,-1 1 0,2 2 0,1 2 1,3 0 0,3 1 0,1 4-437,1 1 1,1-1 0,2-1 0,6-1-421,3 1 1,2-6-1,1 0 1,2-2 1,0-3 0,1-2 0,-2-3 0,0-3-57,0-1 0,1-4 0,-2 0 0,-2-1 57,-2 0 1,-2 0-1,-1 3 1,-3-2 495,-2 1 0,-2 3 0,-1 2 240,0-1 0,0 3 1,0 3-680,0 4 1,0 5 0,0 2 0,0 6-263,0 3 1,0 1 0,1 1-1,1 0-570,4 2 1,-2-3 0,2-4-1,0-5 949,1-3 0,1-3 0,0 2 0</inkml:trace>
  <inkml:trace contextRef="#ctx0" brushRef="#br0" timeOffset="5829">5739 7227 7853,'-3'-5'2249,"-3"3"1,3 2-1903,0 2 1,2 4-1,1 4 1,1 2-202,2 4 0,-2-2 0,4 5 0,-1-2-150,1 0 0,0-1 1,1 0-1,-2 0-257,0-3 0,0-1 0,-2-5-148,4-2 1,-2-2 0,1-6 0,-2-6 143,-1-7 0,2-4 0,-1-5 1,1-2 16,0-3 1,2 4-1,-1 1 1,3-1 295,0 1 0,1 5 1,1 0-1,1 7 161,2 5 0,-3 6 0,2 3 0,-1 6 101,-1 6 1,1 6-1,-3 1 1,0 3-140,-3 1 0,2-4 0,-2 4 0,0-3 114,1 0 0,-5-3 1,3 1-1,-1-3-314,-1-2 1,1-5 0,-2-5-224,2 0 0,-2-3 0,1-6 1,0-4 109,1-2 1,-2-4 0,2-3 0,0-2 72,0 0 0,2 1 0,-1 1 1,0 0 275,3 2 1,-3 3-1,1 3 1,-1 1 6,1 4 1,0 2 0,2 6 142,-1 2 0,1 6 0,-2 4 0,0 3-54,0 4 0,0-2 0,1 1-440,0-1 1,-1 1 0,3-4 0,0-3-1,0-2-1592,1-5 1,-1 1 0,0-6 0,1 0 1273,2-1 1,-2-2-1,1-2 1,-2-1 340,0-1 0,-4-2 0,6 2 0,0-2 529,-1 2 0,0-1 0,0 2 0,-1-1 75,0-1 1,-1-1 0,-1-1 0,0 0-58,0 0 1,-1-2 0,-1 0 0,0-3-193,-2 0 0,-2-2 0,0 2 1,0 1-155,-3 1 0,-2 5 0,-3 1 0,-1 1 147,-2 3 1,2 1-1,-2 3 1,2 5 160,1 5 1,0 3-1,1 3 1,2 4 294,2 3 1,2 2-1,2 3 1,2-1-497,2 0 0,7-1 1,4-1-1,5-3-855,2-4 0,2-7 0,-1-6 1,0-5-262,1-5 1,-4-7 921,-3-8 0,0-2 0,-2-6 0</inkml:trace>
  <inkml:trace contextRef="#ctx0" brushRef="#br0" timeOffset="9348">309 1740 7657,'0'-8'561,"0"0"249,0-1 1,-3 6-635,1 3 0,-4 7 1,4 7-1,-1 1 39,-1 1 1,3 5 0,-1 3-1,0 4-52,-1 3 0,1 4 0,-3 10 0,-1 5 6,-2 9 0,0 5 1,-1 10-1,-2 3-188,-2-1 1,0 1 0,0-1 0,-2 1-100,0-4 1,1-11 0,2 3 62,0-6 1,-2-4 0,3 0 0,2-4 0,-1 0-11,2-5 0,0-6 1,0-4-1,0-4 36,0-3 0,1-5 0,0 3 0,2-1 17,-1-2 0,2-2 0,0-1 0,2-2 28,-1 0 0,0-2 0,3-2 0,0-1 42,0-4 1,1-1-1,2-4-27,2-2 0,3-2 0,2-1 13,1 0 1,4 0-1,-1 0 1,3 0 66,2 0 0,6 0 0,1 0 0,2 0-82,2 0 1,4 0 0,1 0 0,0 0 2,2 0 1,4 2-1,-2 2 1,1 0-1,4 0 27,1 1 0,-3-4 0,5 3 0,0-1-74,1-1 1,-6 1-1,2-3 1,-1 1-51,-2 2 1,0-2-1,3 1 5,-2-1 0,2 2 1,-4 1-1,0 0 0,3 2 16,-2 2 1,-2 1 0,-3 1-17,-2 0 0,5 1 0,-3-3 0,0 0 0,-2-2-27,-2-1 1,-5-3 0,6 2 0,0-1 7,-3-1 0,-4 2 0,-1-2 71,-2 0 0,4 4 0,-4-3 0,-1 1 0,-1 1-50,-3-1 1,-4-1 0,-1 1 0,-2 0-47,-1-2 1,-2-1 80,-2 2-42,-2-2 0,-5 3 559,-2-4 1,-2 1-322,-3 1 1,3 0-1,0 4 1,1 0-141,-1 1 0,3 1 0,-1 0 0,0 1 11,0 2 1,1-1-1,2 4-44,0 0 1,0 4 0,0 2-1,0 1 1,0 2 35,0 4 1,2-3 0,1 5 0,0 2 46,0 2 0,-1 2 0,4 1 0,-1 5 41,0 3 0,2 1 0,-3 8 0,2-1-74,-1 1 0,1-6 0,2 6 0,0-4-1,0-2 1,0-4 0,0 1-19,0 1 1,1 9 0,-1-4 0,0-1-1,0-1-38,0-4 1,0-5-1,0 3 1,0 2 9,1 0 1,-4-1 0,0 3 0,1 0 0,-2 1 0,4-3 0,-4 1 1,1-3-7,-3-2 1,2-2-1,0 6-6,0 2 1,1 1 0,1-2-1,-2-2 6,0-1 0,1 5 1,-1-5-1,0 0 0,0 0 1,1 0 1,-3-2-1,1 5 1,0 0-5,0 1 0,-1-7 1,-2 1-1,0-2-36,0-1 0,0-1 1,0 3-1,0 2 50,0 0 0,-1-2 1,0 5-1,-3 2-8,-1 0 1,3-7-1,-4 0-4,0-1 0,0 5 0,-1-1 0,2 2 0,-1 4 11,-2 3 1,3-6 0,0 1 0,-1-2-5,2-3 1,-4-1-1,4-1 1,-2 1 0,1 1 0,0-2 0,-1 3 1,2-2 5,0-2 0,-1-6 0,1 2 0,0-3-48,1-3 0,-1-2 1,2-2-18,0-2 1,-2 0 0,2-3-1,0-2 1,0-1 45,1-3 0,2-3 1,1 1-1,1-2 61,2-1 1,0 0-1,3 0 1,1 1-53,2-1 0,2 1 1,3 1-1,0 0 1,0 0 1,2-1 0,0-1 0,1-2-52,-1-1 0,3-2 1,0 2-1,4-1 28,2 1 1,-1-3 0,4 3 0,0-1 6,2 1 1,1-2 0,2 2 0,1 0 8,1 0 0,2 2 1,2-1-1,3 1 76,1 1 1,-3-3 0,9 1-1,0 0-62,2 1 1,-4 1 0,4-2 0,0-1-16,-1 2 0,3-3 1,-1 1-1,3-1 7,1 1 1,-5-3 0,8 3-1,0-1 32,-1 1 0,-1-3 0,3 1 0,2 0-4,-2 0 0,1 2 1,-2-1-1,1 0-21,3 3 1,-6-3-1,8 2 1,-3 0-11,0 1 1,-6-1 0,6-1 0,-1 1 32,-1 2 1,-1 2 0,-1 1 0,1-1 47,0-1 1,-6 2-1,6 0 1,-2 0-82,2 0 1,-8-3 0,7 2-1,-1 0-16,-3-1 0,-1 0 1,1-1-1,2 1-44,2 2 1,-8-2-1,7 1 1,-3-3 31,0-2 0,-5 1 1,4 1-1,0-1 8,-1 0 0,-2-4 1,0 3-1,-1-1-10,-1 1 1,-7-1 0,8 3 0,-4-3-46,-2 0 0,-4 1 0,0-2 1,0-1-31,-2-1 1,-4-1 0,-2 0 0,-3-1 45,-3-2 1,-5-1-1,3-4 1,0 2 105,-3 1 0,-5-2 1,1-3-1,-2-1-37,-2-2 0,0 2 0,-1-2 0,-2 1 11,-2-1 1,-1 0 0,1-4 0,-2 0 4,-2-2 1,2 1-1,-2-4 1,0-1 70,1-3 0,-3-1 1,2-4-1,0-2-33,0 0 0,1 0 0,-2-7 0,0-3-94,3-4 0,-3 4 1,2-4-1,0-1 26,1 0 1,-1 2 0,-1-2-1,1 2-5,2-2 1,0 2 0,-1-4 0,-1-2 46,0 0 0,-2 2 0,2-1 1,-1-2-50,-1-2 0,1 1 0,-2-6 0,-1-1-2,2 0 0,-2 7 0,2-6 0,0-1 27,-2-1 1,-1 2-1,-1-1 1,0-3 2,0 0 0,0 3 1,0-4-1,0-1 19,0-2 1,0 5 0,-1-11 0,-1 1 56,-1 0 0,0 4 0,1-3 0,-2-2-20,0-1 1,1 5 0,-2-4 0,1 1-13,-1 2 0,0 7 1,-3-12-1,1 0 43,1 1 0,-1 6 0,2-5 0,-3-2-62,0-5 1,-1 8-1,0-6 1,-1 1 7,0-2 0,3 7 0,-4-9 1,2 2-38,1 1 0,3 4 0,-1 0 0,0-1-16,-1 0 1,-1 10 0,0-4 0,2 2 15,1 0 0,-1 8 0,-2-10 1,1 2 21,1 4 0,0 3 0,2 0 0,0-4-71,-2-2 1,1 5-1,1-5 1,-1 2-3,1 1 0,1 4 1,-3-9-1,1 0-46,1 1 0,-3 7 0,4 3 1,-1-1 123,0-1 0,2 2 0,2-4 0,-1 5-69,-2 4 0,2 7 1,-2-9-1,3 0-12,0 1 1,0 3 0,0 0 0,0-2-43,0 2 0,-3 6 1,0-1-1,0 6 31,0 2 0,1 6 0,-3 0 0,1 1 33,-1 2 1,0 4-1,-3 4 1,0 1 3,0 2 0,-1 2 0,1 2 0,0 3 35,0-1 1,0 5-1,0-2 1,0 0 189,0 3 0,-1 1 1,1-2-1,0 3-111,0 0 1,-1-1-1,-1 2 1,-1 0-49,1 0 0,0 2 0,0-2 0,-3 2 8,0 1 0,-2 0 0,1 0 0,-1 0-80,-1 0 1,-1 0 0,1 0 0,-1 0-41,-2 0 1,0-1 0,-3 0-1,-2-2 60,1 1 1,0-2 0,-2 2 0,-1 0-72,-1 1 0,3-2 0,-5 1 1,-1 0 21,-1 1 1,2 1-1,-6 0 1,0 0-26,-1 0 1,-3 0-1,-1 0 1,-1 0 128,1 0 1,3 0-1,-5 0 1,1 1 105,0 1 0,4-1 0,-5 3 1,-1-1-63,-2-1 1,2 4 0,-1-3 0,-1-2-69,0 0 1,4 0-1,-7 1 1,1 1-32,-1-2 1,3 0 0,-6-1 0,1 0-14,0 0 0,-1-1 0,0 0 0,-1-2-21,-1 1 1,5 1 0,-8 1-1,1-1 23,-1-1 1,6 1-1,-5-2 1,-1 2 25,2 1 1,-2 0 0,-1 0 0,0 0 53,1 0 0,4 0 1,-6 0-1,2 0-21,-2 0 1,5 0-1,-4 0 1,-1 0 34,2 0 1,2-3 0,0 1 0,-1 0-46,0 1 0,3-2 1,-5 1-1,-1-1-79,0-1 0,6 3 0,-4-2 0,0 0 23,-1 0 1,1-2-1,1 1 1,-2 1 62,-1-1 1,5 1 0,-1 3 0,2 0-19,-2 0 0,4 0 0,-4 0 0,0 1 35,-1 2 0,5 1 0,-5 2 0,1-2-86,1 0 1,5 1 0,-7-1 0,0 0 34,1-1 0,6 1 1,0-2-1,-2 0 0,0 0 1,5 2-1,-8-1 1,3-1 38,0 2 0,7-3 1,-4 2-1,0 0 61,1 0 1,4 2 0,1-1 0,-1-1-104,1 1 0,1 1 0,-2-1 1,4 0-66,3-1 1,6 3-1,-2-3 1,1 1-8,1 0 1,5-1 0,1-1 0,1 1 23,1-1 1,3-2-1,0 0 1,3 0 24,1 0 0,4 0 0,0 0 75,1 0-7,4 0-212,1 0-31,4 0 0,3 1 1,0 2 67,-1 2 0,-1 6 0,-1 3 0,0 3-127,0 5 1,0 2-33,0 11 0,-1-1 182,-2 9 1,-2-1-1,-5 5 1,-2 2 77,-1 4 0,2-3 0,-2 8 0,-2 0-108,0 0 1,-1-7 0,0 2 0,2-2-181,0-5 0,5-13 0,-2-4 1,2-5-1815,1-7 2126,-1-9 0,1-4 0,0-9 0</inkml:trace>
  <inkml:trace contextRef="#ctx0" brushRef="#br0" timeOffset="10099">1512 634 6638,'-4'-3'1450,"1"-3"1,2 2-49,1-2-1042,0 1 0,0 1 1,0 5-1,0 7-115,0 8 0,1 5 0,1 10 1,0 8-51,0 8 1,-1 6 0,-1 6 0,0 1-312,0 2 1,0-7 0,0-3 0,0-6-585,0-5 0,0-16 0,0-4 0,1-7-1268,2-7 0,0-7 1968,3-8 0,1-4 0,-2-4 0</inkml:trace>
  <inkml:trace contextRef="#ctx0" brushRef="#br0" timeOffset="10939">1447 73 7456,'-6'-8'35,"-2"0"442,-4 0 0,0 0 0,0 0 1,-1 1 23,0 1 1,2 3 0,-1 3 0,-1 0-20,1 0 1,-2 7 0,-1 4 0,0 4-394,2 4 1,2 3 0,-2 5-1,1 2-27,2 3 0,2 2 0,3 0 0,2 1-439,2-1 0,6-4 0,3-4 0,5-4-683,2-6 1,5-4-1,1-7 1,4-5 572,2-5 0,-3-9 1,4-5-1,2-5 487,0-3 0,-2 1 0,0-3 0,-2 0 0,-2 0 0,-3 2 0,0 0 0,-5 3 151,-4 6 0,-7 8 265,-5 1 1,-7 12 0,-4 9 0,-2 5 351,-2 5 0,3 2 0,-1 2 0,1 2-306,2 1 1,2-1 0,3 3 0,2 1-308,2-2 1,2-6 0,3-4-1,4-7-373,5-5 1,6-7 0,2-4 0,3-11-92,0-9 0,-2-5 1,-1-8-1,-2-1 88,-4 0 0,0 0 1,-5 5-1,-3 0-4,-3 3 0,-7 9 0,-3 1 0,-4 7 187,-3 3 0,-1 4 0,-1 2 0,-3 3 88,1 0 0,3 3 0,1 3 1,1 2-634,-1 3 0,3-2 1,0 1-1,4-1-145,3 0 0,2-1 728,1 0 0,7 0 0,2 0 0</inkml:trace>
  <inkml:trace contextRef="#ctx0" brushRef="#br0" timeOffset="11867">1837 114 7877,'0'8'312,"0"0"1,0 1 0,0 1 0,0 2 19,0 1 1,-3 1 0,-2 4-1,0 3 187,-1 2 1,1 1 0,-3 5 0,0 0-284,0 0 1,3-6 0,2 1 0,2-4-268,-2-2 0,2-7 0,-1-3 47,4-4 0,2-6 0,5-6 1,0-5-595,1-6 1,0-5 0,3-6 0,0-1 38,-1-2 0,2 1 0,1 0 0,0 2 525,-2 3 0,0 3 1,0 2-1,-1 3 1,-1 4-1,0 4 0,-2 7 1,-2 8-1,-2 7 1,-2 4-1,-1 4 869,-1 3 1,-4 4-1,0 2 1,-2 1-597,-1 2 0,1-3 0,1 0-640,0-2 0,1-4 1,3-5-463,0-1 1,1-7-1,3-5 1,3-5-1,4-8 843,2-7 0,0-4 0,3-4 0</inkml:trace>
  <inkml:trace contextRef="#ctx0" brushRef="#br0" timeOffset="12025">2195 57 8415,'-8'0'595,"0"0"0,2 2 1,2 3-1,-1 6-156,1 4 0,2 2 0,-1 2 0,3 3-130,3 5 0,2-1 0,3 3 0,0 0-185,0-1 1,0 0 0,-1 0-1,-1 1-63,-4 0 0,-1-5 1,-1-2-1,-1-3-13,-1-3 1,-6-3 0,-5 0 0,-1-5-714,1-4 0,-1-3 0,-2-3 0,0-3-983,-1-3 1,5-5 1647,1-1 0,2-5 0,1-2 0</inkml:trace>
  <inkml:trace contextRef="#ctx0" brushRef="#br0" timeOffset="12026">2772 203 7663,'6'-12'156,"-2"1"0,0 2 184,-2 1 0,-6 3 0,-3 3-101,-3 1 1,-5 5 0,2 4-1,-3 6 203,0 4 1,0 7 0,1 8 0,0 4-36,2 3 1,5 1-1,1 0 1,3-2-434,5-5 0,4-7 0,6-4 0,3-5-208,4-7 1,0-7 0,3-7 0,0-8-10,0-6 0,-2-4 0,0-6 1,0-5 90,-4-5 0,-5 2 0,-2-4 0,-4 3 211,-4 1 0,-1 11 0,-5 0 0,-5 6 18,-3 4 1,-3 3 0,-1 6 0,-2 2-294,-1 2 0,4 2 0,1 2 1,4 3-317,3 4 0,2 0 0,1 3 0,5 1-433,6-1 0,2 2 965,9-1 0,2-3 0,7 1 0</inkml:trace>
  <inkml:trace contextRef="#ctx0" brushRef="#br0" timeOffset="12951">3089 98 7663,'-3'-5'1233,"-3"3"-724,-1 1 1,-2 1-1,-1 1 1,-1 1 0,0 6-12,0 4 0,-1 4 0,-2 8 0,3 6-229,-1 6 1,5 6-1,0 8 1,2 0-467,0-2 1,4-8 0,-2-1 0,3-5-656,3-5 0,1-7 0,3-6-933,-1-4 0,1-4 1785,-2-3 0,-1-5 0,0-4 0</inkml:trace>
  <inkml:trace contextRef="#ctx0" brushRef="#br0" timeOffset="13792">2910 455 7764,'0'-8'559,"0"0"1,0 3-81,0-1 1,1 2-1,3-2 1,3 0-1,5 0-227,3-1 1,1-2-1,5 1 1,3 0-1541,2 0 1,3-1 1287,3-2 0,4-1 0,2-5 0</inkml:trace>
  <inkml:trace contextRef="#ctx0" brushRef="#br0" timeOffset="13793">3536 57 7775,'0'-11'1056,"0"0"-639,-3 1 1,1 10-1,-3 5 1,2 8 84,1 5 0,0 7 0,0 7 0,-1 3-225,-2 2 0,3 2 1,-1 2-1,0 2-170,0-1 0,0-2 0,1 1 0,-1-6-1096,1-5 0,-1-12-1320,0 1 0,1-13 2309,5-6 0,-2-7 0,3-9 0</inkml:trace>
  <inkml:trace contextRef="#ctx0" brushRef="#br0" timeOffset="13794">3496 82 8145,'1'-9'587,"1"1"1,0 0 0,4 0-173,3 0 0,0 0 0,4 1 0,1 0-153,1 2 1,0 3-1,6-1 1,0 1-328,0 0 1,-2 1 0,1-2 0,0 2-1137,-2 1 1,0 3 0,-4 1 1200,-3 0 0,3 5 0,-5 4 0</inkml:trace>
  <inkml:trace contextRef="#ctx0" brushRef="#br0" timeOffset="13795">3528 236 7663,'5'5'758,"-3"1"1,3-4-1,0 0 1,3-1-451,0-1 0,4 0 1,4-1-1,3 0-495,1-2 0,-1-3 0,3 1 1,0 0-554,-1 3 1,-2 1-1,-6 1 1,-2 1 739,-2 1 0,-1 7 0,0 3 0</inkml:trace>
  <inkml:trace contextRef="#ctx0" brushRef="#br0" timeOffset="14378">3488 504 7663,'-9'6'2984,"1"-1"-2542,0 1 0,8-2 0,5-1 0,5-3-340,2-3 1,2-1 0,2-5 0,1 1-686,2 0 1,2 0 0,2 0 0,0-1-2632,-1-2 3214,-1 2 0,4-3 0,-1 4 0</inkml:trace>
  <inkml:trace contextRef="#ctx0" brushRef="#br0" timeOffset="14379">4048 203 7353,'3'-5'82,"0"0"0,0 2 0,-4-2 296,-2 2 0,1-3 1,-3 3-1,-2-1 261,-3 1 0,0 0 0,-4 3 1,0 0-109,-2 0 0,0 4 0,0 4 0,-1 6-47,-2 4 1,4 6 0,0 6 0,2 3-280,3 2 0,5 2 0,2 2 1,3-3-260,3-3 1,5-8 0,6-1 0,1-2-439,1-5 0,1-9 1,1-2-1,2-5-692,1-4 1,-2-3 0,2-5 0,0-5-1179,-1-2 2362,-5-1 0,7-4 0,-5-3 0</inkml:trace>
  <inkml:trace contextRef="#ctx0" brushRef="#br0" timeOffset="14380">4219 179 7663,'-5'6'0,"-1"-2"0,0 1 586,-1-1 1,1 1 0,2 1 0,-1 0 316,1 3 1,1 3 0,-1 5 0,0 2-441,2 3 1,-1 3 0,0 4-1,1 4-626,1 0 1,1-2 0,0-3 0,0-3-523,0-4 1,0-4 0,1-4-228,2-5 0,-1-4 1,2-5 62,0-1 1,-1-3-1,-1-4 1,1-2 427,-1-2 0,-1 0 421,-1-1 0,0-3 0,0-4 0</inkml:trace>
  <inkml:trace contextRef="#ctx0" brushRef="#br0" timeOffset="14889">4162 334 7663,'-4'-12'-129,"-3"-1"1,2-2 0,0 1 0,0 3 0,1 0 0,3 0 0,0 0 1457,1-1 0,0 5 0,1-4-719,1-1 0,3 3 1,3 1-1,1 1-283,2 0 1,2 1 0,2 2 0,-1 0-112,0 2 0,-1 2 0,3 0 1,-2 0-16,0 0 1,-5 0 0,0 3 0,-4 3-3,-1 1 0,-1-1 0,-3 1 0,-1 2-387,-2 0 0,-2 1 0,-3 0 0,0 1-6,0-1 1,0 2 0,0-1-1,0-1 264,0-1 1,2-4 0,2 0-1,-1 2-49,1 0 0,2 1 0,-1 0 0,2 0-47,1 1 0,5-1 0,2 0 0,4 1-20,1 2 1,-2-1 0,2 2 0,-1 1 113,0 0 0,-1 0 1,-5 3-1,-2 2 381,-2 0 0,-2 0 1,-3 1-1,-4-1-39,-5 1 1,-3-5-1,-3 1 1,-2-2-916,1-3 0,-3-1 0,4-2 1,1-1-1412,1-4 1,4-1 0,2-2 1915,2-1 0,5-6 0,0-5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1.3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17 7663,'4'-6'618,"-1"3"-327,-3-4 1,1 6 0,0 3-91,2 4 1,0 10 0,-2 1 0,3 6 0,0 4 79,1 3 1,2 5 0,0 4 0,0 5-32,0 4-1,0-1 1,1 8 0,-1-1-89,0-4 0,-2-13 0,-1-5 0,0-7-170,0-6 0,-2-7 0,2-6-45,-1-5 0,2-8 0,-2-8-50,1-3 1,-2-6-1,1-5 1,0-5-1,-1-9-277,0-5 0,-1-1 1,1-4-1,1 3 245,1 2 0,1 10 0,2 0 106,0 4 1,0 6-1,1 12 1,-1 7-1,-1 5-59,-1 6 1,1 6-1,-1 6 1,2 3 457,0 4 1,1 2 0,1 7 0,0 1-151,0 2 1,-1 1 0,-1 0-1,1 2-219,2 1 1,-2-2 0,4 2 5,-2-5 1,2 0-1,-2-7 1,-1-4-1,1-1-39,-1-4 1,2-8-1,-3-4-174,-1-8 0,4-4 0,-4-10 1,1-4 110,-3-3 0,1-9 0,-3-3 1,0-3-1,1-3 112,0-1 1,-2 3 0,1-2 0,-1 2-73,1 4 1,2 6-1,-2 3 1,0 6-343,0 7 1,0 6-9,-3 5 1,2 3 0,0 2-1,0 4-211,-1 4 1,-1 6 0,0 0 616,0 0 0,0 0 0,0-1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1.6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61 316 7887,'7'7'444,"1"-3"1,-1 2 0,0-4-1,1-4-143,2-4 0,0-6 1,2-4-1,-2-4-63,1-4 0,-2 0 0,2-4 0,-1-1-167,-1-1 1,-4 3-1,-3 2 1,-1 0-344,-1 2 1,-4 6 0,-2 4 0,-5 4 87,-2 5 1,-1 3-1,-4 5 1,-1 3 187,1 4 0,1 6 1,-1 3-1,2 3 50,3 3 0,3 5 1,1 1-1,3 1 556,1 4 0,4-3 1,1 4-1,5-1 280,4-3 1,3-3 0,5-7-881,2-4 1,4-5 0,1-11 0,0-2 0,2-4-656,3-6 0,-2-6 0,3-7 1,1-6 228,1-3 416,-1 0 0,7-8 0,-1 1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2.3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94 7663,'0'-8'274,"0"1"0,0 5 0,0 4 1,0 8 49,0 5 1,4 8-1,0 8 1,4 5-36,1 6 0,2 7 0,3 7 0,0 3-94,0 2 0,-4-11 1,5 0-1,-2-7-57,1-9 0,-2-15 1,-1-8-1,0-6-133,1-6 1,-3-7 0,2-8 0,0-6-443,-2-5 1,-1-5-1,1-9 1,1-4 184,-2-4 1,0 1-1,0 1 1,-1 3 121,0 1 0,0 12 1,0 6-1,0 12 9,-2 10 1,0 10-1,-2 10 1,1 7 228,-1 5 0,2 5 0,-2 2 48,1 0 0,0 4 1,1-4-1,0-1 0,1-4 92,0-5 1,1-7 0,1-1 0,1-4 45,1-5 1,0-4-1,-1-3 1,1-5 35,-2-4 1,1-4 0,-1-6 0,0-4-157,-1-7 0,-2-4 0,2-8-287,-3-2 1,3-2-1,-2-2 1,0 2-1,2 0-370,0 1 1,-1 5-1,5 0 1,1 6-904,-1 8 0,-2 9 0,2 2 1386,0 5 0,2 2 0,-2 6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2.6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 1 8199,'-10'9'0,"-2"2"443,-2 3 0,0 0 0,0 4 0,2 1 319,2 2 0,3 2 0,2 5 0,2 0-321,0 1 1,3-1-1,0 5 1,5-2-489,4-3 1,-1-3-1,4-8 1,1-5-320,1-6 0,0-7 0,1-6 1,0-8-30,2-7 0,-4-5 0,2-6 0,-1-3 78,-4-1 0,2 0 0,-3 2 0,-1 2 167,-2 2 1,-1 5-1,-2 4 825,-2 5 1,0 10 0,-2 7 0,0 8-89,-2 8 1,-1 6 0,0 5-1,1 4-653,0 1 0,1-2 0,2 5 0,0-1-144,0-2 1,0-1 0,0 0-719,3-1 1,-2-8 0,3-3-1,0-4 928,0-6 0,1 1 0,2-6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3.0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64 7663,'-1'7'691,"-2"1"1,3 2 0,-4 2 0,2 2 0,0 3 0,0 3-235,1 3 0,1 1 0,0 4 1,0 3-99,0 1 0,0-1 1,0 0-1,0-2-204,0-4 1,3-5 0,-1-1-282,0-6 1,-1-6 0,1-4-1,0-7-351,0-7 1,1-5 0,-1-7 0,1-5 102,0-5 1,-1-1 0,2-4 0,2 0-113,0 0 0,2 5 0,0-1 0,1 3 535,3 2 0,3 4 0,1 3 1,0 5 287,0 7 0,0 7 0,-3 8 0,-1 6 154,-2 7 1,-5 2 0,0 8 0,0 3-312,-1 1 0,0 2 0,-2 3 1,0 1-342,0 2 1,-2-6 0,0 3 0,0-5-1036,0-4 1,4-11 268,0-3 0,3-14 1,0-8-1,-1-8 927,-1-6 0,2-11 0,-3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3.2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17 7663,'10'-11'0,"-3"7"0,1 3 0,-4 8 0,-1 9 0,-2 4 0,3 8 1203,0 1 0,0 5 1,0 1-1,-1 5 1,1 6-740,0 2 0,1 0 1,1 0-1,-1 3-921,-3 1 1,1-4-1,0-1 1,-2-6-1624,0-5 1,-1-12 2079,0 0 0,-3-16 0,-1-3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3.3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0 130 8391,'3'-6'3517,"2"0"-3009,2 1 0,1 3 0,1-2 1,4 0-155,3 0 0,3-1 0,4-2 0,2 0-1055,1-1 0,1-2 1,3-2 700,1-2 0,4-3 0,-2-1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39.2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22 332 7663,'-1'-7'241,"-1"0"1,1-3 0,-2 0-1,3-1-287,0 1 1,-1-3-1,-1 1 1,0-2-1,0 0 514,1 0 1,1 2 0,-2 3 0,0 1 701,0 1 0,1-1-391,1 1 1,0 4 0,1 4-327,1 5 1,2 3-1,4 5 1,-1 5-239,0 3 1,0 2 0,0 3 0,-2 2-220,0 1 1,-1-4-1,2 4 1,-2-2-357,-1 0 0,-1-4 0,-2-2-434,0-4 1,0-4 0,-1-10 185,-1-7 1,0-10 0,-2-9 0,-1-5 337,1-6 0,-2 1 0,4-5 185,0-1 1,1-1-1,1 2 1,1 4-1,2 2 181,5 3 1,-1 8 0,3 4-1,1 3-27,1 5 0,-1 5 0,1 0 0,0 3 326,-1 3 1,-1 4 0,-3 4 0,-2 2 190,0 1 0,-3-3 0,2 5 0,0 1-100,-3 1 0,-1-2 0,-1 1 0,-3-2-361,0-1 0,0-2 1,-4-1-1,-1 0-605,-1-2 0,-2-5 0,2-1 0,0-2-451,-1-1 0,-1-1 0,3-2 1,2-2 246,2-4 1,3 0-1,0-2 1,2 0-9,2 0 1,4 1 0,5-1 0,-1 0 691,1-1 0,1 4 0,0-2 0,2 1 25,0 0 0,1-2 0,1 0 0,1 3 263,-1 2 1,-1 5 0,-1-1 0,-2 5-1,-2 3 1,-2 4 0,-2 3 0,0 3 1268,-2 2 1,-2-2 0,0 1 0,-1 1-1361,-1 1 0,-3 0 1,-2-1-1,0-1 1,-1-1-1,1-3 1,0-2-1,-2-3 70,0-1 0,2-5 0,1 0-510,1-4 1,1-3 0,2-4 0,0-3-33,0-2 0,0-3 0,2-2 0,1-1-131,1-1 1,1 1-1,2-4 1,0 1 47,1 2 1,0 2 0,0-1 0,3 1-538,0 1 0,1 0 0,2 5 1,1 0 242,-1 1 1,1 6 0,-2 1 0,0 4 638,-1 1 1,-6 4 0,1 2 0,-3 4 257,-3 1 1,0 2 0,-1 3-1,0 1 287,0 2 1,-2 0 0,-1 3 0,2-1 459,0 1 1,1-1 0,0 1 0,0-1-51,0-2 1,1-1 0,1-5-1,3-2-759,1-4 0,1-3 0,1-4 0,-1-4-479,0-3 0,-2-7 1,0-7-1,-1-4-91,0-3 1,0 3 0,-4-4 0,-1 3 77,-2 3 0,-1 6 1,-5 0-1,-2 2 173,0 3 1,-1 4-1,-4 4 1,0 1-480,0 2 1,3 0 0,-3 1 0,3 0-579,3 0 0,3-3 1193,2-2 0,-1-5 0,2-1 0</inkml:trace>
  <inkml:trace contextRef="#ctx0" brushRef="#br0" timeOffset="432">784 44 7663,'0'-5'553,"0"0"1144,0 0-1151,0 2 1,-3-1 0,-2 4 0,-1 0 0,-2 1 399,-1 2 1,-3 4 0,-1 5-535,1 1 0,-1 5 0,3 1 1,-1 3-1,1 2-184,1 2 0,3 3 0,2 1 1,1-1-400,2-1 1,3-6-1,3-2 1,2-4-691,3-2 0,0-7 0,3 0-230,-1-3 0,-1-3 1,2-3-1,-2-4 0,0-3-428,0-3 1,-1-1 1518,2-1 0,-3-4 0,1 0 0</inkml:trace>
  <inkml:trace contextRef="#ctx0" brushRef="#br0" timeOffset="716">849 195 7663,'7'0'0,"1"0"0,-4 0 0,1 0 0,1-1 970,0-1 0,1 0 1,1-2-311,-1-2 1,0-1 0,0-2 0,0-1-397,1-2 0,-4 0 1,0-1-1,0 0-224,-3 1 1,0 1 0,-1-1 0,0 1 31,0 1 0,-3 4 1,-3 0-1,-2 2 156,-1 2 1,-2 2 0,2 0 0,-3 3 203,1 2 0,-2 4 1,4 2-1,-1 2-72,0 2 0,4-2 1,-1 6-1,1 2-330,2 2 0,-1 0 0,2 1 1,2-2-239,0 0 0,4-1 0,2-1 0,1-2-795,2-4 1,2-7 0,1 0 0,2-4-328,1-4 0,-2-3 0,4-5 0,0-4 446,-1-3 1,0 0 0,-1-3 883,-2-1 0,4-4 0,0-2 0</inkml:trace>
  <inkml:trace contextRef="#ctx0" brushRef="#br0" timeOffset="966">1079 1 9059,'0'7'2565,"0"0"-2095,0 0 1,0 3 0,0 0-1,0 2 22,0 0 1,0 4 0,0 2 0,0 0-165,0-1 0,0 3 1,0-1-1,0-1-339,-3-1 1,2-2 0,-2-1 0,1-2-189,-1 0 1,-2-5-1,0 0-708,-1-1 0,-1-2 1,-1-2-389,1-1 1,1-4 0,1-2 628,3-2 0,1-1 0,2 0 0,2-2 666,4 1 0,0 1 0,7-5 0,-3-3 0</inkml:trace>
  <inkml:trace contextRef="#ctx0" brushRef="#br0" timeOffset="1227">1180 15 10817,'-4'3'0,"2"3"829,1 3 1,1 0 0,0 3 0,0 1-249,0 3 1,3-1-1,1 3 1,1-1-331,0 0 1,0-1-1,1-1 1,0-1-149,-2 1 0,0-1 1,1 0-1,-2 1-208,-3-1 0,0-2 0,0-1 0,0 0-157,-3-2 1,-1-2 0,-3-2 0,0-1-109,0-1 1,-1 0 369,1-3 0,3 0 0,1 0 0</inkml:trace>
  <inkml:trace contextRef="#ctx0" brushRef="#br0" timeOffset="1322">1295 267 7663,'4'-4'866,"-4"1"-866,4 3 0,-4 0 0,0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35.3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37 229 7937,'7'-3'674,"0"1"0,0 0 0,1 2-435,2 0 0,-1 0 0,2-1 0,0-2 49,0-1 1,-2-3 0,1-1 0,-2-1 84,-1-3 1,-1 0 0,-1 0-1,-2-1-295,-3-3 0,-3 2 0,-2-2 0,-4 1 25,-3 2 1,-3 3-1,-1 5 1,0 3 17,0 1 1,0 6 0,3 4 0,0 5 51,1 4 0,6 5 1,-1 5-1,3 3-181,3 2 0,0-3 0,2 1 0,2-1-352,4-1 0,1-4 0,4-2 0,2-5-723,2-4 1,-1-7 0,2 0 0,-1-3-442,0-3 1,0-4 1523,0-4 0,0-3 0,-2-5 0</inkml:trace>
  <inkml:trace contextRef="#ctx0" brushRef="#br0" timeOffset="549">245 106 7663,'0'15'63,"0"2"1,-2 2 0,0 1 327,0 1 0,1 2 0,1 4 0,0-1 500,0 2 0,0-5 0,0 0 1,1-1-609,1-2 1,2-1 0,1-3 0,0-1-239,1-2 0,-2-5 1,0-2-150,2-2 1,-3-6-1,0-5 1,0-4-138,-1-3 1,1-4-1,-1-3 1,0-6-55,0-3 0,1-1 1,0-2-1,1-2 126,2 0 0,0 5 1,2 2-1,-1 2 201,0 3 0,0 5 0,0 4 0,1 6 455,-1 5 1,-1 6 0,0 4 0,-2 5-200,-1 4 1,0 6 0,-1 3 0,0 2-456,0-1 1,1 1-1,0 0 1,1-2-700,2-1 0,-2-4 0,1 2 0,1-5 64,3-4 1,0-6-1,2-5 1,0-2 801,0-2 0,-1-6 0,1-6 0,0-3 0,0-4 0,-2-2 0,1-6 0,-1-1-52,0-1 1,-3 1-1,1-2 1,-2 2-67,-1 5 0,-1 5 0,-6 4 1,-2 5 406,-4 4 0,-1 5 0,-3 0 0,1 4 1044,-1 2 0,3 4 0,0 4 0,2 3-480,1 2 1,0 3 0,0 3 0,2 2-402,0 1 1,3 0-1,0 3 1,2 0-705,2 0 1,2-3-1,4-1 1,2-3-176,2-3 0,0-4 1,1-3-1,1-4-618,1-2 0,-1-4 0,3-6 0,-2-5-91,-1-4 1,1-1 0,-2-7-1,-1-1 1136,-2-1 0,-2 1 0,-1 0 0</inkml:trace>
  <inkml:trace contextRef="#ctx0" brushRef="#br0" timeOffset="783">684 121 8162,'-4'3'1134,"0"2"0,3 4 0,-2 5-594,-1 4 0,1 3 0,-1 7 0,0 3-291,0 1 1,2-4-1,-2 1 1,0-2-16,0-5 0,2-5 1,0-1 18,1-3 1,1-6 0,0-7-303,0-4 1,1-6 0,0-1 0,3-2-29,0-1 0,-2-1 0,3-5 0,0-3-298,2 1 1,0 1 0,-1 1 0,0-2-32,-1 0 1,0 3-1,3-4 1,1 2-436,0 1 0,-4 5 0,4-1 0,-1 2-688,0 1 0,0 6 1529,0 0 0,-1 5 0,0-2 0</inkml:trace>
  <inkml:trace contextRef="#ctx0" brushRef="#br0" timeOffset="1249">807 135 7663,'-1'7'0,"-1"-3"0,0 2 0,-2-3 826,1 1 0,0-2 1929,0 0-2369,2 2 0,-2 0 0,3 3 1,0 1-103,0 2 0,0 1 0,1 4 1,1 0-63,3 2 0,2 0 1,0 2-1,1-2-235,1-2 1,-1-1 0,3-2 0,-2-2-217,1-2 0,2-4 0,-2-2 0,1-3-309,-1-4 1,0-3-1,-3-9 1,0-2 115,0-2 1,-2-2 0,-1 0 0,-1-1 225,-1 1 1,-1 3-1,-1 2 1,0 0 569,0 2 0,0 6 0,0 5 318,0 3 0,2 9 0,1 9-71,1 1 0,1 3 0,2 4 0,0 3-223,1 4 1,-4-3 0,1 2 0,0 1 32,-1 1 0,2 2 1,-4 2-1,0 1-192,-2 1 0,-3 0 0,-2 1 0,-2-3-367,-2-6 1,0-3 0,-2-8 0,-1-4-514,1-6 0,-1-5 0,-1-4 0,0-3-223,1-4 0,3-6 0,-1 0 0,2-4-603,1-1 1,2-5 0,2-2 0,-1-3 1466,3 0 0,3 0 0,2-4 0</inkml:trace>
  <inkml:trace contextRef="#ctx0" brushRef="#br0" timeOffset="1633">1073 157 8076,'6'5'0,"0"3"786,-1 3 1,-1 2-1,1 3 1,-2 2-70,0 3 0,-2-1 1,1 5-1,-1 0-301,-1 4 1,0-3 0,0 3 0,0-1-95,0 0 1,0-2 0,0-1 0,1-2-784,1-2 1,-1-7 0,1-2-366,-1-3 0,-1-6 1,0-3-1,-1-6 83,-1-5 0,0-2 0,-2-6 1,-2-2 392,0-2 1,-2-3 0,1-2 0,0 0 250,0 0 0,2 3 0,1-4 0,1 2 226,1 1 1,1-2 0,1 4-1,2-1 206,3 1 0,0 6 0,7 0 0,1 4 170,1 5 1,1 4 0,1 2 0,1 3 255,-1 3 0,-4 5 0,-1 6 1,-2 5-210,-3 1 1,-4 5 0,1 1 0,-2 0-230,-1 1 0,0-3 0,0 1 1,-1 0-132,-2-2 1,-1-4 0,-3-3-1,0-2-1363,0-2 0,0-7 0,-1 0 0,1-3 442,-3-2 1,4-7 0,0-3 0,2-4-1402,2-3 0,2-4 2132,0 0 0,0-1 0,0-3 0</inkml:trace>
  <inkml:trace contextRef="#ctx0" brushRef="#br0" timeOffset="1870">1260 63 7534,'6'4'748,"-1"0"0,1 6 0,-4 2 0,1 3 27,0 4 1,-2 4-1,3 9 1,0 2 265,-3 4 0,2-3 1,1 2-1,-1-1-1173,0-2 0,0-8 0,-1-1 0,1-3-246,1-2 1,-2-4-3074,0-1 0,-1-10 3451,-1-8 0,-7-6 0,-1-2 0</inkml:trace>
  <inkml:trace contextRef="#ctx0" brushRef="#br0" timeOffset="2141">1267 351 7663,'0'-13'0,"0"0"477,0 1 1,0 5 0,0 0 0,1 1 249,1-1 1,0 0 0,3 0 69,0 0 1,2 2 0,0 1-1067,0 1 1,1 0-1,1 3 1,1 0-1,-1-2-827,2 0 1,-3-3-1,4 2 1,-2-1 633,-1-2 0,1 2 462,0-1 0,3 0 0,-2-2 0</inkml:trace>
  <inkml:trace contextRef="#ctx0" brushRef="#br0" timeOffset="2258">1469 200 7663,'0'7'642,"0"4"0,0 1 0,0 1-75,0 2 0,0 0 0,0 1 0,0 1-324,0-1 1,-3 1 0,1-1 0,0-1-906,2-3 1,0-5-416,0 0 0,0-9 1,0-2-1,0-8-227,3-4 1304,-2 1 0,2-9 0,-3 2 0</inkml:trace>
  <inkml:trace contextRef="#ctx0" brushRef="#br0" timeOffset="2795">1483 114 7663,'0'-8'336,"0"1"1,0 0 758,0 0-1143,0 3 1,-1 1-250,-1 3 0,2 0 297,0 0 0,3 0 0,4 0 0</inkml:trace>
  <inkml:trace contextRef="#ctx0" brushRef="#br0" timeOffset="3071">1548 106 7735,'0'11'24,"-1"0"0,-1 4 0,0 2 476,0 2 1,1 2-1,-1 1 1,0 0 721,0 2 1,2-4 0,3 2 0,2-2-1090,4-2 0,0-4 0,2-4 0,0-3-572,0-2 1,1-3-1,0-6 1,-2-5 193,0-4 0,-4-1 1,0-4-1,-2-1-518,-2-2 0,-1 3 1,-2-3-1,-1 1 608,-3 1 0,-2 1 1,0 3-1,-1 0 257,-1 1 1,0 2 0,-2 0 0,0 2-27,2 2 1,1 4 0,1 2-666,0 1 3,0 1 1,6 0-1,3 0 1,4 1 585,1 1 0,4-1 0,0 2 0</inkml:trace>
  <inkml:trace contextRef="#ctx0" brushRef="#br0" timeOffset="3072">1670 121 7663,'7'8'0,"1"1"0,-1 1 617,0 1 0,-2 1 0,-1 3 0,0 1 161,0 1 0,-3 2 1,2-2-1,-2 3-170,-1 0 1,0-3 0,2-1 0,1-2-874,1-2 251,-2-7 0,1 1 0,-3-9-310,0-5 0,0 0 0,0-7 0,0-3-337,0-5 1,0-3 0,0-4 0,0-2 209,0 2 1,0 0 0,1 2 0,0 2 422,2 2 0,2 5 0,0 3 0,2 3 531,0 4 1,1 4 0,1 4 0,1 4-5,1 4 0,-1 8 0,1 0 0,0 3-104,0 5 1,-2-1 0,1 4 0,-2 2-580,-1 3 1,-2-3-1,-1 1 1,-1 0-624,-2-2 1,0-3-1,-1-1 1,0-5-2685,0-3 3491,0-9 0,-3 4 0,-1-6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34.1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152 107 7663,'0'-12'165,"3"3"1,-2 0 0,1 0-1,-2 0 203,-2 0 1,-3 1 0,-4 1 0,-1 2-91,-2 0 0,0 3 0,-2 0 0,-1 1 481,-2 1 0,4 7 0,0 3 0,1 5-162,4 4 1,0 5 0,4 3-1,1 1-340,2 1 1,2-3-1,2 0 1,1-2-151,3 0 0,3-8 0,2-3 0,3-3-190,1-4 0,0-4 0,3-3 0,-1-5-649,1-6 0,-3-5 1,2-5-1,-2-3 245,-2-3 0,-4-4 0,0 0 1,-1 0 283,-3 4 1,-3 6-1,-1 2 90,-1 4 1,-1 8-1,0 10 722,0 7 1,0 6-1,1 3 1,1 4-356,3 3 0,1-1 0,2 2 0,0-1-719,1 1 0,-2-6 0,1-2 0,1-3-600,-1-3 0,3-4 0,-2-1 0,0-4 1065,-1-2 0,2-7 0,2-2 0</inkml:trace>
  <inkml:trace contextRef="#ctx0" brushRef="#br0" timeOffset="600">396 56 7663,'-5'0'2019,"1"1"-1432,1 1 0,1 0 0,1 3 0,-1 1 0,0 3 127,0 3 1,2 6 0,0 2-1,0 5-247,0 3 1,2-3 0,1 3-1,0-2-268,1-3 1,1-4-1,-1-3-448,0-3 1,3-4 0,-3-6-211,3-5 1,-1-4-1,0-7 1,-1-3 25,0-2 1,-1-2 0,1-3 0,0-2 62,-1 0 1,2 4-1,-1 0 1,1 3 513,-2 2 0,3 4 0,-2 3 0,1 3 63,1 4 0,-2 8 0,0 3 0,0 5-123,2 3 1,-2 2-1,-1 4 1,2 1-228,0-1 1,-1-3 0,-1-1-1,0-2-478,0-1 1,0-6-1,2-4 1,-2-2 256,2-2 1,-2-8-1,0-4 1,0-5-252,0-5 0,-2-4 0,2-1 0,0-2 615,0-2 0,-1 2 0,2-4 0,-1 4 0,0 3 0,2 5 0,-4 3 315,0 3 1,0 6 0,-1 5 578,2 4 1,1 3 0,0 4 0,0 4-243,4 3 0,0 3 1,4 4-1,-1 2-382,0 1 1,-1 0 0,0 1 0,0-1-268,-2-2 1,-2-6 0,1 0 0,-3-4-367,-1-5 1,-3-4-75,0-3 1,-5-1 0,-6-1 0,0 0 104,-2 0 1,0 0-1,-2 0 1,1 0 184,0 0 0,2 0 0,0 1 436,2 1 1,1 3 0,4 4 0,3 1 0,1 1 290,1 2 1,7 0 0,1-1-1,4-2-330,3-2 0,-2-2 0,3-1 0,0-3-505,-2-1 0,0-5 1,0-3-1,-1-5-262,-1-4 1,-4 0 0,0-3-1,-3-1 517,1-1 0,-3-1 0,0 1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31.7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26 7663,'-2'-5'972,"-1"0"1,0 4-142,1-2 1,1 4-499,-2 4 1,3 1 0,2 9 0,1 3-115,1 4 0,0 5 1,2 4-1,-1 2-43,0 3 0,-1 0 0,0 0 0,-1-1-33,-1-2 1,0-1 0,-1-7 0,2-3-7,-2-5 1,0-5-354,-1-2 0,0-6 0,0-4 212,0-4 1,0-3 0,0-2 0,0-2-335,0 0 0,3-1 1,2-2-1,1 0 63,1-1 1,4 2 0,0 1 0,1 2 238,0 2 1,0 2-1,2 1 1,1 2 36,-1 3 1,-2 0-1,-1 4 1,0 2 172,-2 3 1,-1 4-1,-2 1 1,-1 3 459,-3 1 0,-1-2 0,-3 1 0,-2-2-225,-3-1 1,-2-2 0,-1 0 0,-2-2-523,-2-1 0,0-4 0,0-3 0,-1-1 83,1-1 1,-1-3 0,-1-2 0,1-2-1295,2 0 1,3-3 0,1-2 0,3-2 73,1 0 0,4 2 1,-1 0 1249,4-1 0,2-4 0,3-1 0</inkml:trace>
  <inkml:trace contextRef="#ctx0" brushRef="#br0" timeOffset="634">446 55 7663,'0'-11'194,"0"3"0,0-1 1,0 1 312,0 0 0,0 4 1429,0-1-1386,0 3 0,0 5 1,0 8-118,0 4 0,0 2 0,-1 4 0,-1 5-273,0 3 1,-1 3 0,3 2 0,-2 1-99,0 0 0,-1-1 1,3 1-1,0 0-823,0-2 0,0-7 0,0-2 0,1-3 66,1-6 0,3-3 1,4-8 694,1-1 0,2-9 0,0-2 0</inkml:trace>
  <inkml:trace contextRef="#ctx0" brushRef="#br0" timeOffset="933">611 162 8305,'-3'11'610,"-2"1"1,-3 4-1,-1 3-142,1 4 1,4 0 0,-3 7 0,3 0-129,3 0 0,0-3 1,2-2-1,1-3 27,3-3 0,1-7 1,2-3-1,2-4-620,2-5 0,-1-4 0,0-6 0,0-3-76,1-6 0,-3-1 1,2-6-1,-1-2 0,-4-2 0,-1-1 0,-3-4 307,0 1 0,0-2 1,-2 5-1,-3 1 1,-2 3 152,-1 3 0,-4 10 0,-1 3 1,-1 4-4,0 4 1,3 1 0,-1 3-620,2 1 1,2 5-1,1 2-205,3 0 1,2 2 0,2-1 0,3 0 0,2 1 695,3 1 0,1 0 0,3 2 0</inkml:trace>
  <inkml:trace contextRef="#ctx0" brushRef="#br0" timeOffset="1150">892 33 8185,'-14'3'0,"1"3"905,-2 3 1,2-1 0,-3 4-1,3-1-338,1 0 0,2 4 0,-1 4 0,1 3 27,4 2 0,2 0 0,4 4 0,1 1-344,1 1 0,2-3 0,4-2 0,2-2-389,2-2 0,-1-6 0,1 0 0,1-2-648,0-5 1,2-3 0,-1-5-1,1-1-451,-1-1 1,0-5 0,1-3 0,-1-1 1237,1-2 0,-4-4 0,-1-1 0</inkml:trace>
  <inkml:trace contextRef="#ctx0" brushRef="#br0" timeOffset="1338">1108 55 7663,'-4'10'0,"0"1"0,-4 1 817,-1 0 0,1 1 0,-2 4 0,2 2 284,1 2 0,0 2 0,0 2 0,-1 3-677,1 1 0,3-3 1,2 1-1,1-2-844,1-2 0,0-7 0,0 2 0,1-1-663,1-2 1,2-5 0,3-4 0,1-2-41,2-2 1,-1-2 0,2-3 1122,-1-1 0,6-9 0,0-2 0</inkml:trace>
  <inkml:trace contextRef="#ctx0" brushRef="#br0" timeOffset="1551">1230 112 7663,'-14'10'1035,"-2"2"0,0 2 1,-1 0-533,-2 1 0,6-2 0,-1-1 0,2 3-193,1 0 1,5-4-1,-1 3 1,3-2 250,3-1 1,3-2-1,4 0 1,2-1-666,4 0 0,0-4 1,2 0-1,2 0-413,2-3 0,1 0 1,2-2-1,-1-2-1546,2-4 1,-4-2-1,2-5 2063,-1-1 0,1-4 0,-2 1 0</inkml:trace>
  <inkml:trace contextRef="#ctx0" brushRef="#br0" timeOffset="1764">1410 33 7663,'-7'10'0,"-1"-1"0,1-2 523,0 5 1,0 0-1,0 3 1,2-1-1,1 1 1,1 2 47,1 2 1,2 0 0,2 1 0,4 1-264,3-1 0,0-1 1,3 1-1,0-3-52,-1 1 0,-1-5 1,-3 1-1,-2-1-182,0-2 1,-3 2 0,-1-4-1,-2 0-701,-4-1 0,-5-3 0,-2-1 0,-1-1-899,-2-1 0,1-2 1,-1 0 1525,1 0 0,-4-6 0,0-2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30.1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99 133 7663,'0'-7'19,"-3"0"1,-2 1 176,-2 1 0,0-1 0,0 4 0,0 1 0,-1 3 268,-2 6 1,2 4-1,-1 6 1,1 5-254,0 4 1,4 0 0,1 5 0,1 4-24,-1 0 0,4-2 0,5-2 0,3-2-209,3-5 1,2-8 0,2-6 0,2-5-245,0-6 0,-2-7 0,1-9 1,-2-4 211,-1-6 0,-2-5 0,-4-2 0,-1-1 99,-2-2 1,-4 1-1,1-2 1,-5 4 119,-4 2 0,-3 5 0,-5-1 0,-1 4-196,-1 4 0,-2 4 1,3 4-1,1 3-243,2 2 1,5 6-1,0 0-138,3 4 0,3 2 0,0 2 0,1 2 1,2 2-253,1 1 0,5 2 1,2 0 662,0 2 0,2 1 0,0 4 0</inkml:trace>
  <inkml:trace contextRef="#ctx0" brushRef="#br0" timeOffset="317">235 105 7663,'0'-8'277,"-3"2"403,-1 1 1,-3 3 0,1 4-421,1 3 0,-1 5 0,4 4 0,0 3-10,2 1 0,0 1 0,3 3 1,2-1-105,1 1 1,2 0 0,2-2 0,1 0-314,3-4 0,-1-4 1,0-3-1,3-3-41,-1-4 0,0-5 1,-1-5-1,-2-6 2,0-7 0,-3-5 1,1-4-1,-2-2 168,-1-1 1,-3 3 0,-2 0-1,-1 5 738,-1 6 1,-1 8-352,-1 6 1,1 7 0,-2 9 0,1 5-499,-1 4 0,1-2 1,2 6-1,0-1-171,0-1 1,2 0 0,1-1-98,1-2 1,1 1 0,2-5-1,1-2 1,-1-3-995,0-4 0,0-2 1411,0-4 0,4-6 0,0-2 0</inkml:trace>
  <inkml:trace contextRef="#ctx0" brushRef="#br0" timeOffset="599">516 69 7939,'5'0'2076,"-1"0"-1673,-1 3 1,2 2 0,-2 4 0,0 4-40,1 3 1,0 3 0,-1 4 0,-1 3-172,1 2 0,-2 0 0,1 5 0,-1-1-99,-1-2 0,0-3 1,0-2-1,0-3-115,0-3 1,-2-4-193,-1-3 1,1-9-1,2-8 1,0-6 257,0-5 1,0-4-1,1-5 1,1-3-25,3-1 0,1 3 0,2-2 1,1 2 88,1 0 0,1 5 0,0-2 0,4 2-413,0 1 0,1 2 0,0 1 1,1 1-699,2 2 1,-3 4 0,1 1-1,-2 1 1001,-1 1 0,1-1 0,-1 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7.8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14 101 8723,'-4'7'0,"0"1"122,0 2 0,2 5 0,2 7 0,0 6 0,1 6 268,1 3 1,-1-1-1,2 1 1,0 1-147,-1-2 1,0-1 0,-2-4-250,0-4 0,0 1 0,0-8 0,0-1 0,0 0-105,-3-3 1,2-7 102,-4-5 0,3-6 1,0-5-1,1-5 39,1-4 0,0-2 0,0-4 0,0-5 7,0-1 0,1-1 1,1-3-1,3 1-160,1 0 0,2 3 0,1-1 0,2 2-362,3 3 0,0 7 1,5-2-1,1 6-189,1 3 0,0 5 0,0 3 0,0 2 672,0 2 0,-4 6 0,4 3 0</inkml:trace>
  <inkml:trace contextRef="#ctx0" brushRef="#br0" timeOffset="297">331 202 7663,'-7'0'0,"-1"2"0,-2 1 0,-2 1 520,-1 2 0,0 1 0,0 3 1,-1 2 134,-2 4 1,6 3-1,-2 3 1,3 2-308,2 2 1,3 1 0,2 0 0,2 0-358,2-2 0,3-6 1,4-4-1,4-6-50,3-3 1,0-5 0,3-6 0,1-7-123,1-6 0,1-7 1,-1-3-1,-1-4-155,-1-3 0,-2 0 1,0-4-1,0 1 276,-1 0 1,-6 9 0,-1 1 0,-5 7 420,-3 7 1,-2 8 0,-1 8-363,-3 7 0,-1 4 0,-2 3 0,2 3-156,1 2 1,0 1-1,2 5 1,2-1-460,0-1 0,1-1 0,0-3 1,0 0-344,0-2 1,3-4-1,3-4 959,2-3 0,0 0 0,3-4 0</inkml:trace>
  <inkml:trace contextRef="#ctx0" brushRef="#br0" timeOffset="649">597 137 7663,'0'7'108,"0"0"0,-1 0 1,0 1 663,-2 2 1,-2 4 0,1 3 0,-1 2-140,0 4 1,1-1 0,-1 5 0,1-1-436,0-1 1,2 1-1,2-4 1,0 0-198,0-4 1,0-2 0,0-2-361,0-2 1,3-6-1,1-6 55,0-7 1,3-7 0,-3-8 0,3-4-103,0-5 1,0-1 0,0-4 0,1 0 31,-1 0 0,1 2 0,1 2 0,0 3 413,0 3 1,1 6 0,0 5-1,-1 4 279,-1 7 0,-4 4 1,-2 5-1,-1 7-59,-1 6 0,0 4 0,0 4 0,0 3-9,0 3 1,0 0-1,0 0 1,0-2-428,0-2 1,0-4 0,0 0-1,1-3-262,1-1 1,2-8 0,3-6-1,1-3 199,-1-4 1,1-6 0,1-6 239,0-3 0,4-8 0,-2 2 0</inkml:trace>
  <inkml:trace contextRef="#ctx0" brushRef="#br0" timeOffset="947">921 0 7581,'0'11'465,"0"1"1,0 5 0,1 5 357,1 6 1,-1 5 0,2 6 0,0 1-412,-1 3 1,4-8 0,-2-4 0,0-3-245,1-3 1,-1-7 0,2 0 0,-2-6-382,-1-5 1,-1-5-209,-2-2 1,-3-1 0,-2-4 0,-4-1-48,-3 0 0,-3-1 0,-1 0 0,-4 2 400,0 0 1,-2 3 0,1 1-1,1 2 390,1 4 1,6 5 0,0 2 0,3 2-76,4 3 1,3 1 0,1 3 0,2-1 138,2-1 0,2-3 0,4 1 0,2-2-915,2 0 0,0-6 0,1-3 0,4-3-428,3-4 1,1-5 0,4-6 0,0-3-1111,0-4 2067,-6-1 0,14-11 0,-6 2 0</inkml:trace>
  <inkml:trace contextRef="#ctx0" brushRef="#br0" timeOffset="1197">1108 274 8002,'-7'7'640,"0"0"1,1 4 0,0 3 0,-2 3 45,0 4 0,0 3 0,1 6 0,2-1-285,0-1 1,3-4-1,1 0 1,2-3-195,4-4 1,2-4 0,3-9 0,2-2-345,2-4 0,1-5 0,0-6 1,0-3-173,-1-3 0,-4-2 0,1-3 0,-1 0 47,-4-2 0,-2 3 1,-4-1-1,-1 1 5,-1 2 0,-4-1 0,-6 2 1,0 0 100,-4 0 1,0 7 0,0 0 0,0 4-251,2 5 0,0 3 1,3 1-1,2 3-243,2 2 1,4 2 0,1 2-1,2 3 649,2 2 0,2-3 0,3 0 0</inkml:trace>
  <inkml:trace contextRef="#ctx0" brushRef="#br0" timeOffset="1682">1288 245 7663,'0'7'18,"0"0"0,0 0 0,0 1 812,0 2 1,0-1-1,0 3 1,0 1-140,0 3 0,-1 3 1,0 5-1,-3 0-381,0 2 1,3 0 0,-2 2 0,3 0-222,0-2 1,0-5 0,0-1 0,0-4-156,0-5 0,0-3 1,3-5-375,2-5 0,-1-5 0,0-9 0,2-1-4,0-5 0,2-3 0,-1-3 1,-1-1 73,-1 0 0,4 0 1,-2 1-1,1 2 118,0 2 0,-1 2 1,0 3-1,1 3 182,2 3 0,-2 6 0,1 6 0,-3 3 258,-1 5 0,-1 7 0,1 6 1,-1 3 249,0 3 0,-2 2 0,-2 1 1,0 0-36,0 0 0,0-4 1,0-1-1,0-2-137,0-3 0,1-2-265,1-5 1,-1-4 0,2-8-214,0-7 1,-2-6 0,2-6 0,0-4-90,-1-5 1,4-2 0,-2 0 0,1 1 27,-1 0 1,4-1 0,2 6 0,1 1 85,2 1 0,1 4 0,1 4 0,1 4 407,1 5 1,-1 5 0,-1 8-1,-2 6 59,-1 4 1,-1 6 0,-4 3 0,-1 1 0,0 0-430,-1 1 1,-4-2-1,2-3 1,-2 0-1011,2-4 0,-2-3 0,2-2 1160,0-4 0,1-2 0,3-5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0:26.8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80 14 7663,'0'-8'419,"0"4"0,1 3 0,0 6 0,2 7 0,-2 7-140,0 4 1,1 7 0,1 9 0,-2 6-118,0 6 0,2 2 0,-1 2 0,0 0-236,-2-4 1,0-8-1,0-5 1,0-6-539,0-5 1,0-7 0,-3 2 611,-2-1 0,-4-2 0,-2-4 0</inkml:trace>
  <inkml:trace contextRef="#ctx0" brushRef="#br0" timeOffset="150">1 388 7663,'0'-11'2359,"0"1"-2228,0 5 1,1 2 0,1 4-1,3 0 106,1 2 0,4 2 0,2-2 0,2 0-581,0 0 0,4 0 0,2-3 1,2 0 73,2 0 0,3-6 0,-3-2 270,-1-2 0,3-2 0,-1-3 0</inkml:trace>
  <inkml:trace contextRef="#ctx0" brushRef="#br0" timeOffset="367">325 258 7663,'-4'14'0,"0"-1"0,-3 6 0,0 2 774,0 2 1,0 0 0,0 3-1,2 1-320,3-2 1,1-2 0,2-7 0,2-2 23,4-5 0,1-6 0,5-1 0,2-5-536,0-4 1,3-3 0,-1-6 0,1-1-72,1-5 1,-4-3 0,-4-3 0,-1-2-480,-1-1 1,-4 2 0,-3 0 0,-1 5 411,-1 1 1,-4 8 0,-3 3 0,-5 4 97,-4 3 1,0 2-1,-2 4 1,-1 1 9,1 3 1,2 1-1,0-1 88,3 0 0,0-3 0,1 1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2:43.8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53 7664,'-9'-12'161,"2"2"0,1 2 1,-1 1 60,-1 2 1,4 1 0,2 2-106,4 0 0,0-1 0,3 4 0,0 1 191,2 0 0,3 2 1,1-2-1,0 3 61,3 2 0,-3 0 0,2 1 0,0 0-97,1 2 1,4 0-1,1 3 1,2 2-57,2 1 1,-4-1 0,5 5 0,3 0 13,1 2 1,0-2-1,-2-1-94,0-1 1,1 3 0,-1-1 0,0 1 0,0-1-238,1 0 1,-5-2-1,2 4 1,1 1 78,1 0 1,-4-2 0,1-2 0,0 1 69,1 2 1,-5-4 0,2 3 0,0-3-69,1-2 0,-4-2 0,4 4 0,0-2 19,-1-1 1,-3 0-1,-2-1 1,2 0 1,0 1 1,-1-5 0,2 5 3,-4-1 1,4 0-1,-6-1 1,0-1-46,1 2 0,-1-3 1,1 1-1,-3-1 1,1-1-91,0 0 0,-2-1 0,0 3 102,-1-1 0,1-1 0,-4-3 0,0 1-255,1-1 0,-2 1 0,1-1-116,-1 1 0,-1-1 0,2 1 24,-1-1 1,-1 0 0,1 1 0,-2-1-3316,-2 1 3690,-1-4 0,-4-1 0,0-3 0</inkml:trace>
  <inkml:trace contextRef="#ctx0" brushRef="#br0" timeOffset="732">693 888 9661,'7'0'462,"3"3"0,1 0 0,0 1-298,3 2 1,3 1-1,3 0 1,2 1-98,3-1 0,0 3 0,4 1 1,2 0-15,0-1 0,-3 4 0,-3-3-117,-1 1 0,1 0 0,-5-3 0,-2 1 1,0-1-103,-1-1 1,-3-1 0,0 0 153,-3-2 1,2 2 0,-3-3 0,1 1 0,0-1-13,-2-1 1,0 2 0,0-1 0,1 0 55,-1 2 1,0-3 0,-2 0-1,1 0 151,-1-1 1,-2 1-1,0-3 212,1 0-110,-3 0 48,1 0 59,-4 0 1,-1-5-258,-2-2 1,2-1 0,-4-5 4,2 0 1,-3-4-1,1-3 1,-4-2 0,-1-2-126,1-3 1,0-1 0,0-7 0,-1-1-321,1 0 1,1 3 0,1 3 0,1 4-3959,1 5 4263,0 7 0,-6 7 0,0 3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2:46.0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1 128 7810,'0'-5'194,"0"0"0,0 2 246,0-2 0,0 5 1,0 0-1,0 7-28,0 5 0,1 6 0,0 4-236,2 5 1,3 3-1,-2 3 1,1 2-88,0 2 1,-4 4 0,2-5 0,-2 1-300,-1-1 0,0-2 1,0-7-1,0-3-571,0-6 1,0-4-1,-1-7 1,-1-3-1,-1-5 781,-1-6 0,-1-7 0,-3-5 0</inkml:trace>
  <inkml:trace contextRef="#ctx0" brushRef="#br0" timeOffset="334">8 165 7810,'8'-20'123,"-1"0"1,2 5 0,1-1-1,5 3 116,4 3 1,1 0 0,3 6 0,1 1 21,2 2 1,0 5 0,-5 1 0,-1 4 10,-2 4 0,-6 3 0,-2 3 0,-2 1-121,-3 3 1,-2-1 0,-4 3-1,-1-2-206,-3 0 0,-3-1 0,-2-1 0,-2-3-101,-2-3 0,-1-4 1,-1-1-1,-1 0 62,-3-4 1,1-3 0,-1-1 0,1-1 128,0-1 1,2-2 0,-1-2 0,2 1 343,4 0 0,3-3-102,2 1 1,3 2 0,5 0-177,6 2 0,4 5 0,4 1 0,0 4 0,3 2-84,2 3 0,0 0 1,1 3-1,-1-1-383,1-1 1,-2 0 0,1 0 0,0-2-190,-1-3 0,2-1 0,-2-7 0,1-1-1121,0-2 1,-3-4 1675,0-5 0,-1-5 0,-1-4 0</inkml:trace>
  <inkml:trace contextRef="#ctx0" brushRef="#br0" timeOffset="667">434 225 7810,'-10'0'455,"0"0"0,0 0 0,2 0 0,1 0 35,-1 0 0,1 4 0,-1 3 1,2 3-128,1 1 0,2 2 1,3 5-1,0 2-75,3 1 0,1 2 1,4 1-1,2-1-285,3-2 1,1-2 0,1 0 0,0-2-367,3-3 1,-4-5 0,2-4 0,-1-4-26,-2-4 0,0-3 0,1-9 0,-1-4 48,-3-4 0,-2-4 1,-1-6-1,-2-2 187,0-1 1,-2 2 0,1 2 0,-1 3 525,-1 2 0,-1 9 0,-2 3 214,-2 7 1,2 10 0,-3 11 0,0 4-371,3 3 1,0 2 0,1 2 0,0 2-256,0 0 1,2-2 0,2 1 0,0-4-519,2-1 1,-1-6 0,0 0-1,3-3-176,0-4 0,-1-3 1,3-6-1,-2-2-380,-1-4 1112,-2-7 0,1-1 0,-2-6 0</inkml:trace>
  <inkml:trace contextRef="#ctx0" brushRef="#br0" timeOffset="983">695 195 8301,'4'3'906,"-2"2"0,-1 3-554,-1 2 1,0 4 0,0 4 0,0 1 46,0 2 0,3 1 1,-1 2-1,1 1-305,0-1 0,-2-4 1,1-3-1,0-2-300,0-2 0,0-4-96,3-7 1,-3-4-1,1-11 1,0-5-96,-1-5 0,1-3 1,-1-4-1,1-1 70,2-1 1,-3 3-1,3 0 1,1 3 388,0 2 0,2 4 1,-1 4-1,1 5 218,-1 3 0,-2 9 1,0 2-1,1 6 130,1 6 0,-2 4 0,-1 3 1,0 1-231,0 2 1,-1-1 0,1 3-1,0-1-630,0 1 1,0-8 0,2-1-156,-1-3 1,0-1 0,2-7 0,0-3 0,-1-6 604,-1-5 0,0-7 0,2-5 0</inkml:trace>
  <inkml:trace contextRef="#ctx0" brushRef="#br0" timeOffset="1283">978 1 7810,'0'11'0,"0"0"0,0 4 0,1 2 234,2 3 1,-3 0 0,4 9 0,-1 1 558,2 1 1,-1 2 0,1-2-1,1-1-304,1-4 1,0-3 0,0-3-1,-1-3-451,-1-4 1,-3-5-421,3-6 0,-4-2 0,-1-2 126,-4-3 1,-3-2-1,-1 0 1,-2 2-20,-3 0 0,2 2 0,-1-1 0,1 1 436,-1 1 0,3 4 0,0 2 1,2 2 187,2 2 1,1 4-1,-1 1 1,2 1-139,3 1 0,3-3 0,2 0 0,2-1-404,3-2 1,-1-1-1,3-1 1,0-2-500,-1-3 1,2-4-1,2-4 1,0-3-666,3-4 1,-4-2 1356,3-2 0,-3-2 0,5-3 0</inkml:trace>
  <inkml:trace contextRef="#ctx0" brushRef="#br0" timeOffset="1532">1157 262 7810,'-7'4'147,"-1"3"1,2-2 0,0 2 770,1 3 1,0-1 0,-2 4 0,3 1-278,1 3 0,2-1 1,1 3-1,1-1-388,2-1 0,1-4 1,3-2-1,1-2-332,2-2 1,-1-5 0,3-1 0,0-4-208,-1-5 0,-2-7 0,1 0 1,-1-4-150,-2-1 0,-3 0 0,-1-1 1,-2 0 228,-1 3 0,-4 0 1,-1 2-1,-2 2-68,-3 0 1,1 6 0,-4 0 0,0 2-104,-1 2 0,2 1 1,0 3-1,1 0-675,2 0 1,2 3 1051,2 2 0,1 2 0,8 0 0,0 1 0</inkml:trace>
  <inkml:trace contextRef="#ctx0" brushRef="#br0" timeOffset="2033">1225 210 7810,'6'3'706,"-1"2"1,-1 2 73,-1 0 0,-2 2 1,1 1-1,0 2-377,0 2 1,-1 2-1,2 0 1,-2 3-231,2 0 1,-2-3 0,1 2 0,-1-2-182,-1 2 0,2-6 0,1 1-832,-1-4 539,-2-5 1,1-10-1,1-7 125,0-5 1,1 1-1,-3-2 1,0 0-89,0 0 0,2 0 1,2-1-1,-1 2 161,0 3 0,3 2 0,-2 2 0,1 0 193,0 2 1,0 4-1,3 4 135,-1 5 1,1 4 0,-1 8 0,0 2-107,1 5 1,-3 0-1,0 3 1,1 0 132,0-2 0,-1-1 1,-1-4-1,1-4-428,-1-1-1,-3-5 0,3-3 0,-2-8 0,1-6 14,-2-2 1,0-4 0,-1-3-1,1-4 1,1-3 0,-1 1 0,3-2 0,-2 2 57,1 1 1,2 1 0,-2-1 289,1-1 0,1 1 0,3 3 145,2 1 0,1 8 1,1 0-3,-2 6 0,-1 11 1,-2 5-1,0 6 0,-1 4-113,-1 0 0,-4 1 0,3-1 1,-2 1-600,0 2 0,1-4 0,-2 0 0,0-1-857,2-4 1,-1-3-1,-1-4-1197,2-4 2438,-2-1 0,5-11 0,-2-1 0</inkml:trace>
  <inkml:trace contextRef="#ctx0" brushRef="#br0" timeOffset="2210">1657 173 8360,'0'17'0,"0"1"243,0 1 0,0-1 0,0 1 0,-2 0-403,-1 0 1,1-3-1,1 2 1,-1-2-1252,0-1 1411,-1-4 0,3-7 0,0-4 0</inkml:trace>
  <inkml:trace contextRef="#ctx0" brushRef="#br0" timeOffset="2353">1695 38 7810,'-8'0'689,"1"0"-908,-1 0 0,3 0 594,0 0-375,4 4 0,-3 0 0,4 3 0</inkml:trace>
  <inkml:trace contextRef="#ctx0" brushRef="#br0" timeOffset="2782">1829 135 7810,'-5'-1'156,"0"0"0,0-3 413,1 0 0,-2 2 0,4-3 191,0-1 0,1 2 0,2-1-332,1-1 1,5 0 0,4 1 0,0 0-124,3 2 1,-3-2 0,2 3 0,0-1-189,1 0 1,1 2 0,-1-2-1,-1 3-121,0 0 1,-3 3 0,1 2-1,-2 2-39,-3 0 0,-3 5 0,-1 2 21,-1 2 0,-2 4 0,-2-2 1,-4 2-1,-3-1-130,-1 0 1,-2 3-1,-4-4 1,0 1 256,0-2 0,1-5 0,2 2 0,1-2 425,0 0 1,7-6 122,-2 2 1,3-7-515,0-1 0,5 0 1,5-5-1,2 1-38,0 0 0,2 2 0,0-3-495,1-1 1,2 2-1,-1-1 1,0-1 0,0-1-799,1 0 0,-2-1 0,2 2 0,2 0-295,0 1 1,-2 1 0,0-1 1486,-1 2 0,2-1 0,-2 0 0</inkml:trace>
  <inkml:trace contextRef="#ctx0" brushRef="#br0" timeOffset="3031">2135 262 7937,'7'3'304,"1"-1"0,-1 1 0,1-3 0,-1 0 345,1 0 1,-3-1 0,-1-2 0,-1-3-305,-1-3 1,1 0 0,0-3 0,-2-1-193,0 2 1,-4-3-1,-2 2 1,-3 0-156,-2-1 0,1 7 0,-3-1 0,-1 3 90,-2 2 1,1 5 0,1 2 0,1 5 73,2 2 1,0 5-1,3 3 1,1 2-20,1 0 1,5 1 0,0-2 0,5 0 239,4-1 0,3-1 0,5 0 0,3-3-890,2-3 1,1-7 0,2-1-1,2-4-872,2-4 1,-1-7 0,-3-6 1378,-1-2 0,6-2 0,-2-2 0</inkml:trace>
  <inkml:trace contextRef="#ctx0" brushRef="#br0" timeOffset="3782">269 770 8000,'-3'-5'537,"2"8"1,0 5-1,1 4-219,3 4 0,3 5 0,-2 7 0,1 5-197,0 4 0,-1 1 0,1 3 1,-3 0-63,-1-2 1,-1-7-1,0-3 1,0-5 266,0-5-702,-3-6 1,1-9 0,-2-7-1,1-5 133,1-5 1,2-4 0,2-3 0,2-2 126,3 0 1,-1-1-1,7 2 1,0 0 17,1 1 0,2 7 0,1 1 0,3 3 85,2 4 0,0 3 0,0 5 1,0 5 88,-2 3 1,-3 7 0,-4 2 0,-4 1 314,-3 1 0,-3 2 0,-4-1 1,-1 1 196,-3 0 1,-5-7-1,-3 1 1,-1-2-131,-1-3 1,0-3-1,-2-1-742,0-3 1,-1-3 0,3-3-1,0-1 1,0-1-672,0-3 0,3-4 0,1-2 1,2-1 160,2-1 1,5-4 0,0 0 793,1 0 0,1-2 0,0 0 0</inkml:trace>
  <inkml:trace contextRef="#ctx0" brushRef="#br0" timeOffset="3995">538 889 7810,'8'-3'0,"-1"1"0,-3 1 0,-1 5 745,-3 4 0,0 5 0,0 2 1,0 4-351,0 3 1,-2 1 0,-1 1-1,2 1-580,0-1 1,1-1-1,0-2 1,1-1-65,1-2 0,3-6 0,4-2 1,2-2-223,1-3 1,-2-2 470,2-3 0,-3-7 0,2-1 0</inkml:trace>
  <inkml:trace contextRef="#ctx0" brushRef="#br0" timeOffset="4214">754 978 7810,'0'15'436,"-2"-1"0,-1 1 1,-1-1-1,1 2-126,1 2 1,2 0-1,0 0 1,3-1-36,2-3 1,1-3 0,2-1-1,0-1-49,2-5 1,-2-3 0,2-2 0,-1-4-385,-2-5 1,1-4 0,-1-3-1,0-2-46,-2-2 1,-2-3 0,-3-5-1,0 0-40,0 2 1,-2 3-1,-2 0 1,0 3 65,-2 4 0,0 2 0,-2 3 0,1 4-170,-1 2 1,1 4 0,0 1 0,2 2-159,3 4 1,1 5 0,2 0 0,1 2 505,3 1 0,5 1 0,2 1 0</inkml:trace>
  <inkml:trace contextRef="#ctx0" brushRef="#br0" timeOffset="4431">993 814 7810,'-15'4'0,"0"1"0,1 2 0,2 2 0,1 2 840,0 1 0,3 1 1,-1 4-1,3 3-112,4 2 0,1 0 0,2 0 1,1 1-471,3-1 1,3-3 0,1-1-1,4-3-211,1 0 1,1-3-1,0-3 1,0-3-322,0-4 0,0-1 1,0-1-1,-1-1-1234,1-1 1,0-5 0,0-3 0,0-3 1507,0-3 0,-3 1 0,-2-3 0</inkml:trace>
  <inkml:trace contextRef="#ctx0" brushRef="#br0" timeOffset="4615">1247 777 7810,'-3'12'200,"-2"-2"1,-1 2 648,1 3 1,-2 1-1,3 6 1,-1 2-181,0 2 1,0 2 0,-1 3 0,0 0-592,1 1 0,3-7 0,0 2 1,1-6-641,1-3 1,1-8 0,1-4 0,3-1-452,2-4 1,4-1 0,1-3 0,2-4 1012,1-2 0,0-4 0,0 1 0</inkml:trace>
  <inkml:trace contextRef="#ctx0" brushRef="#br0" timeOffset="4825">1411 799 7810,'-11'4'309,"1"0"1,-3 3 0,-2 1 576,-1-1 0,5 4 1,-4 1-1,1 3-283,0-1 0,5 3 1,1 1-1,2 3-215,2 0 1,1-3-1,4 0 1,2-1-339,4-3 0,4-4 1,4-1-1,1-3-602,1-4 0,0-1 0,2-1 0,-1-2-573,-1-3 1,2 0-1,0-5 1,0 0 226,-2 0 0,0-3 0,0 0 898,0-1 0,4-1 0,-2 0 0</inkml:trace>
  <inkml:trace contextRef="#ctx0" brushRef="#br0" timeOffset="5065">1851 732 8581,'-2'5'1183,"-1"0"0,2 2-899,0 2 0,1 3 1,0 6-1,0 2-113,0 1 0,0 2 0,0 1 1,0-1-538,0-2 1,0-3 0,0-2 0,1-2-3672,1-4 4037,-1-5 0,6-5 0,-3-5 0</inkml:trace>
  <inkml:trace contextRef="#ctx0" brushRef="#br0" timeOffset="5267">1948 665 7779,'-7'-4'707,"-1"1"0,1 3 0,-1 0 61,-2 0 0,1 2 0,-3 1 0,0 2-384,1 0 1,-2 3 0,-2 2 0,1 2-642,2 2 1,-1 0-1,3 0 1,1 1-676,0 1 0,4 0 0,1-2 0,1-1-636,1 0 1,1-2 1567,1 2 0,4 1 0,0-3 0</inkml:trace>
  <inkml:trace contextRef="#ctx0" brushRef="#br0" timeOffset="5473">1732 1061 7758,'-5'2'0,"0"1"0,0-1 3445,1 1-2551,-3-2 1,7 2-1,0-3 1,5-2-364,4-1 0,0-3 0,5-1 0,1-2-684,1 0 0,2 1 0,-3 1 1,0 1-390,3 1 1,-2 1-1,3-2 1,0 2 541,1 1 0,-4-3 0,2 2 0</inkml:trace>
  <inkml:trace contextRef="#ctx0" brushRef="#br0" timeOffset="5685">2083 978 7758,'0'8'41,"0"-1"1,0 1-1,0-1 1,0 1-1,1-1-279,1 1 0,-1-3 238,1 0 0,2 0 0,1 2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3:17.7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306 22 7780,'0'-8'129,"-1"4"0,-1 1 355,0 0 1,-1 2-151,0-1 0,2 2 0,-1 2 0,1 4 173,1 6 0,0 2 1,0 7-1,0 5-231,0 4 1,0 7 0,0 6 0,1 4-343,1 3 0,-1 0 1,2 2-1,-3-1 39,0-3 0,0-11 1,0-3-1,0-7-3709,0-9 3736,0-8 0,-3-7 0,-1-3 0</inkml:trace>
  <inkml:trace contextRef="#ctx0" brushRef="#br0" timeOffset="517">7 408 7745,'0'-8'295,"0"1"1,-1 3-1,0 1 373,-2 0 1,2 3-402,3 0 1,2 3 0,3 5 0,2 2 71,0 5 0,3 0 1,3 5-1,1 1-193,1 2 1,3 4 0,0 3-1,1 1-102,1-1 0,0-4 0,-1 3-20,-2-3 1,0-5 0,-3-5 0,-3-7 0,-1-4-224,-1-4 1,-1-5-1,0-6 1,-1-7 58,-2-5 0,-2-8 0,3-6 0,-1-3 14,0-1 0,1 0 0,-2-2 0,1-1-491,0 1 0,-4 3 0,4 2 617,0 5 0,-1 3 0,2 8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3:19.2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37 168 7857,'-5'-7'215,"0"0"0,3 2 1,-3 1 4,0 1 0,1 1 1,-1 4-1,2 3 5,2 2 0,0 4 0,1 4 0,1 3-38,1 3 0,2-1 1,3-2-1,1 1-126,2 0 0,-1-1 0,3 2 0,1-3-141,1-2 1,-2-1 0,0-2-1,1-3-189,1-4 0,0-5 0,1-6 0,0-5-28,-1-6 0,-2-4 0,0-3 0,-2-1 29,-1-1 1,0 2 0,0-1-1,1 2 139,2 4 1,-3 7 0,3 5 0,-1 5 226,0 7 1,-1 7 0,1 9-1,1 6 162,-1 4 1,-2 3 0,1 5 0,-3 2 35,-2 2 1,-2-3 0,-3-2-1,-1 0 370,-1-2 1,-3-7-1,-4 3 1,-1-4-412,-2-3 1,-1-5 0,-3 1 0,-2-4-318,0-3 0,1-3 1,-2-6-1,1-4 29,2-2 0,1-4 1,2-5-1,2-3-1506,4-3 1,5 0 0,-1-4 1538,2 0 0,5-1 0,0-1 0</inkml:trace>
  <inkml:trace contextRef="#ctx0" brushRef="#br0" timeOffset="250">532 358 7775,'-3'30'328,"-2"1"0,1 0 0,0 2 1,1 0 104,1 0 0,2-4 0,0-3 1,0-4-15,0-5 0,3-10 0,2-2 0,2-5-556,3-5 0,-2-7 0,2-8 0,0-4-51,0-5 1,-1-2 0,-2-5 0,-1-2-239,-2-4 0,-2 4 0,0-2 1,-1 1 160,-1 2 0,-1 5 1,-1 6-1,-3 3 91,-1 4 0,-2 11 0,-1 1 0,-1 4-97,1 3 0,2 7 0,1 3 0,2 2 271,1 0 0,0 5 0,3-2 0</inkml:trace>
  <inkml:trace contextRef="#ctx0" brushRef="#br0" timeOffset="620">729 227 7783,'-7'10'627,"0"-1"0,2 3 0,0 1-274,-1 1 0,3 1 0,1 1 0,1 2-110,1 1 0,3 0 0,2 2 0,2-1-170,3-3 1,-1-3 0,3-2 0,1-3-296,1-3 1,-2-4 0,0-5 0,0-4-107,-1-4 1,2-7 0,-3-3 0,-1-4 60,-1 0 0,-4-1 0,-2-2 0,0 1 215,0 0 1,-1 5-1,2 3 1,-3 3 642,0 4 1,0 6 93,0 9 1,4 7 0,1 11 0,1 3-581,1 5 0,3 1 1,0 3-1,-1 0-739,2 1 0,-3-4 1,2 0 633,-2-5 0,2 0 0,2-7 0</inkml:trace>
  <inkml:trace contextRef="#ctx0" brushRef="#br0" timeOffset="1418">1414 197 7797,'4'-6'119,"0"4"0,-3-6 0,2 2 290,-2-1 0,-1 1 0,-1 0-116,-2 1 1,-3 4 0,-1-3 0,-2 2-1,-3 0 352,0 0 0,0 5 1,1 5-1,0 4-285,-1 4 1,2 3-1,0 6 1,1 3-306,3 5 0,3 0 0,1 7 0,1 1-497,1 0 1,1-7 0,2-2 0,4-5-250,5-4 0,2-7 0,2-4 0,2-3-105,1-5 1,1-5-1,3-6 1,3-4 434,-1-6 1,-1-7 0,-1-5 0,-1-6 360,0-6 0,-7 2 0,1-5 0,-4 4 0,-3 1 0,-4 9 0,-3 3 0,-3 4 136,-4 4 1,-1 9 0,-8 6-1,-2 5 566,-2 4 0,2 4 0,0 1 1,1 2-25,1 1 1,4 1 0,-3 3 0,3 3-308,0 1 1,3 1-1,5 2 1,1 1-165,1 1 1,3-3 0,3 0 0,3-5-280,3-3 1,3-8-1,2 0-373,2-3 0,-1-8 1,0-7-1,-1-5 1,0-6-67,-1-4 1,-2-2 0,-1-1-1,-4 0 265,-1 0 0,-4 5 0,-1 4 1116,-2 4 0,-2 6-574,-2 8 0,2 7 0,-3 5 0,1 4-176,1 3 0,1 1 0,1 5 0,0 0 1,1 2-146,1-2 0,2-3 1,3-1-1165,-2-1 0,4-4 1,-2-6-1,1-2 1189,0-3 0,3-3 0,0 0 0</inkml:trace>
  <inkml:trace contextRef="#ctx0" brushRef="#br0" timeOffset="1699">1792 227 7797,'0'7'588,"0"3"1,0 1-1,-2 3-91,0 3 0,-1 5 0,3 4-250,0 3 1,0 3 0,0-1 0,0-1 0,0-1-193,0-4 1,3-6-1,1-3 1,1-3-193,0-6 1,0-3 0,2-6-1,0-3-220,-2-8 0,1-4 0,-2-8 0,1-5 12,0-3 1,0-3 0,1-1 0,0-1-38,-1 0 0,0 7 1,2-1-1,1 6 472,2 5 1,-1 5 0,2 5 0,0 5 188,1 8 0,-4 7 1,2 9-1,-1 6-195,1 3 0,-5 2 0,3 4 0,-3 0 198,-1 0 0,3-1 0,-3-1 0,0-2-1078,-2-3 0,2-8 796,-2-1 0,4-2 0,-2-3 0</inkml:trace>
  <inkml:trace contextRef="#ctx0" brushRef="#br0" timeOffset="2267">2455 125 8200,'-8'0'0,"-1"0"0,-1 0 304,-2 0 1,0 0-1,-2 4 1,2 3-86,-1 4 1,4 4-1,-3 2 1,2 3 278,1 4 0,3 1 0,2 4-318,1-3 1,1 4 0,5-3 0,2-2 0,4-2-247,0-4 1,4-4 0,-1-6 0,2-4-280,1-5 0,-1-8 0,1-6 0,-1-6 56,1-6 0,-3-3 0,0-6 0,0-3 60,0-2 1,-1 7 0,-2 0 0,1 4 88,-1 1 1,-5 8 552,-1 3 0,-2 15 1,-1 12-92,0 7 1,-1 6-1,-1 3 1,0 2-1,0 2-73,1 3 1,1-4 0,0 1 0,1-1-573,2-1 0,0-7 1,2-3-1,1-4-965,2-4 0,0-9 1,1-7 1287,-1-7 0,3-8 0,0-5 0</inkml:trace>
  <inkml:trace contextRef="#ctx0" brushRef="#br0" timeOffset="2451">2696 1 8882,'0'9'759,"-1"2"0,-1 5-310,0 4 0,-1 5 0,3 7 0,-1 4-24,-1 2 0,1 1 1,-1-1-1,2-2-569,2-3 1,2-2-1,4-4 1,-1-1-695,0-5 0,0-8 1,1-3-1,-1-6-299,0-3 1,1-5 0,1-4 1136,1-6 0,0-4 0,-3-4 0</inkml:trace>
  <inkml:trace contextRef="#ctx0" brushRef="#br0" timeOffset="2850">2827 161 7753,'-4'1'150,"0"0"0,2 3 552,0 0 1,-2 3 0,3 4-1,-2 0-344,2 2 1,0 1 0,1 3 0,1 0-229,1 2 1,0-3 0,3 1 0,0-1-28,2-2 1,0-4 0,0-2 0,0-1-294,-2-1 1,1-4 0,-1 0 0,1-5-364,2-4 1,-3-7 0,-1-5 0,0-3 255,0-2 0,-2 0 1,2-1-1,-1 0 87,-1 4 1,0 3 139,0 6 1,1 6 0,2 7 0,-2 8 538,1 4 1,-3 7 0,4 2 0,1 1-206,0 0 1,0 0-1,0-2 1,0-1-148,0 0 1,-1-6 0,2-1 0,-2-1 86,0-3 0,-2-2-149,2-2 0,-3-6 0,2-6 1,-1-6-92,-1-6 0,-1 0 0,-1-6 0,0 2-168,0-1 1,0 0 0,1-1-185,1 2 1,0 0-1,3 4 1,3-1 0,1 2-150,3 4 0,1 2 0,3-1 537,1 4 0,3 1 0,-1 0 0</inkml:trace>
  <inkml:trace contextRef="#ctx0" brushRef="#br0" timeOffset="3133">3198 125 8366,'-8'5'0,"-2"3"555,-2 0 1,1 1 0,0 0 0,0 3-179,2-1 0,2 0 0,1-2 0,2 2 166,1 0 0,0 0 0,4 1 0,2-2-264,2-2 1,1-1 0,2-2-1,2-3-937,2-1 1,-1-2 0,1-2 0,-1-4 109,0-5 0,-2-3 0,1-3 0,-2-3 196,-1-2 0,0 2 0,-2-3 0,0 2 208,1 3 1,-3 2 0,0 5-1,-3 2 150,0 2 0,0 5 1,0 6 653,0 6 0,0 5 0,0 5 0,0 3-520,0 0 1,0-1 0,0 0-1,1-1-262,2-2 1,-2-2 0,3-2 0,0-2-1091,-3-3 1212,0-4 0,2 2 0,1-3 0</inkml:trace>
  <inkml:trace contextRef="#ctx0" brushRef="#br0" timeOffset="3334">3315 190 11475,'3'4'38,"2"-1"-911,1-3 1,4 0 0,0 0 0,2 0-1252,1-3 2124,0-1 0,5-3 0,1 0 0</inkml:trace>
  <inkml:trace contextRef="#ctx0" brushRef="#br0" timeOffset="3578">3519 59 7753,'-6'8'370,"-1"2"0,1-2 0,-4 2 1,2-1-1,2-1 513,1 2 1,-2 3 0,2 0 0,0 3 0,0 4 0,2 3 0,0 3-729,1 2 0,-1 2 0,3 4 0,0 2-179,0-1 1,0-4 0,0-1 0,1-6-1378,2-7 1,1-8 0,4-9 0,2-5-2601,2-4 4001,-2-3 0,4-9 0,-3-1 0</inkml:trace>
  <inkml:trace contextRef="#ctx0" brushRef="#br0" timeOffset="3789">3642 44 7753,'-7'10'0,"0"1"0,0 0 0,0 1 0,1 4 0,2 1 0,1 2 0,1 0 0,5-1 0,2 1 1794,1-1 0,4 3 1,0 1-1,-1 1-917,2-2 0,-3-1 0,1 2-1086,-3 0 1,-3-4 0,-3-2 0,0-2 0,-1-1 281,-1-3 1,-6-3 0,-3-3 0,-2-1-492,-2-1 418,2-2 0,-8-3 0,3-1 0</inkml:trace>
  <inkml:trace contextRef="#ctx0" brushRef="#br0" timeOffset="4099">1749 838 7753,'0'8'715,"0"2"1,0 3 0,0 4-132,0 5 1,3 5-1,3 7 1,2 5-412,1 6 0,4 3 0,-4 3 0,1 0-473,1-4 0,-5-9 0,2 0 0,-1-7-1263,-4-5 0,-2-9-332,-1-5 1895,-6-6 0,-2-6 0,-7-4 0</inkml:trace>
  <inkml:trace contextRef="#ctx0" brushRef="#br0" timeOffset="4296">1690 1188 7753,'0'-7'154,"0"-1"1,1 1 143,2 0 0,1 2 1,4 0-1,2 0-77,2 1 1,2-1-1,2 1 1,3 1-652,2 0 1,0 0 0,5 1 0,0-1-314,0-1 0,-5-1 0,-1-2 743,-4-1 0,4-5 0,-5-3 0</inkml:trace>
  <inkml:trace contextRef="#ctx0" brushRef="#br0" timeOffset="4766">2018 984 7753,'4'7'284,"0"1"1,-2-1-1,1 1 174,1 2 1,1 1 0,2 4 0,1 2-44,-1 3 1,0 2 0,1 4-167,-1 3 1,-1 5 0,0-2 0,-2-1 0,-1-2-109,-1-3 1,-1-7 0,-1 2 0,0-3 33,0-4 0,-4-6 1,0-6-184,-3-4 1,2-5 0,0-6 0,0-4-93,-2-5 1,2-2-1,1-6 1,1-4-329,1-3 1,2 4 0,0-2 0,3 3-127,2 1 1,1 3 0,2-1 0,3 4-84,3 6 0,3 7 1,4-3-1,2 2 330,2 2 0,-3 1 1,1 5-1,-1 2 307,-2 0 0,-3 2 0,-1-1 0,-3 1 87,-6 1 1,-8 3 0,-5 2-1,-4 2 554,-1 3 0,1 1 0,-1 4 0,-1 0-117,1 2 1,2 2 0,0 3-1,0 0 132,2-1 0,2 2 1,1 0-1,1-1-501,1-1 0,5-4 0,2-4-274,4-5 1,3-2-1,2-7 1,1-4-1,0-7-436,2-7 1,-1-4 0,0-6 357,-3 0 1,0-5 0,-4 0-1,-1 2 1,-1 4-45,-2 4 0,-4 5 0,2 5 541,-2 3 0,-1 10 0,0 6-18,0 6 1,0 8 0,0 3 0,0 1 0,0 3-424,0 0 1,0-2-1,3-1 1,2 1-409,1-2 0,2-2 0,0-5 0,1-4-113,3-3 1,2-7 0,1-4-1,0-7 662,2-5 0,-5-4 0,9-9 0,-6-2 0</inkml:trace>
  <inkml:trace contextRef="#ctx0" brushRef="#br0" timeOffset="5066">2615 831 7977,'-3'-4'0,"-2"2"0,-1 1 624,-1 1 1,-1 6 0,-1 4 0,-2 4 255,0 3 1,2 2 0,-1 5 0,2 4-349,1 3 1,3-1-1,1 4 1,3-2-684,3-1 0,1-1 1,4-3-1,2-2-187,2-3 0,-1-6 0,1-2 0,2-6-544,2-5 0,0-6 0,4-5 0,-1-6-1147,0-8 0,-1-3 2029,-1-7 0,-1-1 0,2-4 0</inkml:trace>
  <inkml:trace contextRef="#ctx0" brushRef="#br0" timeOffset="5176">2805 831 8822,'-4'3'1131,"-2"5"1,3 7-1,-1 4-500,-2 2 1,2 5-1,-1 4 1,0 4-412,1 1 1,1 0-1,3 0 1,0-1-667,0-2 1,1-5 0,1-4 0,3-3-917,2-3 0,1-5 0,1-5 0,1-5-658,2-3 2020,-4-6 0,6-8 0,-2-4 0</inkml:trace>
  <inkml:trace contextRef="#ctx0" brushRef="#br0" timeOffset="5546">2943 897 7753,'-10'0'388,"-2"3"0,0 2 1,2 4-1,0 2 335,1 3 1,5 2 0,-2 7 0,2 0-249,2 1 0,2 1 1,2-4-1,4-2-489,3-2 0,3-5 0,5-3 1,2-4-896,2-5 0,2-7 1,1-7 908,3-2 0,5-8 0,1 2 0</inkml:trace>
  <inkml:trace contextRef="#ctx0" brushRef="#br0" timeOffset="5829">3351 758 7753,'-1'-6'1442,"0"0"-986,-2 1 0,0 4-53,1-2 0,1 4 0,-2 3 0,3 5-170,3 4 1,-2 4 0,4 6 0,1 2-173,0 1 0,-1-1 0,-1 3 0,0 1 21,0 1 1,-2-6 0,0 1 0,-1-3-74,-1-2 0,0-3 0,0 0-342,0-4 0,0-7 1,0-6 41,0-4 1,1-6 0,1-2 0,3-2 112,2 0 1,3-1-1,2 1 1,3-1 36,2 1 1,-2 2 0,3 3-1,-1 1 215,0 3 1,0 2-1,-3 4 1,-2 1 360,-2 3 1,-3 5 0,-2 3 0,-3 3 238,-1 4 0,-5-1 0,-2 2 0,-4 2-398,-1-1 0,-2 1 0,-3-3 0,1-2-499,1-3 0,2-7 1,0 1-1,2-5-885,2 0 1,4-3 0,3-4-223,5-4 1,2-4-1,7-4 1330,2-2 0,3-5 0,4-4 0</inkml:trace>
  <inkml:trace contextRef="#ctx0" brushRef="#br0" timeOffset="6116">3679 867 8028,'-7'4'800,"-1"1"0,1 3 0,-1 3-213,-2 0 1,1 5 0,-2 2-1,0 3-110,2 0 1,2-3 0,2 3 0,1-2-339,0-3 0,3-6 0,4-4 0,3-2-365,3-2 1,3-2 0,-1-3 0,0-5-335,2-6 1,0-4-1,0-5 1,-2-2 181,0-4 0,-1 2 0,-3-3 0,0 1 441,1 4 1,-4 5-1,0 4 208,0 3 1,-2 6-1,-2 9 1,0 7 271,0 7 1,0 8 0,1 2 0,1 3-506,3 0 1,2 0 0,0-1-1,0-1-942,0-3 1,2-4-1,-1-5 1,3-4 235,0-7 1,-1-3 0,1-5-1,0-5 668,-2-5 0,-1-8 0,-1-1 0</inkml:trace>
  <inkml:trace contextRef="#ctx0" brushRef="#br0" timeOffset="6389">3883 693 8092,'0'7'357,"0"1"1,0 1-1,1 1 200,1 2 0,2 2 0,3 4 0,1 5 18,2 2 0,1 0 0,3 3 0,-1-1-482,-1-2 0,0-5 0,0-3 0,-3-5-450,0-5 0,-6-3 206,-3-4 0,-3 0 0,-6 0 0,0 0-281,-3 0 0,-2 2 1,-1 2-1,1 0 295,-1 1 0,3 3 0,1 1 1,3 0 304,1 0 0,5 2 0,-1-2 0,3 0-58,3-1 0,2-1 0,3-2 1,3-3-233,0-1 0,2-2 0,3-1 0,2-4-668,1-3 0,-2-5 0,1-3 0,1 0 790,0 0 0,-3-2 0,2-3 0</inkml:trace>
  <inkml:trace contextRef="#ctx0" brushRef="#br0" timeOffset="6640">4181 853 7753,'-3'14'764,"-2"1"1,0 0 0,0 2 0,-3 0-103,0 2 0,2 4 0,-4 3 0,2 1-541,1 2 0,0-3 0,-1 5 1,1 0-510,0 2 1,-1-5 0,1 0 0,0-3 577,0-2-190,-4-5 0,-4 6 0,-3-5 0</inkml:trace>
  <inkml:trace contextRef="#ctx0" brushRef="#br0" timeOffset="6948">2812 1567 6323,'-10'-15'0,"-3"1"638,0 2 0,-3 3 0,1 4 0,-1 2-254,0 2 0,3 2 1,-3 2-1,4 6-24,2 4 1,2 3 0,4 6-1,2 3-242,3 3 0,5 2 0,6 0 0,4 0-63,3-2 1,1-7 0,6-1 0,0-4-144,0-2 0,-4-4 0,0-1 0,0-1-277,-1-2 0,-7 1 1,0-3 375,-3 0 0,-5 0 0,-6-2 0,-5 0 198,-4 0 0,-3 1 0,-5-1 0,-2 1-93,-2 0 0,-1-2 1,1 1-1,0-1-112,2-1 0,3 0 1,0 0-1,3 0-1080,3 0 1,5-1 0,3-1 0,5-3-928,4-1 2003,4-2 0,7-2 0,0-2 0</inkml:trace>
  <inkml:trace contextRef="#ctx0" brushRef="#br0" timeOffset="7205">3060 1610 7753,'-4'8'473,"3"-1"0,-3 1 0,0 3-91,0 3 1,1 4-1,-1 4 1,1 0 20,1 3 0,3-3 1,3 3-1,4-3-186,3 0 0,-1-6 1,2-5-1,1-5-346,0-3 0,0-6 0,-2-6 0,0-4-12,1-6 0,-4-3 0,-1-2 0,-4-3 7,-2-1 0,-2 4 1,-1 3-1,-4 0 73,-3 3 0,0 2 0,-3 6 0,-1 2-78,-1 4 1,0 2 0,-1 2-1,1 1-642,-1 1 1,4 2 0,1 4-251,2-1 0,4 0 1031,2 1 0,7-1 0,3 0 0</inkml:trace>
  <inkml:trace contextRef="#ctx0" brushRef="#br0" timeOffset="7531">3854 1545 8063,'-15'-9'0,"0"1"305,-2 1 0,0 3 0,-1-1 0,0 2 372,2 2 0,0 2 0,0 2 1,2 5-263,2 3 0,4 7 1,1 3-1,2 3-321,3 2 0,1 1 0,3 1 0,2 0 105,3-2 0,6-2 0,1-2 1,3-3-1430,1-4 0,-1-8 1,3-1-1,0-2 19,1-2 0,1-2 0,0-2 1211,-1-3 0,1-8 0,0-3 0</inkml:trace>
  <inkml:trace contextRef="#ctx0" brushRef="#br0" timeOffset="7831">3985 1567 7753,'-8'-4'468,"0"-2"0,-1 4 0,-1 0 85,-1 1 0,-2 4 0,-1 3 0,-1 3-222,1 3 0,-1 3 0,1 1 0,1 2 123,1 3 1,6-3-1,-1 2 1,4-3-429,4-3 1,5-5 0,7-1 0,1-3-404,3-2 1,2-1 0,3-4-1,-1-4-162,1-3 0,0-3 0,-1-4 0,-1-3 117,-3-2 0,-3 0 0,-2-6 1,-2 0 433,-2-2 1,-4 4 0,-1 2 0,-3 4 695,-3 5 1,2 7-1,-4 2 1,-1 5-118,0 2 0,1 4 0,3 6 0,1 5-543,1 3 1,1 2-1,1 0 1,2 0-64,2-1 0,0-1 0,4-2 0,0 0-1396,0-2 0,2-6 0,-2-3 1,1-3 1410,-1-3 0,0 0 0,-3-1 0</inkml:trace>
  <inkml:trace contextRef="#ctx0" brushRef="#br0" timeOffset="8134">4174 1487 6680,'0'7'0,"0"0"481,0 0 0,0 2 1,0-1-1,0 3 410,0 0 1,0 2 0,0 3-1,0 2-423,0 1 0,0-1 0,0 3 0,1-3-263,1 0 1,0-3 0,2-4-1,-1-1-346,-1-1 0,-1-4-275,2-2 1,-2-9 0,1-5 0,-1-4 40,-1-4 0,0-3 1,0-2-1,0-2 112,0 0 1,0 1 0,0 4 0,0 0 298,0 2 0,2 3 0,2 0 0,0 3 254,1 6 1,2 3 0,0 6 0,0 3-19,1 4 1,1 8 0,2 3 0,-1 3-111,1 4 1,1-1 0,-2 0 0,-1-1-1218,2-2 1,-5-2 0,3-4-1,-2-1-1865,-2-5 2920,1-2 0,1-5 0,1-1 0</inkml:trace>
  <inkml:trace contextRef="#ctx0" brushRef="#br0" timeOffset="8464">4422 1421 7753,'0'8'337,"0"1"1,0 2-189,0 0 0,0 1 0,0 3 0,0 0 677,0 2 1,0 0 0,0 4 0,2 1-406,1-2 0,2 2 0,-1-4 1,1-1-319,0-3 1,-3-2-1,2-2-141,0-3 0,-2-5 0,-2-3 133,0-5 1,0-5 0,0-4 0,0-3-723,0-4 1,0-1 0,0-6 0,0-1 105,0 1 0,3 3 0,0 5 0,0 0 570,0 4 0,3 3 0,-1 0 103,1 6 1,2 8 0,1 7-1,2 6 323,0 6 0,-1 2 1,1 7-1,0 3-524,1 1 1,-3 0 0,3-1 0,-1-2-222,0-6 1,-1-7 0,2-4 0,-1-3-4075,0-5 4344,-2-5 0,2-10 0,-4-4 0</inkml:trace>
  <inkml:trace contextRef="#ctx0" brushRef="#br0" timeOffset="8867">4691 1377 7753,'-7'10'0,"0"1"0,2 1 0,0 3 0,1 1 0,-1 6 0,3 3 1771,1 3 0,4-1 0,3 1 0,3 0-1169,6 0 0,-1-7 1,3-4-1,0-5-863,0-7 0,-4-8 0,0-4 1,-1-5 116,-3-4 1,-5-4 0,-1-3 0,-3-2-233,-3-1 0,-1 0 1,-6 0-1,-1 4-458,-1 4 0,-2 4 0,3 2 0,-1-1 120,0 2 1,2 2 0,-2 3-19,-1 1 1,6 1 731,2 1 0,7-1 0,2-3 0</inkml:trace>
  <inkml:trace contextRef="#ctx0" brushRef="#br0" timeOffset="8974">4793 1268 7753,'7'3'264,"0"3"1,-1 3 615,-2 3 0,-1 3 1,2 1-1,0 2-420,2 3 1,0 0 0,0 5 0,1 1-297,-1 1 0,1-5 0,0 3-1360,-1-2 0,2-4 0,-6-6 1196,1-3 0,-9-6 0,0-2 0</inkml:trace>
  <inkml:trace contextRef="#ctx0" brushRef="#br0" timeOffset="9539">4815 1479 8132,'3'-7'990,"0"0"1,4 0 0,-1 2-140,2 0 1,5-3 0,-1-1 0,2-1-873,0-1 1,3 3 0,1-2 0,0-1-1774,0-1 1794,-2 2 0,2-4 0,1 3 0</inkml:trace>
  <inkml:trace contextRef="#ctx0" brushRef="#br0" timeOffset="9928">5274 1188 7753,'0'-7'-158,"0"-1"181,0 1 0,0 2 174,0 0 0,1 4 1,2-1 311,4 4 0,1 3 0,4 4 0,-1 4-166,0 3 0,1 3 0,3 4 0,0 1-234,-1 3 0,-3-1 1,-1 2-1,-2 1-25,-1 1 0,-2-2 1,-3 2-1,-2-4 27,-2-4 1,-3-7 0,-4-2 0,-1-5 14,1-4 0,1-3 0,1-5 1,0-5 51,-1-4 1,4-9 0,1-1 0,1-3-5,-1-4 0,1 3 0,4-4 1,1 0-60,1 1 0,2 3 0,3 2 0,1 0-788,2 2 0,1 4 0,2-1 0,0 3-332,-1 3 1,-1 7 0,2 1 0,-1 2 1004,-2 2 0,1 1 0,-1 1 0</inkml:trace>
  <inkml:trace contextRef="#ctx0" brushRef="#br0" timeOffset="10286">5682 1268 7753,'8'0'304,"1"0"307,4 0 0,-5-2 1,-1-2-1,-1-4 35,-2-5 1,-1 0-1,-3-4 1,0 0-267,0 0 0,-4 0 0,-3-3 0,-2 3-111,-3 2 0,-1 4 1,-4 2-1,-2 3-18,-2 4 1,2 2-1,2 5 1,2 6-66,0 4 0,4 5 0,2 7 0,4 5 15,2 2 0,3 4 0,3-1 0,2 0-325,4-1 0,3-7 0,4-3 0,2-4-873,1-5 1,0-8-1,2-1 1,0-6-689,-2-4 1,-2-5 0,2-6 1684,2-3 0,0 1 0,0-3 0</inkml:trace>
  <inkml:trace contextRef="#ctx0" brushRef="#br0" timeOffset="10667">5878 1122 7753,'-7'4'185,"2"-3"0,0 4 0,0 2 815,-2 1 0,3 2 0,2 4 0,1 2-286,1 2 0,1 1 0,1 3 0,4 1-574,3 1 0,3-4 1,4 1-1,1-3-501,-1-4 1,0-3 0,0-4 0,0-2-161,0-3 1,-5-8-1,2-3 1,-4-6 1,-1-4 0,-2-2 1,-4-5-1,0-2 244,0 0 1,-2 2 0,-2 3 0,-1 4 1503,-1 2 0,1 7-373,-1 1 1,2 8 0,0 9-1,1 6-798,1 4 1,1 4 0,1 2 0,3 0-335,1-1 1,2-1 0,-1-2 0,0-1-233,0-1 0,1-4 0,2-5 0,2-1 508,-1-4 0,3 0 0,-3-4 0</inkml:trace>
  <inkml:trace contextRef="#ctx0" brushRef="#br0" timeOffset="10995">6228 1057 7753,'-1'14'264,"-1"1"0,0 0 704,0 2 0,2 3 0,0 3 0,1 2-164,4 1 1,0-3 0,5 0 0,1-3-393,1 0 0,-1-2 1,-2-1-1,-1-2-110,-3 0 0,0-3 1,-2 0-1,-3 1-322,-1 1 1,-3-1 0,-4 0 0,-2-1-624,-2-2 0,0-2 0,0-4 0,0-1-817,1-2 0,0-1 0,4-3 1,1-4 350,1-4 0,2-4 0,3-1 1109,0-1 0,6-3 0,2 1 0</inkml:trace>
  <inkml:trace contextRef="#ctx0" brushRef="#br0" timeOffset="10996">6366 1275 8093,'15'-11'0,"-1"1"411,1 2 1,-3 1 0,-1-1 0,0-1 500,-2-1 0,-3 1 0,-2 1 1,-1 0-297,-2-2 0,-3 2 0,-3-5 0,-1 0-303,-2 0 1,-2 1-1,-2 3 1,-2 1 259,-1 4 1,2 0 0,0 5 0,1 3 97,2 6 0,0 5 0,3 9 0,0 4-219,-1 3 0,4 0 0,2 2 0,1 0-441,1 0 1,0-2-1,1 0 1,2-4-1451,4-3 1,2-7 0,5-4 0,1-3-1078,1-4 1,1-5-1,1-3 2516,1-7 0,7-7 0,-3-3 0</inkml:trace>
  <inkml:trace contextRef="#ctx0" brushRef="#br0" timeOffset="10997">6607 1370 7753,'-4'4'1214,"3"-1"-1214,-4-3 0,-3 0 0,-3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4:51.3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1 160 8135,'0'5'1376,"0"0"0,1-2 0,2 1-833,5 0 1,2-2-1,5-2-162,2 0 1,8 0-1,2 0 1,5 0 0,3 0-159,1-3 0,2 1 0,3-2 0,-1 0 21,-1 2 0,-7 1 0,-2-1-563,-4-1 0,-3 1 0,-6 2-1610,-2 0 811,-8 0 1,-1 0 0,-8 0 0,-4-1-612,-1-2 1,2 1 1728,0-3 0,-4 0 0,-3-3 0</inkml:trace>
  <inkml:trace contextRef="#ctx0" brushRef="#br0" timeOffset="482">303 1 8711,'-5'0'4414,"3"0"-3981,4 0 0,4 0 0,3 0 0,4 0-261,2 0 0,-1 1 0,5 1 0,1 3-158,1 3 1,2-1 0,0 1 0,-1 1-46,-1 2 0,-5-1 0,1 5 1,-2 3 280,-4 2 1,-2 1-1,-4 3-213,-2-1 0,-3 1 0,-3 0 0,-3 0 0,-3-1-300,-1-2 0,-4-4 0,0-5 0,-1 1-1477,0-1 0,-1-5 0,1 0 1740,1-3 0,-1 3 0,3-3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24:54.0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1 115 7107,'4'3'1150,"0"2"1,-4 3-1,0 1-804,3 1 0,-1 3 1,3 6-1,1 4-246,1 5 1,1 0 0,-1 8 0,0 1 57,-2 0 1,-1-5 0,2-2-1,-3-4-1579,1-3 1,-4-7 0,3-1 1420,-2-3 0,-5-5 0,0-3 0</inkml:trace>
  <inkml:trace contextRef="#ctx0" brushRef="#br0" timeOffset="380">32 178 8147,'4'-9'0,"1"-1"102,2 0 0,1 5 0,0-4 230,0 2 1,5-2 0,1 5 0,1-1-1,0 3 356,0 1 1,-3 2 0,-1 1 0,-3 4-629,0 1 1,-1 4 0,-1 3-1,-4 1-275,-1 4 0,-2-2 0,-1 1 0,-4-1-63,-1-1 1,-2 0-1,-1-1 1,-3-2 124,-2-2 1,1-3 0,1 0 0,-1 0 469,-1 0 0,3-2 0,1-2 120,2 0 1,4-2 0,1-1-1,1 1 51,4 1 1,2 0-1,6 0 1,2 1-149,2 1 1,3 2 0,1-3-1,0 1-583,1 1 1,-2-5 0,3 2 0,0-2-796,-2-1 1,-4 0 0,2 0 0,-2 0-2990,-1 0 4027,-2-4 0,5-4 0,-3-4 0</inkml:trace>
  <inkml:trace contextRef="#ctx0" brushRef="#br0" timeOffset="741">342 155 7753,'-16'0'0,"3"3"0,1 2 0,0 3 801,3 3 1,0-2 0,2 2 0,1 0 0,4 0 0,1 2 0,1 1 0,1 1-150,1 1 1,6 0 0,5-1 0,1 1-1105,2 0 0,-4-5 0,6-2 1,-1-2 29,0-4 1,0-2-1,-2-4 1,-1-5-140,-1-5 1,-3-3-1,1-2 1,-4-4 222,-1-4 1,-3 2-1,-3-2 1,-1 3 668,-1 2 0,0 6 1,-3 1-1,-1 3 793,-2 4 0,3 4 0,0 1 0,0 3-741,0 4 0,2 4 0,3 7 0,0 3-332,0 2 0,3 2 0,2 1 0,3 0-324,-1 0 1,2-1 0,1-2 0,1-2-532,-2 1 0,1-9 0,0 1 0,0-4-5258,0-5 6062,-5-1 0,2-9 0,-2-2 0</inkml:trace>
  <inkml:trace contextRef="#ctx0" brushRef="#br0" timeOffset="1107">509 155 10126,'0'8'423,"0"-1"1,0 4 0,0 0 0,0 0-9,0 3 0,3 0 0,0 4 0,2 0 0,1-1 0,1 3 0,0-1 0,-1 1-120,-1-3 1,-2-3-1,2-1-797,2-2 0,-4-5 288,0-9 1,-2-9 0,-1-9 0,0-3-70,0-2 0,0 0 1,0-2-1,0 1 9,0 1 0,0 2 0,0 3 0,0 3 520,0 1 1,0 7 0,3 3-1,2 3 378,2 2 1,1 3 0,-2 4-1,-1 6-268,1 6 1,1 4 0,1 3-1,-1 3-191,-1 2 0,1-1 1,-3-1-1,1 0-894,1-1 0,-4-6 0,4 3-761,0-3 0,-2-8 0,1-9 1,-1-6 92,0-8 0,-2-7 1397,1-3 0,-2-5 0,-1-3 0</inkml:trace>
  <inkml:trace contextRef="#ctx0" brushRef="#br0" timeOffset="1490">716 12 6893,'0'-6'1033,"0"1"1,0 4 0,0 2 0,2 6-302,1 5 0,2 4 0,-1 3 0,0 3-137,2 4 0,2 2 1,2 4-1,1-1-400,2 1 0,0-3 0,2-1 1,-1 0-320,-1-3 0,-3-6 1,1-5 161,-2-4 0,-5-5-709,-1-8 1,-6-1-1,-2-4 1,-3 0 408,-3 0 1,1 0-1,-3 1 1,-1 1 477,-1 1 1,2 3 0,0-1-1,1 2 96,0 1 1,5 1 0,-1 2 0,2 2-106,1 2 1,2 4 0,3 0-1,3 2-208,2 1 0,2-2 0,2 1 0,2-3-887,2-3 0,-1 0 0,2-4 0,-1-1-255,-1-1 1,3-3-1,-2-3 1,0-7-865,0-5 2007,-3 1 0,5-11 0,-3 2 0</inkml:trace>
  <inkml:trace contextRef="#ctx0" brushRef="#br0" timeOffset="1624">914 178 8237,'-8'8'1210,"1"0"1,1 1 0,2 2-317,0 2 0,1 3 0,3 2 0,0 2-517,0 3 0,4-4 0,1 3 1,3-3-329,3-4 0,-2-5 0,5 0 0,0-4-413,1-3 1,-2-4-1,-1-4 1,0-6-11,-2-3 0,-2-4 0,-3-1 0,-2 0-32,-3 0 1,0 5 0,-3-2-1,-3 2 729,-4 2 0,0 0 0,-3 4 0,-1 0-144,-1 0 0,0 1 0,1 2 0,1 1-1007,-2 1 0,3 1 0,0-2 0,0 0-473,3 2 0,7 1 1301,4-2 0,5 2 0,1-3 0</inkml:trace>
  <inkml:trace contextRef="#ctx0" brushRef="#br0" timeOffset="2239">970 139 7753,'0'8'938,"2"-3"1,1 0-564,-1 1 0,1 2 1,1 2-1,-1 2 466,1 0 1,0-1 0,-2 4 0,3 3-414,-1 1 0,0 1 0,-1 3 0,1 1-329,1-2 1,-1 1 0,-2-5 0,2 0-171,0-1 1,-2-8-71,0-1 1,-1-9-1,-1-2 1,0-6-43,0-4 0,-2-7 1,-1-3-1,0-3-17,0-2 1,2 2-1,-2 1 1,2 2 72,1 1 0,0 4 0,0-2 0,0 4 204,0 3 1,1 4 0,2 2 60,2 1 1,2 4 0,0 8 0,0 4 104,-2 4 1,0 3 0,3 1-1,-1 1 30,-2 2 0,2 0 1,-2 2-1,0-1-136,0-1 0,-3-3 0,2 0 1,-2-2 40,1-3 0,0-4 1,-3-5-486,0-3 0,0-7 1,0-8-1,0-3-210,0-5 1,-1-1-1,-1 0 1,-1 0 211,2 0 1,0 4-1,1-2 1,0 3 649,0 2 0,1 3 1,1 1 496,4 0 1,-2 5 0,1 5-265,2 1 1,0 2 0,1 2-1,-1 4-196,1 3 0,0 5 0,-1 0 0,0 3-511,-2 3 0,0-3 0,3 3 0,-1-1-1149,-2 0 1,2-5 0,-4 0 0,1-2-696,-1-4 0,0-5 1973,-3-7 0,0-8 0,0-10 0</inkml:trace>
  <inkml:trace contextRef="#ctx0" brushRef="#br0" timeOffset="2387">1272 99 9372,'0'8'1073,"0"0"1,0 2 0,0 2 0,0 0-481,0 2 0,0 5 1,0 2-1,1 2-1143,1 1 1,2-3 0,2-1 0,-1 0-1098,1-2 0,-1-9 1647,0-3 0,0-5 0,3-1 0</inkml:trace>
  <inkml:trace contextRef="#ctx0" brushRef="#br0" timeOffset="3002">1303 20 7753,'-7'0'705,"2"0"0,2 2 1335,-1 1-5295,3-1 3255,-2 2 0,6-3 0,2 2 0</inkml:trace>
  <inkml:trace contextRef="#ctx0" brushRef="#br0" timeOffset="3324">1431 51 8763,'-8'4'1883,"3"-3"0,5-1 0,6-5 0,3 0-1548,2 0 1,0 0 0,-1-1 0,1 2-385,-2 0 1,3-1 0,-2 2 0,0 1-290,-1 2 1,-1 0 0,0 0 56,0 3 1,-4 2-1,-1 6 1,-2 2 131,-1 2 1,-4 5-1,-2 0 1,-4 1 309,-3 0 1,1 1 0,-2 1-1,0-1 255,-1-1 0,-1-4 1,1 2-1,2-3 445,3-3 0,1-1 1,2-5 844,1 1-1612,3-3 0,6-2 1,3-6-1,1-2 1,1 0-1,1 0 1,0-1-1,3-1-1072,0-1 0,-1 0 0,1 0 0,0 0-325,1 0 1,-3-1 0,3 0 0,-1 0 42,0 2 1,-2 1 1259,1-2 0,1 0 0,0 0 0</inkml:trace>
  <inkml:trace contextRef="#ctx0" brushRef="#br0" timeOffset="3596">1637 202 7753,'8'5'1651,"-3"-1"0,1-2-919,0 1 1,1-1-1,1-2 1,-1-1-297,-2-1 0,2-3 0,-1-3 0,1 0-277,1 0 0,-4 0 0,-1 0 0,-2-2-67,-1-1 1,0 1-1,-1 2 1,-2 1 36,-2 1 0,-2 3 1,-2 3-1,-1 0 109,-1 0 0,-2 1 1,3 2-1,-1 5 195,0 5 0,2-1 1,-1 1-1,4 2 200,3 3 1,2 2 0,1 4 0,1 0-498,2 0 1,5 1 0,5 0-1,2-3-663,1-2 0,0-5 0,1-5 0,0-4-344,2-3 0,-1-7 0,-2-4 0,0-5-1971,0-4 1,-4-4 2841,-1-3 0,1-3 0,1-1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0:58.0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157 0 7853,'-9'0'445,"3"0"1,1 0 47,-2 0 0,3 1 1,0 3-195,0 5 0,3 1 0,-2 4-79,2 1 0,1 7 0,-1 4 0,0 3 0,-3 4-157,-1 2 0,-1-1 0,-3 5 0,1-1-778,-1-1 0,0-4 0,1-3 0,-1-2-376,0-3 0,1-10 1091,-1-3 0,0-7 0,1-5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0:58.8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48 7853,'0'-8'-13,"-3"-1"1,-1 0 428,-1 1 0,3 2 928,-1 0-1004,2 4 1,1 2-1,0 7-165,0 3 0,0 5 0,0 5 1,0 3-1,0 3-48,0 3 1,-1 0 0,0 5 0,-2 1-174,1 1 1,-2-1 0,0-1 0,0-1-118,0-1 1,0-11-1,3-2 1,-2-4 26,1-5 0,1-5 0,1-5 0,0-6-38,0-4 1,0-8 0,0-5 0,1-4-46,2-5 1,1 3 0,5-7 0,1 1 168,1 3 0,-1 5 0,2 0 0,1 1 238,1 2 1,0 6 0,-1 3 0,1 4 146,-1 6 0,-4 4 0,1 4 0,-2 4 87,-1 4 0,-3 6 1,1 6-163,-1 2 1,-2 5-1,-2 3 1,0 1 0,0 2-563,0-2 1,0-4-1,0 0 1,0 0-542,0-2 0,1-6 0,1-4 0,3-7-174,3-4 1,-1-3 0,4-4 1016,-1 0 0,2-8 0,2-2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0:59.0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17 173 7853,'9'0'0,"-3"0"0,0 0 106,0 0 0,-1 0 0,1 0 0,1 0 0,0-3 353,2-3 1,0-3-1,-2-1 1,0-3-429,-1 0 0,-1 1 1,1-2-1,-4-2-46,-1 0 0,-1 1 0,0 2 0,-1 0 100,-1 3 1,-3 4 0,-4 3-1,-1 2 189,-1 1 1,1 4 0,-1 2 0,1 2 66,1 4 0,1 2 1,0 4-1,1 1-165,2 1 0,2 4 0,-2-1 0,1 0-241,2 0 0,1-3 0,2 2 0,2-1-1058,3-1 1,1-6-1,3-2 1,1-4-1754,0-2 2876,1-2 0,0-4 0,2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0:59.3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77 198 7853,'9'0'310,"-1"0"1,1-3 180,0-3 0,-1-2 0,0-1 0,-1-2-278,-1-1 1,-1-3 0,3 1-1,-2-3-114,-3 0 0,-2 0 0,-1 0 0,-1 3-207,-2 2 0,-2 3 1,-5 1-1,-1 2 161,-4 3 0,0 4 0,0 4 1,0 5 126,0 2 0,1 3 0,2 6 0,1 2 23,3 2 1,5 2 0,-2 1 0,1 1-165,2-1 1,5-2-1,3 0 1,2-3-600,4-3 0,2-9 1,6-3-245,0-3 1,3-4 0,-2-7-1,0-6 1,1-7 803,1-4 0,0-6 0,3-2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0:59.6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139 0 7853,'0'10'228,"0"1"1,-4 3 0,-1 4-1,0 2 1,1 4 303,0 4 1,4-1 0,-3 2 0,2-1 102,1 1 1,4-5 0,0 0 0,2-4-557,0-3 1,0-7 0,2-1-1202,1-5 820,-4-3 1,-5-5 0,-7-2 0,-3-1-16,-1 2 1,-5-2 0,2 4 0,-2 1 181,-2 1 0,4 5 0,0 3 0,2 3 507,1 5 0,5 5 0,1 3 1,1 1 58,2-1 0,5-2 0,3-4 0,2-2-195,4 0 0,1-9 0,5 0 0,-1-4-475,0-2 0,1-5 1,-1-3-222,0-6 1,0-5-1,-2-3 1,-1-2-1,-2-4 460,-1-2 0,-2 2 0,0-2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0.1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 7412,'-5'8'550,"2"1"0,3 0 0,0 4 65,0 4 0,0 5 0,1 7 0,0 4-569,2 4 1,0 0 0,-3 6-1,0 2-534,0 2 1,0-5-1,-1-1 1,-1-6-1085,-1-8 0,-3-6 1572,0-4 0,-2-4 0,0-4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0.4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17 183 8053,'-1'-8'0,"-1"1"60,-1 2 1,-2 2 250,2-3 0,1 1 1,5-1-1,3 3 0,5 3-230,4 0 0,2-3 1,3-1-1,3 0-633,2 0 0,5-3 0,2 2 1,2-4 142,0-3 0,-2 2 1,-1-4-1,-2 2 409,-4 1 0,-4 2 58,-7 0 0,-6 4 0,-9 3 0,-7 4 571,-5 4 0,-2 5 1,-1 4-1,-1 1 194,1 2 0,0 2 0,4 0 0,2-1-418,0-1 1,4 0 0,2-2 0,1 0-466,4-2 0,3-6 1,9-1-1,4-2 17,5-3 0,4-9 0,2-4 0,1-5-231,-1-5 1,-2-1-1,-3-4 1,-3 0 21,-5 0 0,-6 6 0,-7 2 0,-5 1 152,-6 5 0,-4 1 1,-7 3-1,-1 3-286,-1 2 1,2 2 0,-2 1-1,0 0-370,3 0 0,2 0 1,1 0 755,2 0 0,3 0 0,-1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1.0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242 96 7853,'5'-11'97,"-3"-1"113,-1 1 1,-1 2 0,-1 0-1,-1 1 1,-4-1 305,-2 0 0,-1 1 0,1 3 1,-2 2-123,-1 2 1,1 5-1,-2 2 1,3 5-172,0 3 1,4 7 0,2 2 0,2 2-146,1 1 1,0 0 0,1 0-1,2 0-94,3 0 1,2-2 0,0 0 0,0 1-104,-2-1 0,1-3 0,-4 0 164,-2-2 0,0 0 0,-2-6 0,-2 1 1,-6-2-81,-5-3 1,-2-3-1,-1-1 1,-1-1-554,1-2 0,-1-2 1,-1 0-1,1-3-430,2-3 1,4 1-1,2-1 1,3-1 1017,4-4 0,6-3 0,2-3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1.3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87 199 7853,'15'-1'54,"-1"-1"0,1-3 217,2-2 0,-2 3 0,1-5 0,-1 1 89,-3-3 0,0 0 1,-2-2-1,-2-1-181,-3 1 1,-3 1 0,-2-2-1,-2-1-98,-4-2 1,0 4-1,-9 2 1,0 3 108,-2 3 1,0 3 0,0-1 0,-2 4-31,-1 5 0,4 0 1,-2 9-1,0 0 116,3 2 0,3 1 0,2 1 0,2 2-294,2 1 1,4 2 0,-1 2 0,2-1-649,1 1 0,8-2 0,4-2 0,3-1-327,2-2 1,2-8 0,1-5-1,3-5 993,2-1 0,1-7 0,0-3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1.6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6 6970,'-5'8'355,"-3"1"1,2 0 0,0 2-1,-1 2 253,1 0 1,3 2 0,-2 2 0,1 2-62,-1 4 0,3-2 0,-1 7 0,2-1-377,1-3 0,0 1 0,0-5 0,0-3-362,0-2 1,1-8 0,2-1-145,3-4 1,1-10 0,3-3 0,1-7 38,0-5 1,2-1 0,-3-7 0,3 0 54,0 1 1,1 2-1,1-1 1,0 3 248,0 3 0,-4 4 1,-2 6-1,0 1 412,-2 5 1,-5 6 0,1 7 0,-2 6-175,-1 5 0,0 5 0,0 4-335,0 0 1,-1 1 0,-1 1 0,0-2-1,0-1-1,1-3 1,1-3-1991,0-2 0,1-4 2081,2-5 0,1-14 0,5-9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1.9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156 1 7853,'5'0'702,"2"0"0,-4 4 0,-1 5 0,-1 4 0,-1 5 157,0 2 0,0-1 0,0 4 0,0 1-564,0 2 1,3 0 0,-1-2-1,0-2-150,-1-2 0,-1-8 0,0 3-412,0-5 1,-1-5 0,-2-2-55,-2-2 0,-4-4 1,-2-1-1,-1 1-12,-2-1 1,1 1 0,-2 3-1,0 2 204,0 4 1,-1 1 0,2 10 0,2 2 270,3 2 1,1 1 0,2 1 0,3-2-78,2-3 0,6-5 1,3-2-1,3-4 44,3-4 1,0-3-1,4-4 1,0-5-455,2-4 1,-2-5 0,2-1 0,-4-1 112,-1 0 1,-5 2 0,1 2 231,-5 1 0,2-1 0,-3 2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2.4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61 7853,'0'-9'0,"0"0"895,0 1 1,0 2-28,0 0 1,4 3-1,3-2 1,3 2-266,1 1 0,5 1 1,2 1-1,4 0-442,3 0 0,1 0 0,0 0 1,0 0-432,0 0 1,-1 0-1,-1 0-957,-1 0 1,-5 0-1,1 0 1,-5 0-2790,-1 0 4016,-6 0 0,-7-4 0,-4-1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2.5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191 0 7853,'-8'9'206,"-1"0"0,0 2 0,2 1 0,0 2 0,1 1 0,0 2 0,1 1 0,0 2 0,0 3 269,0 2 0,0-1 0,-1 1 0,1 0-793,1-1 0,-3-4 1,1 0-1,-1-2-1032,-2 0 1,-1-4 0,0 0 1349,-2-2 0,-7 0 0,1-4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2.7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17 113 7853,'-4'-4'3232,"-1"1"-2707,1 2 1,1 0 0,7-1 0,4-1-50,6 1 0,5 0 0,2 0 0,2-2-654,4-1 0,-1 3 1,4-3-1,0 0-534,2 0 1,-2-1-1,-1-2 1,-2-2 711,-1-1 0,0-3 0,0-3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3.0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1 104 8734,'0'-4'1336,"0"1"0,1 6 0,0 3-937,2 5 0,4 2 1,-2 6-1,2 1-209,1 3 0,-1 3 0,5 2 0,-3 3-291,0 2 1,2-3 0,1 3 0,-1-4-143,-2-4 1,0-5 0,0-1-101,-1-3 1,0-8 0,-2-8 190,-3-5 0,0-8 0,0-4 0,0-6 16,1-5 0,-2-3 1,4-4-1,1 1 431,0-1 1,-1 2 0,0 1 0,1-2-268,0 1 0,2 4 0,0 2-979,-1 6 0,1 2 0,0 6 0,-1 2-1342,1 1 2293,-4 3 0,2 7 0,-2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3.8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122 70 7853,'0'-9'0,"0"0"0,0 1 319,0-1 1,-1 1 0,-2 2 0,-3 0 0,-1 0 116,-2 1 0,0 1 0,1 4 10,-1 0 1,-2 1 0,-1 3 0,1 4-317,2 3 1,0 4 0,1-1 0,3 3 0,2 1-170,2 2 0,1-1 0,1 1 0,2-1-270,2 1 1,4-5 0,3-1 0,2-4-182,2-4 1,3-3 0,0-5 0,1-4 367,-1-9 1,-1-2 0,-3-6 0,-1-1 186,-2-1 1,0 3-1,-5 2 1,-1 5-249,-3 3 318,-2 3 1,-1 6 0,0 6-1,-1 7 292,-2 6 1,2 1 0,-2 0 0,2 1-572,1-1 1,3-3 0,1 0-1,0-1-742,0 1 1,3-4 0,-3-1 0,2-3 885,0-2 0,0-1 0,2-11 0,1-2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4.1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34 7853,'-3'9'0,"1"0"414,-4-1 1,4 2-1,-2 1 1,1 1 0,0 2-1,1 1 174,1 1 0,0 5 1,0-1-1,-2 0-351,1 1 1,1 0-1,1 3 1,0-4-281,0-2 1,1-4 0,2-4-241,2-3 0,0-4 1,1-7-1,0-5-44,-1-4 0,2-7 0,-1-5 1,3-2-22,2-1 0,-1-2 0,1 2 0,0-1 220,1 1 0,-2 4 0,4 3 1,-2 2 164,-1 2 1,-4 9 0,-2 3-1,1 4 109,-1 4 0,-1 6 0,-4 9 1,0 5 314,0 5 0,0-1 0,0 4 0,0 0-651,0 0 1,-3-5 0,0 1-665,1-2 1,1-3 0,2-8-1644,2-6 2497,-2-3 0,7-17 0,-4-2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4.4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0 7853,'0'12'0,"0"0"445,0 2 1,0 1 0,-1 6 0,-1 2 427,0 2 0,-1 2 0,3 1 0,0 0-306,0 0 1,3-1 0,0-3-1,2-2-656,2-5 0,-2-3 132,1 1-700,-4-6 1,-2-9 0,-6-6-1,-3-2 26,-2-1 0,-2 1 0,-2 0 1,0 2 616,0 3 0,2 2 0,1 2 0,0 3 290,1 5 1,2 4 0,4 7-1,1 1 209,2 1 1,2-3 0,3 0-269,3-3 0,2-2 1,1-4-1,3-3 0,2-3-17,3-2 0,-3-3 0,1-3 0,0-6-697,1-3 1,-1-2 0,-2-4 0,1-2-1617,-1-2 1,-5 3 2112,1-3 0,-3 0 0,3-3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4.9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50 7853,'9'-16'-34,"-1"1"188,-3 4 1,0 5 0,-3 4 301,1 4 1,0 0 0,-2 4 0,1 0-62,1 2 1,1 2 0,-2 1 0,0 4 307,0 1 0,0 2 0,0 2-346,1 0 1,0 6-1,-3-1 1,-1 2-1,-1 4-407,-1 1 1,-4 7-1,3-1 1,-2 1-538,0-2 1,0-7 0,-1 1 0,1-6-1809,3-5 1,3-11 281,3-9 2113,2-12 0,7-10 0,2-4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5.2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181 1 8051,'-5'8'799,"-1"1"-248,-1 0 0,0-1 0,1 1 1,0 0 83,-1-1 1,-1 2-1,0 1 1,-1 1-316,0 2 1,-2-3 0,-1 4 0,1 0 8,-2 1 0,3-1 0,-1-1 0,1 2-114,2 0 1,2-2-1,1-3 1,1-1-157,2-2 0,2-2 0,4-1 0,4-1-47,2-2 0,6-2 0,-2-2 0,4-2-296,2-1 1,-1-1 0,3-2 0,0-1-942,1 0 0,-3-2 0,2-1 154,-1 2 0,1-3 1,-4 2-1,-1-1 1071,-1 0 0,-3-2 0,-1-3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5.5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34 131 7853,'0'8'1517,"1"0"1,2-2-1,3-3-1029,1-2 0,2-5 0,1-2 0,0-3-200,2-2 1,-1 0 0,-2-2-1,0-1-375,-1 1 1,-3 1 0,-2-1 0,-2-1 97,-1 1 1,-1 5-1,-3 0 1,-4 4 134,-2 2 0,-5 1 0,4 2 1,-1 2 103,0 2 1,2 8 0,-2 3 0,1 4 55,2 3 0,0 1 0,5 4 0,0 1-214,0 2 0,2-3 0,5 1 1,4-2-1072,3-1 0,4-7 1,3-2-1,1-4-441,-1-2 0,0-6 0,1-3 0,0-4 1420,2-7 0,-2-4 0,4-4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5.6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 7853,'-8'0'1254,"-1"0"0,0 0 2432,1 0-3275,3 0 0,2 3 0,6-1 0,4 1-1092,3 1 0,1-3 0,3 3 0,2-1-982,0 0 1,1 0 0,1-3 1662,-1 0 0,4 0 0,1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5.8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183 0 7853,'-14'0'519,"2"4"1,3 1-1,-1 2 857,-1 1 1,0 3 0,-2 7-1,-1 4-693,1 7 1,1 6 0,-1 9-1,-1 4-666,1 4 0,5-6 1,0 1-1,3-5-1279,4-6 1,0-9 0,1-10-1,1-5 1262,1-6 0,3 2 0,4-3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6.3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9 8089,'-5'-4'1084,"1"3"1,4-2 0,0 6 0,0 4-762,0 3 1,0 7 0,1 7 0,1 3-247,1 4 0,3 3 0,-4 7-308,0 1 0,-1 5 1,-1-4-1,0-1 1,0-6-1349,0-7 0,0-11-1354,0 0 2933,0-11 0,-7-7 0,-3-9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6.5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1 105 10654,'8'0'492,"-1"-1"0,2-1 0,3-1-415,4 1 0,2 0 1,2-1-1,4-2-809,4 0 1,3-2 0,4 0 0,-1-3-852,1-1 1,-7-2 1582,-2 2 0,-6 1 0,1-2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6.7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18 8197,'-8'9'551,"-1"0"0,0-1 0,1 1-255,-1 0 0,0 3 0,1 3 1,0 4-1,2 2 197,3 1 1,4-3-1,4 2 1,5-3-440,2-1 1,4-4 0,3-5 0,3-4-294,3-3 1,-4-6-1,4-3 1,-2-7 153,-1-4 0,-5-4 1,-1-5-1,-3-1-219,-6 1 1,-3 4 0,-8 3 0,-4 3 242,-6 4 0,-3 5 0,-2 3 0,-2 3-275,-2 2 1,1 2-1,-2 2 1,2 3-532,1 1 1,2-1 0,4-1 866,4-1 0,-3 2 0,1-1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7.3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165 12 7448,'-3'-9'674,"2"6"1,-2 6-1,2 8-151,1 4 0,3 10 0,1 3 1,0 5-190,3 4 0,0-2 0,0 8 0,-3-1-135,0-3 1,2-4 0,-3-8 0,-1-6 81,-1-7 1,-1-8-662,0-6 1,-4-8 0,-2-6 0,-3-2-97,-2-2 1,0 1 0,-3 1 0,-2 0 197,0 2 0,-1 6 1,0 0-1,2 3 163,1 4 1,2 4 0,-1 6 0,0 5 419,2 2 1,6 2-1,2 1 1,2 3 55,1 0 0,4-3 1,1 0-1,4-2-541,3-3 1,1-3 0,4-1-1,1-2-39,-1-2 0,1-4 0,1 1 219,-2-2 0,6-5 0,-5-1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7.6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74 261 7853,'9'0'78,"-3"0"0,-1-1 0,2-1 632,1-1 1,1-5-1,3 1 1,2-6-375,3-3 1,-2-1 0,1-5 0,0 0-145,-1 0 0,-6 2 0,-1-2 0,-3 0-191,-4 3 0,-2 2 0,-4 3 1,-7 6 176,-3 4 1,-4 3 0,0 3 0,-2 4 6,-1 5 1,0 8-1,-1 5 1,2 2-46,3 2 0,2 4 0,2 4 0,5 0 269,2 1 0,6-3 0,1 2 0,7-3-158,6-4 0,3-9 0,7-4 1,2-6-1509,3-5 0,0-4 0,2-5 0,2-7-3855,2-8 5112,-1-3 0,5-15 0,-3 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8.1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165 53 7853,'0'-9'0,"0"1"0,0-1 251,0 0 1,-3 3-1,0 2 137,-2 0 1,-1 1-1,-4 3 1,0 0-1,-2 0 207,2 0 1,-3 5 0,1 3-255,-2 6 1,4 3 0,-3 4 0,1 4-111,1 3 1,2 5-1,4-1 1,2 1-1,1-1-248,1 0 0,2-4 0,2 0 0,3-3-635,5-2 1,2-10 0,5-3 0,0-4-363,2-4 1,-1-2 0,4-3-1,-1-4-280,0-3 1294,1-4 0,-1-7 0,-1-1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8.4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105 8 7853,'-9'4'1322,"1"3"-975,3 3 0,-2 1 0,3 4 0,0 4-102,0 3 0,0 4 1,2 3-1,-1 2-110,-2-1 1,2 3 0,-3-5 0,0-2-3,2-2 0,-4-6 1,3 0-1,-1-6-292,0-2 257,5-5 1,-3-8-1,4-6 1,0-2 42,0-5 1,3 2-1,1-7 1,3-1 0,3-1 1,1-2 0,0-1 0,1 0-420,2 0 0,-3 0 0,4 2 0,0 2-275,2 2 0,0 6 0,0-2 0,1 2-15,-1 4 1,-3 3 0,0 2 0,-2 1-213,-1 3 1,-1 2 0,-3 3 778,-1 1 0,2-3 0,-3 2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8.9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 7729,'-5'0'843,"-2"0"1,6 1-1,-2 1-677,2 4 0,1 2 0,0 2 0,0 1-103,0 4 0,1 1 0,2 1 0,3 1-230,1-1 1,2-1 0,0-1 0,0-4-211,3-1 1,-2-5 0,4-2 0,-1-3 171,1-3 0,-3-7 1,3-6-1,-2-5 202,-1-1 1,-1 5-1,-2-1 1,0 0 405,-2 3 1,0 6-14,-3 1 0,0 7 1,-3 4-1,0 7-33,0 6 0,0 6 0,0 3 0,0 4 122,0 1 0,0 0 0,-1 3 0,-1 1-97,-1-2 1,-3-2 0,0 1 0,-3-1-188,-2-2 0,0-4 0,-2-2 1,-2-1-249,-1-1 0,0-6 0,-4-3 0,1-5-75,-1-3 0,3-10 1,-1-3-1,2-5-1284,3-2 0,4 1 0,3-6 0,3-1-1658,2 1 3070,5-1 0,4-3 0,6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9.08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 7853,'5'10'207,"0"0"0,0 3 726,0 0 0,-3 2 0,1 3 0,-2 2-188,-1 3 1,0 3 0,0 2-1,0 1-711,0-1 1,-3-1 0,0-2 0,1-1-12,1-1 1,1-5 0,-1 0 0,-1-6 267,-1-2 1,0-6-1,2-5-5072,-2-7 4781,-1-4 0,-5-6 0,0 1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9.2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70 7894,'9'-9'0,"1"-2"182,1-1 0,0 1 0,2 3 0,1 1 91,-1 2 1,1 3 0,0-1-1,-1 2 143,-1 1 1,-5 7 0,1 2 0,-4 5 101,-2 4 0,-1 0 0,-2 4 0,-3 1-206,-4-1 1,-1-2 0,-3 1 0,0-1-686,0 0 1,-3-8 0,2 3-1,-2-6-699,1-3 0,3-2 0,0-4 0,2-1-190,3-2 1,2-6 1261,4-5 0,4-2 0,1-2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9.4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0 7853,'0'6'870,"0"0"0,0 1 64,0 0 0,0 3 0,0 0 0,0 4-569,0 2 1,0 1 0,0 6 0,0 2-667,0 3 1,-1-1-1,-1 2 1,-1-2-410,2-1 0,0-3 0,1-2 0,-1-2-493,-2-3 1,1-7 1202,-4 0 0,0-6 0,-2 1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9.6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88 7853,'8'-14'-169,"-2"2"1,0 3 334,1 0 1,1 2-1,4 0 1,1 2 0,2 0 410,-1 0 1,2 2 0,3-1 0,1 0-557,-1 2 1,-3 1-1,-3 1 1,0 1-22,-3 2 0,0 5 0,-1 6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09.8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17 7853,'1'-8'731,"2"2"0,-2 3-109,2 6 0,-2 4 0,-1 7 0,0 4-262,0 3 1,0 3 0,0 4 0,0 3-135,0 3 1,0-2 0,0 5 0,0-2-735,0-1 1,0-4 0,0 4 0,0-3-1402,0-4 1,-3-3 1908,0-4 0,-7-6 0,0-1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0.0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96 7853,'4'-9'77,"-2"0"1,4 1 0,1-1 269,0 0 0,5 4 0,0-1 0,2 0-794,1 1 0,3-1 1,1 2-1,1 0 447,-1 0 0,0-3 0,-2 2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0.3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0 7999,'-5'4'747,"-2"-2"0,5 4 1,0 2-44,1 2 0,-2 1 1,0 3-1,1 2-370,1 0 1,1 4 0,0 1 0,1-1-208,2 1 0,-2-3 0,3 2 0,-1-1-179,-1-2 1,2-3 0,-1-3-349,3-1 1,-1-5 0,1-4-9,0-6 1,-1-2 0,1-7-1,1-3 244,0-2 1,2 0 0,0-3 0,-1-1 103,1 1 1,0 3 0,-1 0 0,2 3 219,1 5 0,-4 1 0,2 2 0,-1 3 190,-1 2 1,-2 4 0,-2 4 0,-1 5-214,1 6 0,-2-1 0,2 6 0,-2-1-482,-1 1 1,0 2 0,0-2-1,0 0-373,0 0 0,-1-1 1,-1-3-1,-1-3-2315,1-2 3033,1-6 0,-3 1 0,-1-2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0.6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95 7853,'5'0'433,"1"0"373,1-3 1,1-1 0,-1-3 0,0 1-173,-1 0 0,-4-2 0,2 0 0,-2 1-419,1 2 0,0-1 0,-3-3 0,-1 1-172,-2 3 0,-2-2 0,-6 4 0,-1 1-148,-2 1 0,2 5 0,-2 3 1,0 4 126,0 7 1,2 0-1,3 4 1,0 0 146,1 0 1,3 1-1,2 2 1,3 0-94,3-2 0,4-3 0,6 1 1,5-3-617,3-4 0,3-7 1,2-5-1,2-2-617,3-2 0,-2-7 1,4-6-1,-4-1 1157,-4-1 0,-9-1 0,1 1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1.1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18 113 7853,'0'-14'72,"0"1"0,0 2 665,0 0 1,-1 3-149,-2 5 0,2 10 0,-3 4 0,1 5-291,0 1 1,0 4 0,3 1 0,1 1-248,2 1 1,-1-2-1,3 1 1,0-3 6,0-2 0,0-3 0,3-2 0,0 0-266,0-3 0,-1-4 1,5-4-1,-3-5-217,0-5 0,0-5 0,-1-5 0,1-3 114,0-2 1,-4 1 0,0 0 0,0 2 138,0 4 0,-3 2 0,2 6 182,0 3 1,-3 6 0,5 7 0,0 7-41,-1 4 0,3 0 1,-3 3-1,3-1-31,1-1 1,-1-2-1,0-2 1,-1 0 60,-1-2 0,-1-4 0,4-1 33,0-6 1,-2-6-1,0-5 1,-2-5-128,-1-3 0,2 0 0,-4-8 0,1-1-301,1-3 0,-2 1 0,4-4 0,0-1 395,-2-2 0,0 9 0,0-15 0,1 8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1.5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0 7710,'0'6'175,"0"0"0,0 1 384,0 0 0,3 2 0,-1 1 0,0 1-196,-1 4 0,0 5 1,1 3-1,1 2-215,-1 1 0,0-3 1,0 0-1,2 0-28,1 0 1,-4-3 0,2-6 0,-1-2-229,1-3 1,-2-5-76,2-4 1,-1-5-1,0-6 1,1-5 89,-1-3 1,0-1-1,0-4 1,1-2-86,2-1 0,1 3 0,2-3 1,-2 4 178,0 2 1,0 4-1,3 6 1,-1 2 246,1 3 1,-3 4-1,0 8 1,-1 7-189,0 5 0,2 4 0,-4 5 0,0 1-160,0 1 1,-1 0-1,3-4 1,0-2-902,0-3 0,1-2 1,3-1 149,3-3 1,-3-6 0,3-8 850,-2-5 0,-2-7 0,1-1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1.7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60 87 7853,'-8'0'407,"2"0"237,0 0 0,0 4 0,-2 2 1,0 4-1,1 3-71,1 4 0,4-1 0,0 6 0,2-1-465,2-1 0,4-2 0,5-2 0,1-1-170,2-4 1,-3-5 0,3-3 0,-1-4-128,1-5 1,-5 0 0,0-9 0,0-1-47,-2-3 1,-5 0-1,0-1 1,-3 2 14,-1 0 1,-5 1 0,0 1 0,-3 0-148,-1 2 1,-1 5-1,4 0 1,-2 0-292,-2 2 0,6 0 1,-2-1-1381,3-1 2038,2 4 0,3-6 0,0 1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2.1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7853,'8'8'1414,"-3"1"0,-2 0-377,-2-1 0,-1 5 1,0 0-1,0 3-497,0 1 0,0 2 0,0 7 0,0 1-763,0 2 0,0-4 0,0 3 0,1-1-337,2-3 1,-2-5 0,3-6-1,-1-2-1032,-1-4 1,5-4-1,-2-1 859,0-4 1,1-3-1,-2-3 1,0-1 732,0 0 0,2 0 0,-2-1 0,0 0 99,3-1 0,1 6 0,1-4 0,-1 3-61,1 1 0,0-3 1,-1 2-1,2-1 1048,1-2 0,-1-1 1,2 0-1,-2-3-457,2 0 1,-3-1 0,2-1-1,-3 1-569,-3 2 0,-3-3 1,1 3-1,-3-1 49,-3 1 0,-2 3 1,-6 4-1,-1 2-1,-2 1 1,0 2 0,-3 3 0,3 4-48,2 7 1,3 1 0,1 8 0,1 1 232,1 1 1,4 1 0,0 0 0,2 1-41,2 2 1,7-3 0,6 0 0,1-4-748,1 0 1,4-11 0,3 1 0,2-5 79,2-2 0,0-5 1,2-7-1,-2-3 413,-3-5 0,-1-1 0,2-1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2.8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27 7681,'0'-9'-452,"0"3"2778,0 0-1851,0 5 1,0-3-1,2 5 1,1 3 240,-1 4 1,2 6 0,-1 7 0,0 5-448,1 5 1,-3 3-1,2 3 1,-2 1-465,2 2 0,-2-3 0,2 2 1,-2-2 65,-1-4 0,0-10 0,0-1 0,0-5-1379,0-5 0,0-6 0,-1-6 1508,-2-5 0,-1-10 0,-5-3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3.0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96 7502,'6'-21'162,"0"1"0,0 8 1,2-3-1,2 5 271,1 1 0,3 4 1,2 2-1,1 2-133,0 1 0,-2 1 1,4 2-1,-5 3-33,-2 2 1,-8 3 0,5 1 0,-2-1 216,-2 2 1,-2-3 0,-5 4-1,-2-1-256,-1 1 1,-5 1 0,-3 4 0,-2-1-494,1-2 1,2-3 0,-2 0 0,-1 0-303,-2-3 0,3-4 0,0-3 1,2-2-301,1-1 0,4 0 0,3-1 867,0-2 0,1-5 0,3-6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3.2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0 7853,'0'15'0,"0"-1"76,0 2 0,0-2 0,0 2 1,0 4 651,0 1 0,-1 2 0,-1 2 0,-1-1-437,1-1 0,0-4 1,0-2-1,-1-5-2711,1-2 1,1-7 2419,1-6 0,0-6 0,0-8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3.4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52 8201,'0'-9'929,"0"4"0,0-1-723,0-1 1,0-1-1,1 1 1,2 1-556,2 3 1,3 2 0,1 1 0,0 0 0,2 0 348,1 0 0,3 8 0,-2 1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3.73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102 191 7352,'0'6'-245,"0"0"0,1-1 1557,2 0 0,2-1 1,5-5-1,0-3-976,2-4 1,-1-2 0,-2-5 0,0 0-307,-1-1 1,-2-2-1,-1 0 1,-1-1 91,-2-1 1,-1 2-1,-2 4 1,-3 0-66,-5 4 0,-3-1 1,-5 8-1,1 1 107,-1 1 0,1 6 1,-3 4-1,3 5 112,1 6 1,2 6-1,-2 5-146,4 3 1,4 5 0,2 1 0,1 0-1,3-1-168,3-4 0,4-7 0,6-2 1,2-6-1002,2-5 1,3-6 0,0-6 0,3-2-103,3-1 1,-3-7 0,6-3-1,0-3 1141,-1-5 0,0 0 0,3-7 0,1 3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3.9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217 17 8003,'-11'-3'174,"-1"0"0,-3-1 1,1 2-1,0 0-160,0 0 0,-1 6 0,-1 4 0,0 6 756,2 2 0,2 5 0,-1 2 1,-1 3 865,1 3 1,5-2-1,0 1 1,4-3-1692,2-2 1,1-3 0,1 2 0,1-4-948,2-5 1,2-5-1,6-2 1,1 0-231,2-2 1,-2 0-1,1-5 1232,0-2 0,2-1 0,-2-5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4.1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52 243 7853,'9'0'0,"-3"0"0,0 0 323,0 0 1,2 0 0,1 0 0,-1-1-1,1-2 1,0-3 0,-1-2 0,1 0 189,0-1 0,0-3 1,2-3-1,0-2-378,0-3 0,-4 0 0,-2-2 0,-2 1-114,-1 2 1,-2 0 0,-3 4-1,-6 2 320,-5 5 1,-2 5 0,-1 0 0,-1 2 138,1 1 1,2 5 0,-1 4 0,0 4-157,0 3 0,5 6 0,0 1 0,4 3 329,1 3 1,1 0 0,-1 3 0,3-2-611,2 0 1,1-3 0,1 1 0,2-4-1384,3-4 0,6-8 1,1-5-1,1-2-451,1-3 0,0-2 1791,6-3 0,-3-2 0,3-3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1:14.3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0 7964,'-8'0'-1061,"-1"0"1061,0 0 0,1 0 0,-1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1.1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48 7853,'0'-11'-325,"0"0"302,0-2 0,-1 6 1478,-5 1 0,4 6-953,-3 6 0,3 10 1,2 14-1,0 8-272,0 12 1,0 9 0,0 12-1,0 6-188,0 4 1,0 2 0,0-2 0,0-4-819,0-5 0,0-14 1,0-10-3054,0-13 3829,0-17 0,7-18 0,2-9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1.4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98 7853,'14'-22'43,"-1"4"1,-2 1 64,2 4 1,-2 6 0,4-2 0,3 2 249,1 3 0,6 9 0,1 8 0,2 7-99,-1 8 1,1 5 0,5 6-1,-2 7 204,-3 7 1,-3 0-1,-6 8-167,-3 1 1,-3 15 0,-13 8 0,-2-1 0,-3 1-109,-6-4 1,-6-19 0,-5 6 0,-7-11-227,-8-9 0,6-17 1,-4-5-1,2-10-647,3-5 1,3-9 0,-3-2 0,5-9-3303,1-6 3987,2-8 0,5-3 0,1-7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1.8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33 109 7853,'-5'-11'-394,"-1"0"0,-1 0 0,3-6 1336,-1 0 0,-1 1 1387,6-1-1675,0 8 0,6 9 0,1 13-367,2 7 0,-3 8 0,5 12 1,0 8-1,0 9-153,0 7 0,-6-1 0,5 8 0,-3-3-593,-3-2 1,-1-5 0,1-2 0,2-4-1236,-3-7 0,-1-8 121,-2-12 0,0-14 1573,0-14 0,0-14 0,0-12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2.0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17 116 7853,'9'-7'0,"-3"-4"112,-5-4 1,5-1-1,1-1 1,2 2 392,4 4 0,2-2 0,3 8 0,3 1-120,1 2 1,7 2-1,-3 4 1,0 5-21,-4 8 0,1 12 1,-2 2-1,-5 8-134,-3 3 1,-9 4-1,1 8 1,-3 1 4,-2-2 1,-13 4-1,-3-2 1,-5-2-373,-2-1 1,-3-14 0,-7-3-1,2-4-468,3-7 1,-1-9 0,7-6 0,1-1-548,3-5 1,7-3-1,2-5 1151,1-6 0,-4-11 0,2-4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2.3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148 443 7853,'11'0'0,"0"0"290,1 0 0,3-7 0,2-4 1,1-4 286,4-1 1,-2-10-1,8-5 1,1-6-480,3 0 0,-7-5 0,-3 1 0,-5 1-137,-6 1 0,-4 14 0,-9-5 0,-5 8-52,-10 8 0,-6 8 0,-10 2 0,-2 8 226,-4 7 0,2 11 0,-5 6 0,2 3 188,3 2 1,7 4-1,5 5 1,1 8-25,4 1 1,7 2 0,4-1-322,1-3 1,5 10-1,8-9 1,8-2-333,7-8 1,6-3 0,7-15 0,2-4 0,2-5-1994,1-7 1,8-12 2346,-2-5 0,-3-11 0,-1-4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2.5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263 0 7853,'-41'24'0,"7"-3"0,-3 4 0,6 1 459,3 0 1,8-4 0,-2 5 0,5 3 586,6 1 0,2 4 1,5 2-1,-1 3-958,1 2 1,10 1 0,5 1 0,5-6-53,6-3 1,-2-15-1,8-3 1,0-4-1106,-3-4 0,7-2 0,-5-9 0,4-3-1820,2-6 2889,0-4 0,1-9 0,-1-1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2.8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 17 7853,'0'17'282,"-6"-1"0,1 1 0,1-1 196,2 1 1,1-1-1,-3 3 1,-2 3-117,3 5 1,1 5 0,2 1 0,0 2-355,0 3 0,0 4 0,0 8 0,0 0-54,0-1 0,-6-10 0,-1-4 0,-2-4 181,-4-7 1,6-4-1,-1-5-17,1-4 1,5-6 0,-3-12 0,3-8-77,2-5 1,2-9-1,3-1 1,6-7-177,4-7 0,1-3 0,1-1 0,-1 0-271,1-2 0,1 12 1,3-8-1,1 5-496,-2 3 0,0 3 0,0 6-939,2-1 1840,0 3 0,2 10 0,2 1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3.0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1 7853,'-17'33'677,"3"-2"0,1-3-79,2-6 0,7-4 0,-1-1 0,5-3-270,5-3 1,10-1 0,7-7 0,0 3-1025,2-3 0,0-1 0,5-2 0,-1-2 388,1-3 0,-5-4 1,0-8 307,0 1 0,-6-8 0,6-2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3.2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183 0 8275,'-17'17'472,"1"-1"1,3 3-1,0 3 1,-2 5 213,2 4 1,1 4 0,-5 4 0,0 7-266,1 7 0,5 0 0,2 6 0,1 0-532,5 0 1,1-4 0,2 2 0,0-4-740,0-5 1,0-15 0,2-4 0,3-7-532,6-7 1,4-9 0,1-3 1380,1-6 0,0-14 0,-1-9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3.3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7723,'0'16'1040,"0"1"0,0 1-173,0 4 0,0 6 1,0 9-1,0 5-778,0 6 0,0-3 0,0 11 0,0-5-497,0-1 0,0-6 0,0-4 0,0-3 202,0-6 1,0-9-4060,0 0 4265,0-18 0,0-13 0,0-17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3.5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1 183 7853,'7'-31'0,"4"1"257,4 3 0,1 10 0,3-3 157,3 0 0,-4 5 0,4 6 0,-4 1-66,-1 5 0,-1 1 1,-1 4-1,-4 3-65,-5 6 1,1 6 0,-1 5 0,-5 5-166,-4 5 0,-1 6 0,-7 3 1,-4-1-391,-5 0 1,2-1 0,-4-8-1,3-1-256,3-3 0,-1-8 0,1-3 0,-1-9 94,1-5 434,6-2 0,-4-7 0,5-2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3.7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 8281,'0'18'0,"0"4"825,0 6 0,0-2 1,0 1-1,0 3-284,0 1 0,0 9 0,0 3 0,0 2-478,0 5 1,5-10 0,1 10 0,-1 0-621,3 3 0,-5-7 0,7 2 0,-3-6-607,-3-5 0,-3-10 0,-1-5 1164,0-3 0,0-3 0,0 1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3.9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8 183 9352,'-7'-6'4119,"7"-1"-3757,9-2 0,11 0 0,4-4 0,2 2-1104,3-2 1,10-2 0,3-1 0,2-3 741,0-3 0,0 4 0,6-6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4.5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265 173 7853,'2'-16'200,"4"-1"0,-4 0 0,1-1 0,-5-2 0,-5-2 705,-2 2 1,-2 7-1,-7 4 1,-3-1-415,-1 1 0,-5 7 1,5 4-1,0 13-210,-2 11 1,5 14-1,-3 10 1,4 10-214,1 10 0,8 2 0,4 9-289,3 3 1,4 1 0,3-6-1,6-6 1,4-3-863,1-6 1,-4-11-1,-1-5 1,0-11-2177,-2-8 3259,5-16 0,-12 9 0,6-13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4.7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0 198 7853,'0'-9'2802,"2"-4"-2542,3 8 1,6-2 0,11 3 0,6-2-535,3 3 0,4-1 1,4 0-1,5-3-563,4-2 0,-4-2 0,0-6 0,0-1 837,-2-4 0,6-4 0,-6-7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4.8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0 8128,'0'22'0,"0"2"321,0 2 0,0-4 0,-2 6 0,-2 1 76,-1 2 0,-1 2 1,6 0-1,0 2-558,0 4 0,0-10 1,0 3-1,0-5-2931,0-1 3092,8-13 0,1 9 0,7-13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4.99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0 8031,'-10'0'-1950,"3"8"1950,7 1 0,7 0 0,3-2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5.2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83 7853,'0'17'227,"0"-1"0,0 1 206,0-1 0,0 3 0,2 1 0,2 6 164,1 5 0,1-5 0,-5 10 0,3 1-381,2-2 1,-1 2 0,-3 1-1,2 5-290,1-1 0,1 0 0,-6-7 0,-2 2 189,-4 0 1,5-14 0,-7 5-442,1-8 1,-2-11 0,-6-5 222,4-8 1,4-12-1,7-14 1,0-6-62,0-8 1,0 0-1,1-4 1,3-4-400,2 1 1,8-1-1,1 5 1,5 1-12,0 2 1,4 1 0,0-1 0,2 6 573,3 3 0,3 2 0,8 0 0,2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5.4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 1 7853,'-11'25'147,"-1"-3"1,1-2 473,2 3 0,-4 2 1,8 6-1,1 1-152,2 1 0,2-7 0,2 10 0,2 3-253,1 1 1,8-3-1,-2 2 1,4-3-23,2 3 1,-8-2-1,-4 3 1,-3-1-67,-2-3 0,0-12 0,0 6 0,-2-6-590,-3-2 1,-4-8-1,-8-8 1,0-4-614,1-2 0,5-4 0,2-5 0,0-10-1237,-1-4 2312,7-5 0,-5-12 0,8-3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5.61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67 1 7853,'0'23'624,"-2"3"1,-2 5 0,-1-1-81,1-3 1,2 3 0,2 8 0,0 6-89,0 4 0,0-2 0,0 0 0,-2 4-724,-3 1 0,3-9 0,-4 4 0,5-7-1767,1-8 0,0-14 2035,0-1 0,-15-3 0,-3 4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5.7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0 265 7853,'11'-19'312,"0"-3"1,-5 4 0,5-2 0,4 3 259,5 1 1,2 8 0,9-8 0,4 1-226,0 0 1,7 4 0,0 0-1,2 0-1327,1 2 0,-1-4 1,2 6 979,-8-2 0,8-2 0,-11-6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22.8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1 463 10268,'0'24'139,"0"3"1,0 12-1,1 5 1,3 4 35,2 2 0,5-3 1,-6-3-1,1-7-2920,1-7 2745,-5-7 0,5-13 0,-7-3 0</inkml:trace>
  <inkml:trace contextRef="#ctx0" brushRef="#br0" timeOffset="133">34 182 7731,'-9'2'-255,"3"3"0,4-1 0,2 7 0,2 2-83,4 2 0,-3 1 338,8 1 0,0-1 0,6 1 0</inkml:trace>
  <inkml:trace contextRef="#ctx0" brushRef="#br0" timeOffset="465">265 397 7853,'0'13'337,"0"1"-26,0 5 1,0 3 0,0-2 0,0 2-1,0-2 0,0 6 0,0 0 1,0 1-127,0 1 0,0-1 0,0 7 0,0-1-27,0 0 1,0-2 0,0-4 0,0-5-510,0-3 110,0-3 0,6-16 0,-1-11 1,-1-13 71,-2-7 1,3-9 0,1-2 0,-1-3-92,3 1 0,1 6 1,6-4-1,-3 1 111,-1 4 1,0 2 0,6 4 0,-1 2 185,1 1 1,0 15 0,-1 2 138,1 8 0,-3 10 0,-1 6 0,-4 9-35,-1 11 1,3 2-1,-6 9 1,1 2-393,1 2 1,-5-4 0,3-4 0,-1-1 88,2-2 1,-5-14 0,5 5 0,-2-10 161,1-7 0,-3-3 0,5-8 0</inkml:trace>
  <inkml:trace contextRef="#ctx0" brushRef="#br0" timeOffset="600">646 446 7853,'-2'17'115,"-4"0"0,4 5 1,-3 1-1,3 1 41,2 0 0,0 6 0,0-3 0,0 4-747,0 3 1,0-7 0,2-3 590,3-6 0,5 10 0,6-10 0</inkml:trace>
  <inkml:trace contextRef="#ctx0" brushRef="#br0" timeOffset="749">712 248 6762,'-10'0'-71,"3"0"1,7 7-1,0 3 1</inkml:trace>
  <inkml:trace contextRef="#ctx0" brushRef="#br0" timeOffset="953">894 149 7853,'0'16'101,"0"1"1,0-1 558,0 1 1,0 1-1,0 3 1,1 2-428,5 3 0,-2 4 0,7 8 0,0 6-537,-2 4 1,4-2-1,-8 2 1,1 3-330,1 1 0,-5-1 1,3-3-1,-3-4-970,-2-6 1603,0-10 0,-7-4 0,-2-8 0</inkml:trace>
  <inkml:trace contextRef="#ctx0" brushRef="#br0" timeOffset="1117">860 562 9958,'0'-11'23,"0"0"1,8 6 0,3-5 0,5 3-834,6 3 0,-1-3 1,6 0-1,3-2 810,1-4 0,-5 5 0,12-6 0,-3 4 0</inkml:trace>
  <inkml:trace contextRef="#ctx0" brushRef="#br0" timeOffset="1399">1241 265 7853,'-17'7'0,"-1"4"465,-4 4 0,7 3 0,-3 2 1,1 4 64,4 2 0,2-4 1,-2 5-1,4 1-309,2-2 0,1 3 0,8-7 0,2-2-90,1-1 1,14-3-1,-3-1 1,5-4-329,2-5 1,-4-5 0,3-2 0,-2-7-330,2-8 1,-3-3-1,3-8 1,-4-3 348,-2-1 0,-6 4 0,-3-1 0,-1 0 464,-1 3 0,1 1 0,-6 7 212,0 1 0,0 8-231,0 8 1,0 13-1,0 11 1,0 2-464,0 3 0,0 1 0,1-1 0,3-1-601,2 1 1,5-5-1,-4-4 1,2-7-1480,4-8 2275,-6-3 0,15-2 0,-3 0 0</inkml:trace>
  <inkml:trace contextRef="#ctx0" brushRef="#br0" timeOffset="1566">1671 0 12710,'-6'35'0,"1"5"326,1 10 1,2 9 0,2 12 0,0 8-376,0 8 1,0-1 0,0 4-1,2-5-968,4-10 1,-3-11 0,6-9 0,1-7 1016,-1-11 0,2-21 0,5-1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21.2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50 315 7853,'-2'-11'-120,"-2"0"559,-1-2 1,-8 4 1417,2-3-1602,3 9 1,1-3-1,7 14 1,0 10 0,0 13 1,6 6 0,1 11 0,2 5-147,4 4 0,2-9 0,1 1 0,3-3-164,3-3 0,-4-5 0,4-12 0,-4-10-85,-1-8 0,0-10 0,-1-11 0,1-14 51,-1-14 1,-5-14-1,-2-6 1,1-3-140,-1-2 1,-4 13 0,4 7 0,-1 9 111,-5 11 0,7 15 0,-1 13 157,0 13 0,6 12 0,-4 14 1,3 6 12,3 5 0,0-10 0,-1 6 0,2-4 141,4-2 1,-7-12 0,4-3 0,-3-8 4,-3-8 1,0-4-1,2-9 1,-3-3 4,-1-6 1,-5-11 0,3-6 0,-2-5-87,-3-6 0,-2 3 1,-2-7-1,2 1-119,3 0 0,-3 3 0,4-1 0,-5 3-1000,-1 6 0,0 3 0,0 1 0,0 5 999,0 3 0,8 3 0,1-1 0</inkml:trace>
  <inkml:trace contextRef="#ctx0" brushRef="#br0" timeOffset="151">877 199 8804,'-2'24'0,"-2"3"604,-2 5 1,1-3-1,5 2 1,-2 6-328,-3 3 1,3-1 0,-4 1 0,4-1-454,2-2 0,0-12 0,2 7-748,4-7 1,-3-10 0,7-11 923,-3-8 0,-1-12 0,-6-10 0</inkml:trace>
  <inkml:trace contextRef="#ctx0" brushRef="#br0" timeOffset="268">926 100 8019,'-2'-10'370,"-3"5"0,3 5-370,-4 5 0,5 5 0,1 6 0</inkml:trace>
  <inkml:trace contextRef="#ctx0" brushRef="#br0" timeOffset="467">1191 17 7853,'-15'2'836,"4"3"1,4 6-1,7 10 1,0 4-493,0 7 1,0 4 0,1 14 0,3 1-525,2 4 0,6 4 0,-2 6 1,-1-3-703,-4-1 0,-3-8 0,-2 0 0,0-5 882,0-4 0,0-7 0,0 3 0</inkml:trace>
  <inkml:trace contextRef="#ctx0" brushRef="#br0" timeOffset="602">1058 563 7853,'0'-11'538,"0"0"-144,0-2 0,0-2 1,2-1-1,4-1-259,5 0 0,3 1 0,3-1 0,1 1-668,4-1 0,-1 1 0,6-1 1,1-1 532,-3-4 0,7 3 0,-7-4 0</inkml:trace>
  <inkml:trace contextRef="#ctx0" brushRef="#br0" timeOffset="918">1472 0 7853,'0'17'0,"0"0"0,0 1 209,0 4 0,0-4 0,0 4 0,0-1 458,0 1 1,0 5 0,0 8-1,0 2-238,0 0 1,2 1-1,1 12 1,3-1-349,-3 1 0,5 1 1,-3 3-1,1 3-155,1 1 1,-5-4 0,4-3 0,-3-9 158,3-9 0,-4-16-390,3 0 0,2-16 1,-1-6-1,-2-17 0,-1-15-61,3-13 0,-3-1 0,8-8 0,1 0 78,-3 1 0,5 4 0,-3 1 263,4 7 1,2 0 0,-1 11 0,1 10 112,-1 12 0,-5 18 0,-2 14 0,1 12 320,-1 11 1,-5 13-1,1 6 1,-3 3-779,-2 2 0,2-12 0,1-7 1,3-4-2339,-2-7 2708,-3-8 0,-1-4 0,0-8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16.6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8 298 7975,'-8'-9'1556,"8"-6"-1195,0 4-1,15 2 1,13 0 0,5 2-81,5 3 0,5 2 0,6 2 1,1 0-132,-1 0 0,-4 4 0,-3 5 1,-2 9-79,-3 6 0,-10 0 0,-6 7 1,-8 6-144,-8 4 0,-7 5 1,-9 7-1,-13 4-112,-11 2 1,-9-4 0,-9 3-1,-2-1 56,2-3 0,7-10 0,3-9 1,3-10 575,3-8 1,10-10-224,5 4 1,11-14 41,5-3 0,14-1 0,8-2 0,10-1 0,5 1-180,2-4 1,2-1 0,2-3 0,3-1-654,2-4 0,-3 2 1,3-6-1,0 2-329,1 4 0,-7-6 1,1 0-1,-6-1-1447,-3-1 2342,0 8 0,-3-19 0,-1 4 0</inkml:trace>
  <inkml:trace contextRef="#ctx0" brushRef="#br0" timeOffset="549">818 183 7853,'0'-11'49,"0"0"343,0-2 0,-2 5 252,-3 3 1,3 5-354,-4 5 0,4 6 1,2 11-1,0 6 48,0 3 1,2 2-1,2 2 1,1 2-118,-1 1 1,-2 3-1,-2-4 1,0 1-265,0-1 0,0-4 0,0-4 1,0-3-57,0-2 0,0-7-90,0-6 1,0-17 0,0-5 0,2-15-223,3-10 1,-1-8-1,7-10 1,0-3 71,-2-2 0,11 4 0,-3-2 1,1 4 242,1 5 1,-3 10-1,1 1 1,1 8 31,4 7 1,-9 12-1,4 10 1,-5 11 421,-2 10 0,3 12 0,-8 11 0,-1 5 196,-2 7 0,3-5 1,1 4-1,-3-3-403,-1-3 0,-2-7 0,0-5 0,0-6-321,0-3 0,2-15 0,3-2-1203,6-7 0,-3-19 0,-3-7 1372,-3-8 0,6-10 0,1-2 0</inkml:trace>
  <inkml:trace contextRef="#ctx0" brushRef="#br0" timeOffset="832">1231 1 7853,'11'7'1047,"-1"6"-731,-3 7 0,6 6 0,-2 7 0,4 4 130,1 7 0,1-4 1,-1 13-1,-1-1-188,-4-6 0,4-4 0,-6-11 0,0-1-180,-4-3 1,-3-12-569,-2 2 1,-9-6-1,-6 0 1,-7-6 141,-3-3 0,-3 3 0,-3 1 0,1-1 240,3 3 1,5-1 0,-4 6 0,2-2 57,4 2 1,9 3-1,5 5 1,5 3 546,1 1 1,7-5-1,4 2 1,6-5-440,5-6 0,0-4 0,7-7 0,2 0-297,-1 0 0,-1-9 1,4-5-1,0-9-661,0-2 0,-5-5 0,-2-6 900,-3-3 0,-1-7 0,-5 4 0</inkml:trace>
  <inkml:trace contextRef="#ctx0" brushRef="#br0" timeOffset="1049">1579 17 8140,'0'17'0,"0"1"602,0 4 1,5-2 0,2 6-1,3 2 140,3 3 1,1 0-1,3 11 1,-1 2-282,1 4 1,-1 7 0,1 13-1,-2 2-180,-4 0 0,-4-2 0,-7 11 0,-2 0-270,-3-6 1,-5-10 0,-8-10-1,-4-7-812,-6-7 1,-3-12 0,-2-7 0,-2-7-551,-3-7 1,1-4 1350,-7-2 0,0-8 0,-6-1 0</inkml:trace>
  <inkml:trace contextRef="#ctx0" brushRef="#br0" timeOffset="2931">2124 282 8672,'-16'-9'1253,"5"1"-742,0 8 1,7 2 0,0 4-1,8 6 142,7 9 1,4-1-1,1 6 1,3-1-525,3 1 0,3 2 1,8 3-1,1-2-507,-1-1 0,2-2 1,1 1-1,3-3-487,-2 0 1,-2-11 0,-2 3-1,-2-3-404,-4-4 1,-1-1 1268,-4-8 0,-3-15 0,4-3 0</inkml:trace>
  <inkml:trace contextRef="#ctx0" brushRef="#br0" timeOffset="3115">2587 265 7853,'-25'0'824,"1"2"1,7 4-1,-1 5-160,-4 3 1,3 3 0,-3 1 0,4 6-223,1 9 0,-5 4 0,0 11 0,2 5-361,2 4 1,9-2 0,1 4 0,3-2-248,-1-4 0,2-7 0,10-6 0,5-5-862,4-9 1,9-11 0,1-6 0,3-4-204,-1-6 0,1-14 1,5-13 1230,0-3 0,8-9 0,1-3 0</inkml:trace>
  <inkml:trace contextRef="#ctx0" brushRef="#br0" timeOffset="3348">2819 381 8227,'-11'13'0,"0"5"717,-2 6 1,-2-2 0,0 6 0,3 3-49,1 6 1,5-1 0,-3 7 0,2-3-381,3-3 0,9-8 1,6-5-1,4-5-64,2-10 0,5-6 0,2-4 1,-1-7-524,1-8 0,0-10 1,-4-11-1,2-3-385,-1-2 1,-10 5 0,-6-2 0,-3 4 344,-2 2 0,-5 2 0,-3 3 0,-3 6-180,-7 4 0,1 9 0,-7 3 0,2 4 44,0 2 0,0 0 1,6 0-1,-1 0 474,1 0 0,-1 8 0,1 1 0</inkml:trace>
  <inkml:trace contextRef="#ctx0" brushRef="#br0" timeOffset="3565">3149 216 7853,'10'7'915,"-5"4"0,-1 4-21,1 1 0,-3 3 0,4 3 0,-4 7-539,-2 8 1,5 1 0,1 8 0,-3 4-235,-1 1 1,-2 3 0,0 6 0,0-3-642,0 0 0,0-11 0,0 2 0,0-8-921,0-8 0,0-7 0,-2-10 542,-3-4 0,-4-17 0,-8-12 899,0-6 0,1-11 0,-1-7 0,1-8 0</inkml:trace>
  <inkml:trace contextRef="#ctx0" brushRef="#br0" timeOffset="3831">3133 447 7853,'16'-31'190,"1"3"0,0 3 1,-1 4-1,2-1 78,4 2 0,-1 2 1,4 3-1,1 4 276,0 6 0,0 3 0,1 2 1,-5 0-101,-3 0 1,-5 7-1,-1 4 1,-4 6-383,-1 5 0,-3-4 1,-7 6-1,-3-2-155,-6 0 0,-4 6 1,-3-6-1,-4-2-86,-6-2 0,2 1 1,-1-1-1,-3 0 105,-1-3 1,4-2 0,1 2 0,2-3 381,4-1 0,1 1 58,3 4 0,7 1 0,5-3 0,10-1-121,10-2 0,8 0 1,9 6-1,2-1-519,4 1 1,3-1 0,6 1-1,-3-1 314,0 1 0,-7-6 1,4-2-41,-1-2 0,-3 6 0,-5-3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25.5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0 183 9295,'2'16'396,"2"2"1,3 4-296,2 6 0,9 12 0,8 10 0,2 9-64,-1 5 1,3 2 0,5-1 0,1-3-26,1-1 0,-11-15 0,5-6 0,-3-12-96,-3-12 0,-10-10 0,2-3 0,-3-6 87,1-8 0,-4-11 0,-2-6 1,-1-3 151,-5-2 1,1-8-1,0-3 1,3-4-144,2-1 0,-5-3 0,3-1 0,-1-4-70,-1-2 1,8 4 0,-2-2-199,4 6 0,1-1 1,1 14-1,1 3 0,2 7-1229,2 12 1,2 7 1484,-2 9 0,-3 7 0,5 2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25.8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48 414 7759,'11'9'1120,"0"-3"-541,2-4 0,2-10 0,1-4 0,1-9-452,-1-6 1,1-10 0,-3-2-1,-1 1-221,-2-3 0,-7 5 1,2-5-1,-6 5 78,-6 4 1,-3 10 0,-8 2 0,1 7 74,-1 8 1,-5 3 0,0 6 0,2 7 45,2 11 1,1 14 0,2 8-1,2 8-81,2 9 0,8-5 0,-3 12 0,6-1-466,6-5 1,3-5 0,9-2 139,4-9 1,4 2 0,7-21 0,0-5 0,2-7-510,4-9 1,-3-6 810,9-6 0,-1-10 0,5-10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25.9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67 7759,'-19'-16'333,"-1"-1"0,-2 2 260,2 4 0,1 4 1,1 9-1,-2 3-60,-2 6 0,5 6 1,8 5-1,2 7-255,3 8 0,-3 5 0,1 6 0,4 0-392,6 1 1,5-1 0,8 11 0,-1-2-256,1-4 1,5-7 0,2-4 0,2-1-546,3-4 0,-3-8 0,-1-5 0,1-6-1110,0-9 2024,-6-5 0,4-11 0,-8-2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2:30.9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76 12917,'2'18'0,"2"4"208,1 6 1,6 7-1,-3 7 1,1 9-440,4 6 0,0 4 0,0 5-21,-2 0 1,-6-1-1,4-7 1,1-6-1,-3-8-1673,0-4 1,-1-14 1924,-6-9 0,-8-5 0,-1 5 0</inkml:trace>
  <inkml:trace contextRef="#ctx0" brushRef="#br0" timeOffset="149">0 489 10058,'2'-14'-219,"4"1"-295,5 2 1,9 0-1,4-6 1,1 1-334,5-1 1,3-1 846,6-4 0,-5-4 0,7-7 0</inkml:trace>
  <inkml:trace contextRef="#ctx0" brushRef="#br0" timeOffset="365">397 274 8152,'-5'30'0,"-3"5"614,-1 5 1,5 4 0,-1 2-1,3-4-211,2-3 0,0-10 0,2 4 0,3-11-11,6-9 0,4-5 1,4-8-1,1 0-555,2 0 0,5-10 1,-5-4-1,0-8 3,2-4 1,-7-3-1,-1-8 1,-6-2-19,-3 2 1,-5 3 0,1 2-1,-4 3 52,-5 1 0,-9 8 1,1 0-170,-7 7 1,-1 0-1,4 8 1,-2 1 0,-2 2-759,2 2 1,1 0 0,3 0 1052,-1 0 0,8 0 0,-6 8 0,6 1 0</inkml:trace>
  <inkml:trace contextRef="#ctx0" brushRef="#br0" timeOffset="615">695 192 7813,'2'16'1309,"1"3"-475,3 3 0,5-8 0,-6 6 0,-1 3-234,-2 0 1,3 1-1,1 6 1,-2 1-134,-3-2 1,-1 1 0,0 3-1,0 0-255,0 0 1,-1-2 0,-3-3 0,-3-4-341,-3-1 1,7-10-1,-5 2 139,1-6 0,3-7 1,-5-11-1,2-11-69,3-10 1,2-1 0,2-15-1,0-4 5,0-3 0,2-9 0,2 5 0,3 0-133,2 2 0,2 12 0,6-4 0,-1 4-988,1 7 0,1 8 0,2 8 0,3 5-2344,-3 4 3518,-2 8 0,6 3 0,2 9 0</inkml:trace>
  <inkml:trace contextRef="#ctx0" brushRef="#br0" timeOffset="732">1059 357 7813,'0'16'721,"0"-4"1,0-1 948,0 1 1,-6-2-2761,1 1 1090,-1-8 0,-1-10 0,-3-11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6.2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23 7813,'0'-9'777,"-1"2"-290,-1 2 1,1 3 0,-2 8 33,2 4 1,1 6 0,0 5-1,0 4-100,0 3 0,0 2 0,1 4 0,1 2-335,1 1 0,-1-1 0,-2 2 0,1 3-159,2 0 1,-2-8 0,1 0 0,-1-5-689,-1-5 0,0-4-978,0 0 1,3-10 0,0-7 1738,-1-8 0,-2-6 0,0-4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6.5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 56 7813,'-4'0'1071,"1"0"0,7 0 1,4-1-761,4-1 1,4-2 0,3-2 0,4 0-612,3 0 1,0 2-1,2-2 1,0 1-575,-2 0 1,-1 1 0,-2 2 0,-1-1-715,-3 2 1588,-6 3 0,-1 3 0,-4 3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6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 1 7813,'-8'5'510,"1"1"0,0-1-141,2-1 1,3 1-1,0-3 16,4 0 0,4 1 0,4-4 0,5-2-608,3-2 0,2 1 0,4-2 1,-2 1-362,0 0 0,-4 2 1,3 3 583,-1 0 0,-2 0 0,-1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6.8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57 7813,'-4'4'1222,"-3"-1"0,2 4-377,1-2 0,2-3-602,7 1 1,2-2 0,6-2-1,2-2-503,3-2 1,3 0 0,2 0-1,0-2-698,2 0 1,-2-1 0,6 0 957,-2 0 0,4-4 0,-3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7.0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223 0 8145,'-29'9'468,"2"2"0,1 0 1,1 3-1,0 2 79,2 1 0,7 2 0,0 5 1,4 1 307,2-1 1,4 1 0,1 0 0,3 1-680,2 0 0,5-5 1,6 4-1,2-4-737,2-4 0,5-5 0,2-2 0,2-4-387,3-3 0,-1-4 1,2-4-1,0-5-1821,-2-4 2769,3 0 0,-1-13 0,5 2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7.2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73 1 7813,'-8'8'251,"0"0"0,-1 0 561,-1 0 0,3 3 0,-1 4 0,2 2 0,1 3 32,-1 0 0,4 3 0,0 3 0,1 4-954,1 1 1,0-1 0,0-1-1,1-2-199,1-1 0,0-3 0,4-4 1,0-4-1279,1-5 0,-2-7 0,1 0 1587,0-2 0,-2-8 0,-1-2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7.6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73 8117,'0'-8'78,"1"0"1,2 0 0,2 2 689,2 1 0,5 2 0,2-2 1,2-1-103,2 2 1,3-2 0,3 2 0,0 0-722,1 1 1,-7 0 0,-3 3 0,-3 1 52,-2 2 0,-4-1 1,-4 3-1,-2 1-214,-2 1 1,-3 2 0,-4 1-1,-1 2 329,0 0 0,-4-2 1,3 1-1,2-1 149,3 1 1,0-2-1,3 4 1,1-1-155,1-2 1,5-1 0,1 2 0,3 2-130,0-1 1,3 3 0,2-2-1,-1 1 31,-1 3 0,-2-5 0,-2 6 0,-1 1 315,-4 1 1,-2-4-1,-6 2 1,-5 0-227,-3 2 0,-6-5 0,0 1 0,-3-4-506,-1-2 0,3-2 1,-4-3-1,2-2-924,3-2 0,2-5 0,3-2 1331,2-4 0,-6-2 0,2-4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8.2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29 7813,'-4'-4'455,"4"-3"1,-3 1 1570,2-1-1552,-3 2 1,4 6 0,-3 7 0,2 5-295,1 2 0,0 5 0,1 2 1,1 3-388,0 2 0,1 4 1,-3-2-1,0 0-2580,0 1 2787,0-8 0,4 5 0,0-6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8.3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9 7922,'-1'-5'-84,"-2"3"0,3 1 0,0 2 0,5 1 219,2 4 1,4 2-136,-1 2 0,8-1 0,-1 3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8.5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1 7813,'-12'8'0,"3"0"0,-4 1 0,1 1 0,-1 4 0,0 5 0,0 1 0,2 4 384,2 3 1,1-3 0,1 8-1,2 0 946,2 2 0,2-3 0,1 0-1466,0-2 0,3 0 1,0-3-1,2-3 0,0-5-4484,0-4 4620,-2-4 0,-3 5 0,0-2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8.6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49 7813,'-3'5'420,"1"-1"571,-4-1 0,6-2 0,3 2-524,7-3 0,6 0 0,5-3 1,4-3-646,3-1 0,2 2 1,4-1 177,1-3 0,7-3 0,-1-4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9.2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25 112 7813,'-4'1'1004,"4"1"0,6 1-393,4-1 1,2 1 0,5 0 0,2-1-377,3-1 1,1-2 0,2-2-1,0-2-50,-1-3 0,1-2 1,-8-1-301,-4 1 0,-2-3 0,-9 1 0,-1-1-271,-3 3 0,-6-1 0,-9 2 0,-3 3 422,-4 1 0,-1 3 0,-1 6 0,0 4 304,3 5 1,0 2 0,4 3 0,1 2-1,2 5 139,2 3 0,6-1 1,6 3-594,1 0 1,4-2-1,5 0 1,3-3-949,5-4 1,6 0 0,-1-10-1,3-2-174,0-3 1,-1-6-1,0-7 1236,-2-6 0,-3-4 0,2-7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9.5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 72 8541,'-7'1'957,"2"2"1,1 2-345,1 2 1,2 2 0,-2 2 0,2 3-342,1 4 0,-1 4 0,-1 4 0,0 2-158,0 0 0,0-4 0,0-1 0,0-2 292,0 0 0,-2-9-305,2-2 0,-1-10 0,3-4 0,1-8-57,1-6 1,3-7 0,3-2-1,0-4-298,0 1 0,1 2 1,1 0-199,1 3 0,0-3 0,-1 6 0,2 1 0,0 3-637,3 6 0,-3 2 0,2 3 0,-1 1 291,0 4 1,-1 2-1,-2 2 798,1 4 0,3 1 0,-1 1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9.7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104 16 7813,'0'11'194,"-1"-1"1,0 0 259,-2-1 0,-1 0 0,3 1 0,-3 2 13,0 1 1,1 1 0,-3 3-1,0 1-94,-1 0 1,-1 0 0,0 3 0,0-1-84,0 0 0,1-6 0,0 1 0,2-2-99,-1-3 0,2-6-292,1-4 0,3-8 0,3-7 1,2-5-284,3-3 1,2 2 0,2-5 14,1 0 1,-1 1 0,2 4-1,0 2 1,0 2-665,1 1 0,-1-1 1,-1 3-1,2 2 1033,0 4 0,-2 5 0,1-2 0,0 2 0,1 0 0,2 3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09.9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57 7813,'-4'17'0,"0"-3"0,-4 1 470,-1 2 0,1 4 0,0-1 0,1-1 0,1 2 513,1-1 0,3 1 0,-1 0 0,4-5-763,4-5 1,2-4 0,5-3 0,2-1-314,1-4 0,-3-3 0,5-7 0,0-4 131,0-2 1,-4-1-1,1-3 1,-3-1 79,-4-1 1,-4 4 0,0-3-1,-3 2 57,-3 1 0,-2 2 0,-3 4 0,-2-1-550,-1 3 1,-3 3-1,1-2 1,0 3-136,-1 1 0,3 5 0,-1-2-1491,0 2 0,5 2 2001,4 2 0,6 1 0,1 4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0.2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48 7813,'6'8'610,"-1"0"1,-2 0 0,1 0 0,0 0 0,-2 0 0,-1 1 294,-1 2 0,0 2 0,0 3 1,0 1-634,0 2 0,-1-1 1,-2 3-1,-2 2-97,-2 0 0,-2-1 0,1 1 1,0-1-330,0-2 0,1-3 0,1-5 0,0-4-10,0-4 0,3-5 1,0-4-1,2-7 71,1-5 1,1-7 0,2-6 0,3-1 166,4-1 1,1 0 0,4 2 0,-2 0-256,2 0 0,0 5 0,1 1 0,0 4-925,0 2 1,-1 4-1,-1 4 1,1 4-30,-1 4 1,-3 2 0,0 2 1134,-2 4 0,3 4 0,0 3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0.3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194 1 7813,'-8'7'0,"-1"-1"224,-2 0 0,2-1 0,-3 3 0,2 1 850,-1 2 0,-4 2 0,3 5 0,-2 4-452,1 4 1,2 1 0,-1 9 0,0-2-1057,2 1 0,1-2 0,2-6 0,2-1-2395,2-6 0,2-5 2829,1-5 0,0-1 0,0-1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0.9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73 7813,'-14'1'141,"1"2"1,2-2 0,-2 5 0,1 0 443,-1 1 0,3 2 0,-4 1 0,1 3-168,0 2 0,1 0 0,4 7 0,1 0-146,2 1 0,1 4 0,5-1-176,2-3 0,2 1 0,7-5 1,3-2-325,3-3 1,4-6 0,-2-7 0,2-6-1,1-6 11,-1-6 1,1-2 0,-1-4 0,-1-3 88,-2-2 1,-10-2 0,1-2 0,-2 0-3,-4 0 1,-1 5 0,-7 2 46,-4 5 1,-6-1 0,-7 9 0,0 0-284,-2 4 0,-1 3 1,5 5-1,2 1 1,3 2-578,3 2 0,3 3 944,3 0 0,-3 0 0,4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1.3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 61 7813,'0'8'254,"0"-3"0,0 1 1,-1 0 401,-2 1 0,2 2 1,-4 2-1,1 2-207,-1 3 0,3 1 0,-3 1 1,1 1-265,-1 2 1,1 1-1,-3 3 1,3 1-151,0-3 1,1-4-1,1-1-45,-1-4 1,1-7-1,4-8 1,2-6-283,0-6 0,4-7 1,3-5-1,0-6-137,1-2 1,-1 2 0,4-3 0,-2 2 158,1 3 1,-1 5-1,-1 0 367,0 1 0,1 7 0,-2 2 0,-1 5 336,-1 4 0,-4 9 0,-3 6-64,-1 5 0,-1 4 0,-1 4 0,-1 2 0,-3 2-233,1-1 0,-4 2 0,4-2 0,-1 0-903,-1 0 0,4-6 1,0-1-1,1-3-441,1-2 1,3-6 0,3-6 496,1-1 1,1-9 710,0-5 0,4-10 0,0-5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1.4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4 7572,'4'-4'863,"-1"5"1,-2 6-50,-1 6 1,-1 3-1,-1 3 1,-2 3-361,0 4 0,1 2 0,-1 2 1,-1 0-736,1 0 0,2-1 0,-2 0 0,2-2-1000,-1-1 1,0-3 0,3-3-1072,0-3 2352,0-3 0,0-13 0,0-2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1.6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25 10917,'8'0'116,"0"0"0,0 0 1,1 0-802,2 0 0,-1 0 0,2-1 1,1-1 684,-1-1 0,2-7 0,2 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1.7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170 1 8318,'-8'3'438,"0"3"0,-1 1 0,-1 2 457,-1 2 1,-2 4-1,1 6 1,-1 4 0,0 5-220,0 5 0,-1 2 1,3 8-1,1-1-802,2 1 0,2-5 0,2-2 0,0-3-2216,2-3 1,1-12 2341,1-1 0,4-11 0,0-1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2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178 194 7721,'0'-13'152,"-2"2"1,-2 3 0,0-1 268,-3-2 0,2 2 0,-2-2-33,-2 2 0,-1 4 1,1 0-1,-1 2 0,-2 1 72,0 1 1,1 5-1,-2 5 1,-1 7-265,2 4 1,-1 5 0,4 4-1,1 3-203,4 1 0,2 1 0,2-4 0,1-1 178,1-2 1,6-8-1,7 2-791,3-6 0,1-4 0,5-6 0,-2-6 1,1-7 11,0-8 1,-1-5-1,2-8 1,-2-5 464,0-4 0,-5-1 0,0-3 1,-4 2 361,-1 3 0,-5 12 140,-4 0 1,-3 17 0,0 2 0,-2 10 0,-2 6 2,0 7 1,1 3 0,-2 6-1,2 1-431,1-1 0,1-1 0,1-2 1,1-1-704,2-3 0,2-3 0,6-3 271,2-5 1,4-4 0,0-5 0,3-2 0,1-5 500,1-5 0,0-6 0,0-3 0,1-4 0,0-4 0,-3-1 0,-1-1 0,-2 2 0,-4 0 0,-4 5 0,-4 1 0,-2 5 115,-2 5 0,-8 3 0,-1 6 0,-1 2 702,-3 2 1,3 1 0,-2 0-1,1 2-254,0 3 0,2 3 1,-1 7-1,1 4-293,2 3 1,3 1 0,-2 7 0,1 1-213,3 3 0,0 3 0,1 2 0,0 0-129,0-1 0,2-7 1,2 0-1,1-2-2809,1-3 1,0-8 2879,-1-5 0,3-10 0,-4-4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3.0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0 282 8631,'0'-5'197,"0"-1"1,4 4 0,2 0 0,5 0-390,5-1 0,1 1 0,6-3 0,2-1-402,3-1 0,2 0 1,0 0-1,3-3 594,0-1 0,-5-1 0,2-3 0,-5-3 0,-4-2 0,-9-1 0,2-4 0,-5 2 0,-4 2 0,-1 4 0,-6 5 0,-3 2 388,-3 3 1,-5 4 0,0 0 0,0 3 453,-1 3 1,4 3 0,-3 4 0,2 5-341,1 3 0,1 0 0,1 6 0,0 3-208,-1 3 1,4-1 0,1 4 0,0-1-450,2-1 0,1-1 1,2 2-1,1 0-455,1-3 1,3-4-1,-2-5 1,2-3 257,-1-4 0,-2-4 352,2-4 0,-3-1 0,2-4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3.1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81 8110,'4'-8'89,"-2"3"0,3 0 305,1-2 1,1 3 0,1-1-1,1 1-747,2-1 1,-1 3 0,4-4 0,0 0 352,1-1 0,1-1 0,0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3.3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17 169 7813,'0'8'402,"3"-3"0,0 0 226,2-1 0,0-2 0,3-2 0,0-2-340,0-3 1,1-1 0,1-8 0,2 0-234,0-1 1,-2-2 0,1-1 0,-3-1-243,-3 1 1,-1 1 0,-4 2 0,-1 1 210,-2 4 0,-1 4 1,-5 3-1,-2 4 89,-2 5 0,0 4 0,0 8 0,-2 4-16,0 1 0,3 5 0,1 1 1,3 0-149,2 1 1,3-4 0,3 1-1,2-2-577,3-1 0,2-6 0,8-4 0,3-4-325,2-5 0,5-4 1,4-6 952,0-6 0,2-8 0,-2-10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3.5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176 1 7813,'-13'0'0,"2"0"502,-1 0 1,2 1 0,-3 2 0,-2 5 0,0 6 230,-1 4 1,0 3 0,1 5-1,1 2-74,3 1 0,3-3 1,3 1-1,3-2-734,4-1 1,3-6 0,6-3 0,2-3-663,3-5 1,3-3-1,3-5 1,1-1-125,1-4 0,1-5 0,-1-5 861,0-1 0,0-9 0,0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3.7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97 0 7813,'-8'0'421,"0"4"0,0 2 0,0 4 0,0 4 822,0 4 1,0 3 0,0 4-1,1 2-996,1 3 0,2-2 0,2 1 0,-1-1-1013,2-2 0,0-4 1,1-2-1,0-2-501,0-3 1267,-4-8 0,3 4 0,-2-7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3.8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0 138 7964,'0'-8'0,"0"0"301,0-1 1,0 4-1,0 0 78,0-2 1,1 0 0,2-1 0,3 0 454,4 0 1,2 3 0,5-1 0,2 0-1775,3-1 0,3-1 0,3 0 940,1 0 0,8 0 0,-4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4.3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106 57 7813,'-4'-5'969,"-1"0"-597,-3 2 1,-2 1-1,-1 5 1,0 2-1,0 3 62,1 3 0,-1 5 0,3 5 0,1 1-150,1 2 0,3-1 1,4 5-1,1-2-187,4-2 1,5-6-1,5-1 1,2-5-176,3-7 1,-2-4 0,2-4-1,1-6 109,-2-6 1,0-5 0,-5-4-366,-1-1 0,-3-1 0,-6-2 0,-3 0 0,-5 0 156,-5 2 0,-4 5 0,-5 3 0,-1 3 24,-4 5 1,1 4-1,1 4 9,0 1 1,2 1 0,4 1 0,2 1-1,2 4-1323,3 1 0,4-2 1468,1 1 0,8-1 0,3 3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4.6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1 7813,'0'5'0,"0"1"560,0 0 0,0-2 0,0 2 0,0 1 305,0 3 0,-1 0 0,-1 4 0,-3 2-437,1 2 0,-3 2 0,4-1 0,-1 1-520,1 1 1,-1-1 0,2-4 0,0-1-368,0-2 1,2-2 239,2-6 1,3-3-1,3-7 1,0-6 20,0-3 1,0-3 0,1-2 0,1-3 153,1-1 1,3 2-1,-1 0 1,0 0 61,1 1 0,-1 5 0,2-2 0,0 4 19,-2 3 0,-3 0 0,1 8 162,-2 3 1,-5 7-1,-1 6 1,-2 4 61,-1 3 1,-4 3-1,-1 0 1,-2 1-285,-2 2 1,4-2-1,1 0 1,-1-4-7006,1-5 7028,2-2 0,2-5 0,4-2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4.8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105 106 7813,'12'-1'304,"-1"-2"1,-1 2 0,0-2 0,1-1 106,-1-1 1,-2-2 0,0-1 0,-2 0 222,-1-1 0,-3 1 1,1 0-1,-2 0-263,-1 0 1,-4 1-1,-1 1 1,-3 1 17,-3 2 1,1 0 0,-3 3 0,-2 1-112,0 2 1,-1 2 0,1 6 0,0 3 43,2 4 1,0 0-1,0 3 1,2-2-299,2-1 1,4 0 0,0 0 0,2 1-1133,1-1 0,7-4 1,5-2-1,4-2-1153,6-3 0,1-5 2261,3 1 0,-2-9 0,6-3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5.0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65 0 7813,'-8'8'464,"0"0"1,0-1-1,-1-1 1,2-3 0,1 0-2507,1 0 2042,3 0 0,-5-11 0,2-1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6:15.6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227 178 7514,'-3'-8'49,"-1"0"0,0 1 0,-2 1 379,-1 0 0,-4 4 0,-1-3 0,0 2 12,-3 1 0,-1 2 0,-2 3 1,-1 5 369,1 5 1,1 4-1,2 4-459,2 6 1,-2 7 0,6 1 0,1 2-1,5 3-147,2 2 1,2-6 0,1 2-1,5-2-108,3-4 0,2-7 0,5-2 0,2-5-1050,3-6 1,0-6 0,0-4 0,1-4-427,2-7 0,-3-3 0,4-7 586,0-2 0,-1-6 0,-3-3 794,-3-1 0,-2-2 0,-1 1 0</inkml:trace>
  <inkml:trace contextRef="#ctx0" brushRef="#br0" timeOffset="515">380 251 7813,'0'-13'331,"0"2"0,0 0 1,-1 0-1,-2 2 885,-2 3 0,-1 6 1,0 7-1,1 6-773,1 5 0,2 6 1,2 2-1,0 2-342,0 4 0,0-4 0,0 4 0,0-1-379,0 1 0,0-3 1,0-1-1,1-3-925,1-4 0,-1-6 0,3-3 294,-1-4 0,-1-2 0,3-10 0,-2-4 497,-1-4 1,-1-4 0,-1-2 0,-1-2 411,-2-1 0,2 0 0,-4-3 0,1-1 50,-1 1 0,2 3 0,-1 0 1,0 0 399,3 1 1,0 4-1,1-1 1,1 1 305,1 1 0,4 4 0,4-1 0,1 1-252,2 1 0,1 6 0,4-3 1,1 1-295,-1 2 0,-4 2 0,-1-1 0,-2 2-44,-1 1 1,-4 1-1,-4 2 1,-1 2-97,-1 2 0,-1 2 0,-1-1 0,-4 0-146,-1 0 1,-1 3-1,0-1 1,0 1-48,0 1 1,2-3 0,2 2 0,0 0 7,2 0 1,2 3 0,0-1-1,3 0-60,3 1 0,2-1 0,1 3 0,3 0 112,1 0 0,0 1 0,2-1 1,-1 1 203,-3 2 1,-6-4-1,-2 3 1,-3 0-17,0-1 0,-4-6 0,-4-1 0,-5 0 165,-2-1 1,-5-4 0,0-2 0,-2-2-537,1-1 1,2-2 0,-2-2 0,2-5-594,1-3 1,4 1 0,4-2 34,4-1 1,3-2-1,3 0 1,0 1-1,4 0 804,4-1 0,7 1 0,6-5 0</inkml:trace>
  <inkml:trace contextRef="#ctx0" brushRef="#br0" timeOffset="768">799 194 8245,'-8'4'584,"0"0"1,-1 4 0,-1 1 167,-4 2 1,-1 3-1,-2 4 1,-1 5 35,-1 3 1,0 1-1,4 4 1,2 2-214,2 0 0,3-2 0,3-4 0,5-4-926,5-5 0,6-6 0,2-2 0,3-4-657,3-3 1,-1-3-1,3-4 1,2-3-59,0-3 0,1-5 0,0-1 1066,-3-1 0,2-6 0,-2 2 0</inkml:trace>
  <inkml:trace contextRef="#ctx0" brushRef="#br0" timeOffset="1781">1259 291 7813,'0'-13'132,"0"-1"0,0 4 510,0 0 0,0 5 1,0 6-267,0 6 0,0 5 0,0 5 1,0 2-224,0 2 0,3 0 1,1 0-1,-1 1-122,1-1 0,2-2 0,-1-3 1,0 0 53,0-3 1,1-1 0,2-5 0,1-2-575,1-2 0,-1-9 0,3-6 0,-1-6 168,0-6 0,-1-4 1,-2-3-1,0 1-1,1 3 0,-2 6 522,-2 2 1,-1 11 0,-3 8 0,0 10 23,2 7 0,0 3 0,-2 4 0,0-2 7,2 0 0,3-4 1,0-1-1,0-2 35,-1-4 0,3-6 1,-3-2-1,2 0 71,1 0 0,0-4 0,-1-5 0,0-4-166,-2-4 0,0-2 1,4-2-1,-1-2-111,0-4 0,-3 1 1,0-6-1,-1 2-1042,0 1 1,1 3 0,1 3 0,0 0-547,0 2 1,-2 5 1527,2 2 0,-4 2 0,1 1 0</inkml:trace>
  <inkml:trace contextRef="#ctx0" brushRef="#br0" timeOffset="1960">1679 186 7813,'0'14'-522,"0"-2"1,0 2 1251,0 1 0,0 0 0,-1 7 0,-1 0-143,-1 1 0,0-1 1,1-1-1,-1 1-796,2-1 0,0-3 0,1-4-531,0-3 1,0-8-1,1-6 1,1-7 739,4-7 0,1-4 0,1-3 0</inkml:trace>
  <inkml:trace contextRef="#ctx0" brushRef="#br0" timeOffset="2154">1711 98 8438,'-8'0'-628,"4"0"1,0 0-1,4 3 628,0 3 0,0 1 0,0 1 0</inkml:trace>
  <inkml:trace contextRef="#ctx0" brushRef="#br0" timeOffset="2331">1832 57 7813,'0'8'966,"-3"0"1,1 1-1,0 2-432,1 3 1,1 5 0,0 5-586,0 2 0,0 7 0,0 0 0,0 2 1,0 0-581,0-4 0,0 1 0,0-7 0,1-4-685,2-4 1,-2-10 1315,5-1 0,-1-12 0,3-3 0</inkml:trace>
  <inkml:trace contextRef="#ctx0" brushRef="#br0" timeOffset="2520">2042 1 7813,'0'8'274,"0"0"1,-3 1 0,0 1 0,-1 2-1,-1 3 1,2 6 90,-1 4 0,-1 8 1,2 7-1,1 3 0,-1 1 1,0 0-1,1-4 1,1-4-772,1-7 0,4-7 0,1-6 406,3-4 0,0-7 0,0-1 0</inkml:trace>
  <inkml:trace contextRef="#ctx0" brushRef="#br0" timeOffset="3048">2429 194 7765,'0'-8'0,"-1"0"-113,-2 0 0,-1-3 1,-5 1 112,-2 0 0,1 4 0,-3 1 0,-1 1 337,-2 3 1,0 7 0,1 5 0,1 4 486,0 4 0,3 2 0,0 5 0,1 2-565,3 1 1,4-5 0,0 1 0,3-2-400,3-3 1,2-3 0,6-4 0,3-5-141,1-5 1,4-2 0,0-3 0,-1-3-182,2-6 0,-5-7 0,3-4 0,0-4 306,-1-4 1,0-1 0,-2 0 0,-1 0 232,-3 2 0,-3 7 1,-3 3 29,-2 7 0,-2 8 0,-2 6 0,-1 7 38,-1 5 0,-2 4 1,2 5-1,1 1 148,2 0 1,0-4 0,0 3 0,0-2-992,3 0 0,2-3 0,4 0 0,1-4-1922,4-3 2619,1-6 0,1 3 0,0-4 0</inkml:trace>
  <inkml:trace contextRef="#ctx0" brushRef="#br0" timeOffset="3250">2848 49 7813,'-13'-3'0,"0"1"0,-1 0 268,2 1 1,-4 5 0,4 2-1,-2 4 410,1 3 1,0 6 0,0 3 0,1 5-328,1 6 1,5 0 0,1 4 0,3-2-349,2-1 1,0 0 0,1-5 0,2-3-48,2-4 1,2-7 0,2 1-4400,2-4 4443,-6-7 0,6-8 0,-6-6 0</inkml:trace>
  <inkml:trace contextRef="#ctx0" brushRef="#br0" timeOffset="3515">2655 331 7657,'0'-8'157,"0"3"1,1 1 0,2-1-1,5 2 1,2-1 120,3 2 0,5-1 1,5-1-1,4-1-130,2-1 0,0-1 0,3-1 0,2-1-1002,1-2 1,-8-1 0,1-4 0,-5 2 853,-5 1 0,-5-1 0,-6-1 0,-1 1-17,-4 0 1,-4 7-1,-5 0 1,-3 1 113,-3 2 0,0 2 1,0 0-1,-1 4 325,-2 4 0,3 2 1,0 2-1,1 4 331,-1 1 0,3 5 0,0 1 0,1 4-538,1 1 1,2-2 0,2 2-1,0 1-482,2 0 0,1 0 0,1 0 0,1-3-74,2-3 1,2-6 0,2 1 340,-2-4 0,6-3 0,-2-1 0</inkml:trace>
  <inkml:trace contextRef="#ctx0" brushRef="#br0" timeOffset="3729">2857 380 7813,'-4'-8'0,"3"2"469,-2 1 0,2 2 0,1-2 1,1 0-240,2 0 0,2 1 1,4 2-1,1-2-628,4 0 1,1 1-1,0-1 1,0-1 397,2 1 0,-3 2 0,6-2 0</inkml:trace>
  <inkml:trace contextRef="#ctx0" brushRef="#br0" timeOffset="3951">3082 340 7813,'8'0'262,"1"0"1,-1 0 0,0 0-1,0-1 1,0-2-93,0-2 1,1-5 0,1-3-1,0-1 1,0-3 0,-1 0-1,-2 0-118,-1 1 1,-3 3 0,-3 2 0,0 2 168,-3 1 0,-4 4 0,-5 1 0,-1 3 29,-1 3 1,2 5-1,-1 5 1,0 3-110,1 0 0,1 3 0,0 2 0,1 1-41,3-1 0,3-2 1,-1 1-1,3 1-517,3 0 1,3-6-1,7-1 1,3-3-1278,4-4 0,4-4 0,4-2 1694,1-6 0,7-4 0,-1-7 0</inkml:trace>
  <inkml:trace contextRef="#ctx0" brushRef="#br0" timeOffset="4174">3389 219 9405,'-12'0'0,"-1"0"0,-2 0 0,-2 0 0,-1 4 0,-1 4 933,1 5 0,1 3 1,2 3-1,0 3-585,2 4 0,4 0 0,1 2-254,4-3 0,4 0 0,3-7 1,3-3-1,5-3-1247,5-3 1,2-5 0,5-2 0,2-4-319,1-3 1,1-6 1470,0-2 0,0-6 0,-3-2 0</inkml:trace>
  <inkml:trace contextRef="#ctx0" brushRef="#br0" timeOffset="4279">3566 194 8071,'-5'0'858,"0"0"1,-2 1-149,0 2 0,2 4 0,-1 5-414,0 0 0,-1 5 0,-1 5 1,1 1-1,1 1-361,0 1 0,4-2 0,0-1 0,1-1-1318,1-1 1,-1-2 0,-1-5 1382,-1-2 0,-3-2 0,2-1 0</inkml:trace>
  <inkml:trace contextRef="#ctx0" brushRef="#br0" timeOffset="4565">3421 404 11947,'8'-3'35,"0"1"0,5-4 0,3 3 0,5-2 0,3-2 400,3-3-435,-2 1 0,10-6 0,-2 2 0</inkml:trace>
  <inkml:trace contextRef="#ctx0" brushRef="#br0" timeOffset="4930">4002 356 9065,'8'-5'290,"0"3"0,4-2 0,1 0 1,3-1-39,3-4 0,-1-1 0,3-5 0,-1-3-272,-3-2 1,-4 1-1,-5-4 1,-4 0-101,-3 0 1,-3 7 0,-4 2-1,-5 3 208,-6 4 1,-4 4-1,-2 2 1,0 6 119,2 6 0,2 7 0,-2 4 0,2 4 123,1 4 0,4-1 1,4 2-1,4 0-357,3-1 1,3-3-1,0-1 1,4-2-592,4-3 0,5-6 0,5-2 0,1-3-317,2-2 1,-2-5-1,2-3 1,2-5 933,0-5 0,1-6 0,0-5 0</inkml:trace>
  <inkml:trace contextRef="#ctx0" brushRef="#br0" timeOffset="5160">4276 210 6709,'0'7'420,"0"0"1,-1 4 60,-1 3 1,-2 2-1,-2 7 1,1 4-239,-2 4 1,3-3-1,-1 3 1,2-2-149,1-3 0,1-8 0,2-2 0,2-4-26,2-2 1,2-4 0,1-5 0,1-3-50,2-6 1,-1-5-1,2-5 1,2-3-44,1-2 1,-3 1-1,4-6 1,-1 1-380,0 0 0,-1 0 1,-2 4-1,1 1-215,-1 0 1,-2 4 0,1 0 0,-2 4 616,-1 3 0,-4 2 0,4 5 0,-4 0 0</inkml:trace>
  <inkml:trace contextRef="#ctx0" brushRef="#br0" timeOffset="5380">4518 315 7584,'6'8'0,"-1"-2"419,1-1 1,2-4-1,0-1 1,0-4-128,0-4 0,0-3 1,-1-3-1,-1-2-60,0-3 1,-5 1-1,2-2 0,-2-1-77,-1 1 0,-1 3 1,-2 0-1,-2 6 154,-2 2 0,-5 4 1,0 4-1,-2 6-86,1 6 1,2 7 0,-2 3-1,2 3-102,1 3 0,1 1 0,2 2 0,1-1-641,0-1 0,4-1 0,1-4 0,2-1-505,5-4 0,2-4 1,3-4-1,2-4 1025,2-3 0,1-6 0,1-1 0</inkml:trace>
  <inkml:trace contextRef="#ctx0" brushRef="#br0" timeOffset="5646">4647 299 7813,'-2'7'0,"-1"0"0,1 3 534,1 1 0,-1 3 1,-1 3-1,1 1-207,1 4 0,-1 0 0,-2 0 0,0 1-156,1 0 1,-3-2 0,1 0-1,0-4-332,-1-3 1,5-7 0,-3 0 215,0-2 1,3-9 0,-1-5 0,2-3 54,2-5 0,3-3 0,3-4-45,0 0 1,0-1 0,1 1-1,1 0 1,2 0-160,0 0 0,-1 2 0,1 2 1,1-1-581,0 0 1,-3 3 0,3 0 0,-1 4-276,1 3 1,-3 3-1,1 3 949,-2 2 0,-1 6 0,0 1 0</inkml:trace>
  <inkml:trace contextRef="#ctx0" brushRef="#br0" timeOffset="5830">4776 372 7975,'0'12'363,"0"-1"1,0-2 0,0-1-36,0 0 0,3-2 1,1-2-1,1 0-221,4-3 0,-1 0 0,4-1 0,-1 0-732,-1 0 1,5-3 0,-3-3 0,1-1-329,-2-1 0,-2-3 953,2 1 0,2-5 0,3 3 0</inkml:trace>
  <inkml:trace contextRef="#ctx0" brushRef="#br0" timeOffset="6056">4986 251 7813,'-8'8'532,"0"1"0,0 1 38,0 0 1,0 8-1,-1-1 1,-1 2-1,-2 5 189,0 2 0,2-2 0,-1 4-583,2 0 1,-1 6 0,0-3-1,2-2 1,2 2-390,3 0 0,0-6 1,3 3-1,0-5-972,0-6 0,4-7 1,1-9-552,2-5 0,5-6 1736,1-9 0,2-5 0,2-5 0</inkml:trace>
  <inkml:trace contextRef="#ctx0" brushRef="#br0" timeOffset="6161">5075 251 9498,'-5'8'508,"-1"0"0,4 1 0,-3 1 0,1 2 74,-1 4 1,2 2-1,-1 8 1,-1 2-402,1 1 0,2-1 0,-1 1-803,-1-1 0,3 3 1,-2-6-1,2-2 0,1-3-3840,0-3 4462,-3-10 0,-2 0 0,-3-7 0</inkml:trace>
  <inkml:trace contextRef="#ctx0" brushRef="#br0" timeOffset="6512">4962 509 7813,'0'-8'269,"1"3"1,1-1 21,0 0 0,4-1 0,-3-1 0,2 0-88,1-1 1,2 1-1,2 0 1,2-1-647,0-1 1,1 1 0,1-2-1,-1 1 443,-2-1 0,4-1 0,-3-4 0</inkml:trace>
  <inkml:trace contextRef="#ctx0" brushRef="#br0" timeOffset="6734">5164 243 8663,'0'8'608,"0"0"0,0 0 0,0 1-70,0 2 1,0 1 0,-1 4 0,-1 1-211,-1 2 1,0 3 0,1 4-198,-1 1 1,-2-1 0,2 0 0,1-2 0,1-1-142,-2-2 1,2-6-1,-2 1-268,2-4 1,1-8 0,1-5-88,2-6 0,1-5 0,4-6 0,-1-2 6,1-1 0,-2 0 0,5-3 1,-2 0 174,-1 3 0,0 1 0,0 5 0,-1 1 368,-1 4 1,0 3 0,-3 3 322,2 0 1,-3 8 0,0 5 0,-1 3-448,-1 2 0,-1 2 0,0 2 0,-3 1-780,0-1 0,1 1 1,-2-1-1,2-2-1571,1-1 2291,1-5 0,-2 1 0,-2-3 0</inkml:trace>
  <inkml:trace contextRef="#ctx0" brushRef="#br0" timeOffset="6860">5333 412 7813,'-4'8'375,"-4"0"1,3 0 0,-2 1 40,-1 2 0,1-1 0,0 2 1,2 1-653,-1 0 0,2-4 0,1 2 0,3-2-1412,0-1 1,0-4 1647,3-4 0,2-7 0,3-6 0</inkml:trace>
  <inkml:trace contextRef="#ctx0" brushRef="#br0" timeOffset="7332">5333 348 7813,'-1'-8'530,"-1"-1"0,0 2 0,-3 1-8,2 1-1783,0 3 0,4-1 1261,2 6 0,1 1 0,4 4 0</inkml:trace>
  <inkml:trace contextRef="#ctx0" brushRef="#br0" timeOffset="7526">5414 299 7813,'0'6'580,"0"-1"-36,0 1 1,0 1 0,0 1 0,0 1-9,0-1 0,0 2 0,0 2 0,0 1-296,0 1 0,0 2 1,0 2-1,-1 1-61,-2-1 1,2-1 0,-1-1 0,1-1-179,1-1 0,-3-3-201,0-3 0,1-4 1,2-4-1,1-5-85,1-5 1,0-3-1,3-3 1,2-1 135,0-2 1,1 2-1,0-2 1,0 2 174,0 1 1,0 3-1,0 0 1,0 2 333,0 4 1,-2 3 0,-1 4-17,1 0 0,-2 7 1,-1 4-1,-2 4-483,-1 4 0,0 1 0,0 4 1,0-2-712,0 0 0,-3-5 0,0 1-109,1-3 1,6-5 0,3-4-1,4-5 959,1-6 0,2-7 0,2-9 0</inkml:trace>
  <inkml:trace contextRef="#ctx0" brushRef="#br0" timeOffset="7741">5640 348 7813,'-1'-6'513,"-2"2"66,-2 0 0,0 1 1,0 3-1,-1 0 180,-2 0 0,0 1 0,1 2 0,1 2-359,0 3 1,4 0-1,-3 0-799,2 0 0,1-1 1,5-1-359,2 0 1,2-5 0,1 2 0,1-3 233,2-3 1,-2 2-1,2-4 1,-2 2 499,-1 1 0,0 1 0,-1 2 0,-1 1 656,0 4 0,-4 5 0,3 3 0,-2 5 147,-1 5 1,-2 2 0,-3 5-1,-2 3-296,-2 2 0,-2-3 0,-2 1 0,-2 0-362,-2-1 0,0-4 0,0-4 0,-3-4-523,-2-5 0,1-5 1,-2-1-1,-1-4-1219,-2-3 1,2-6 1619,-2-2 0,-2-6 0,-7-2 0</inkml:trace>
  <inkml:trace contextRef="#ctx0" brushRef="#br0" timeOffset="8213">533 937 7813,'0'-9'0,"-1"4"0,-1 0 0,-4-1 330,-1 2 1,-2-2-1,-1 3 1,-1 1 210,-2 1 0,1 5 0,-3 3 1,-2 5-259,0 4 1,4 6-1,2 1 1,2 5-63,1 4 0,3-2 0,3 4 0,1-3-356,1-5 0,4-3 1,4-3-1,5-4-276,2-6 1,2-5 0,1-7 0,3-4 49,2-8 1,-3-8 0,3-8 0,-1-2 6,-2-3 0,-1 1 1,1-3-1,-2 2 97,-3 4 0,-8 9 660,-2 6 1,-4 13-1,-2 6 1,-3 9-75,0 9 0,-1-2 1,-1 7-1,1 1-367,2 1 0,0-5 0,3 0 0,1-4 138,2-4 1,2-4 0,6-1-1,3-4-1009,4-4 1,0-8 0,3-5-1,2-5 909,0-5 0,1-1 0,4-13 0,1 2 0</inkml:trace>
  <inkml:trace contextRef="#ctx0" brushRef="#br0" timeOffset="8457">945 832 7813,'0'-16'67,"0"0"0,-1 2 0,-2 1 0,-2 2 614,-2 1 0,1 4 0,1 4 0,-1 1-9,-2 1 1,0 7-1,0 5 1,0 5-291,0 4 0,4 7 0,1 3 1,1 3-163,-1 2 1,3-2 0,-3 5 0,2-1-1027,1-2 0,0-4 1,1-1-1,1-3-892,0-5 0,4-3 182,-4-7 0,0-5 1516,-4-5 0,-3-9 0,-3-3 0</inkml:trace>
  <inkml:trace contextRef="#ctx0" brushRef="#br0" timeOffset="8559">783 1090 7813,'0'-8'98,"-1"1"268,-1 1 0,1-1 0,-1 2 9,4-3 0,2 3 1,5 0-1,2-2 30,3 0 1,2 2 0,2-1 0,4 0-1,1-1 1,2-1-1276,2 0 1,-2 0 0,3 0 0,-1-1 0,-1-1 869,-3-1 0,2-7 0,-5 1 0</inkml:trace>
  <inkml:trace contextRef="#ctx0" brushRef="#br0" timeOffset="9003">1171 791 8522,'-8'0'578,"2"0"0,1 1-77,-2 2 0,3 2 1,0 6-1,0 2-71,2 3 1,0 4 0,1 5-1,-2 4-213,1 5 1,1 0 0,1 3-1,0-1-280,0-2 0,1-1 1,1-2-1,1-5-314,-2-4 1,0-5-642,-1-4 0,0-5 0,-1-8 0,-1-5 478,-4-2 0,-1-5 0,0 0 0,1-2 395,0 1 1,1 3 0,-2-1-1,1 2 141,4 1 1,-2 0 0,1 0 0,2 0 101,0 0 0,1 3 0,1-1 0,1 0 166,4-1 0,1 0 0,1 0 0,1 2 451,2-1 0,-2-2 0,5 0 0,0 0-318,2 0 0,0 0 0,0 0 0,0 0-280,0 0 1,0 0 0,-1 0 0,0-1 38,-2-2 0,-6 4 1,1-3-1,-4 0-330,-2 1 1,-2 0 0,-3 2 0,-2 2-130,-2 2 0,-4 2 0,-1 1 0,0 1 581,-3 2 0,3 4 0,0 5 0,1 1 93,1 4 1,4 0-1,-3 4 1,4 0-53,1 3 1,2-5 0,2 5-1,0 0-1086,0-1 0,6-5 0,2-3 0,2-3-486,1-5 0,2-2 1,3-6-1,0-3 541,0-4 0,0-5 712,-3-5 0,2-3 0,-2-3 0</inkml:trace>
  <inkml:trace contextRef="#ctx0" brushRef="#br0" timeOffset="9545">1372 969 8722,'0'8'1578,"0"0"-1204,0 0 0,-1 1 0,0 2 0,-2 2 0,0 3-7,0 3 0,-1 2 1,-2 3-1,0 0-353,0 0 1,-1 1 0,0-3 0,0-2 178,2-4 0,1-5-65,-2-1 0,3-8 1,3-6-1,0-4-108,0-6 0,3-3 0,3-3 0,1-3-136,1-2 0,1 1 0,1-4 0,1 1-814,2 1 0,-2 5 0,2-3 0,1 1 26,2 0 0,-3 2 0,0 3 1,-1 3 903,1 1 0,-1 5 0,2-1 0,-4 3 0,-1 5 0,-3 1 0,-2 2 0,0 1 8,-2 4 0,-1 4 0,-1 1 1,-1 2 337,-2 1 1,1 1 0,-2 2 0,-1-1 423,1 0 1,1 1 0,-1 2 0,0 2-340,2 3 1,-1-3-1,0 0 1,1-2-410,1-1 1,1-1-1,1-2 1,2-5-239,2-4 1,3-5 0,2-5 0,2-5-100,0-6 0,-2-8 1,1-6-1,-2-2-63,-1-1 0,0 4 1,0-2-1,-1 4 52,-1 5 0,-2 7 0,-2 3 561,1 2 1,-1 9 0,-2 6 0,0 6-99,0 6 1,0 3 0,0 3 0,0 1 273,0 2 0,4-4 1,0 2-1,2 0-58,-1-3 0,-2-4 0,2-2 1,1-4-175,2-3 1,-3-5 0,0-2 0,1-5-193,-2-5 1,3-4 0,-4-5 0,2-1-128,1-4 1,-2-1 0,1-1 0,-1-1-402,1 1 0,0 4 0,3 1 1,0 1-483,0-1 1,1 5-1,2-2 1,2 3 1022,-1 0 0,3 4 0,-2-3 0</inkml:trace>
  <inkml:trace contextRef="#ctx0" brushRef="#br0" timeOffset="9834">1872 880 8215,'-9'16'397,"-1"0"1,1 0 0,-2-2-1,1-1 541,-1 2 0,5 0 1,-1 0-1,2-1-421,0 0 0,3-4 0,0 0 0,4-4-589,4-3 0,2-2 0,2-1 0,1-1-370,2-2 1,-2-5 0,2-6 0,0-2-67,0-3 0,-1 2 0,-3-1 0,0 1 163,-1 0 1,-2 2 0,1 2-1,-2 2 762,-2 2 0,-1 1-191,1 0 0,-3 4 1,2 5-1,-3 6-198,-1 6 1,-1 5 0,3 2-1,0-1-624,0 1 1,0 2-1,0-4 1,1 0-264,2-1 1,-2-4 0,5-3 858,0-4 0,1-6 0,1-4 0</inkml:trace>
  <inkml:trace contextRef="#ctx0" brushRef="#br0" timeOffset="10118">2082 896 9486,'-1'9'0,"-1"1"0,0 2 0,-1-1 0,0 2 604,1-1 1,-1 2 0,2 2 0,-1 1-187,0 2 1,-1-1 0,3 2 0,0 1-165,0 0 1,-3-3 0,1 2 0,0-3 346,1-4-436,1-3 1,0-10-1,0-6 1,1-6-643,1-6 1,3 0 0,3-4-1,0 0-485,0-1 1,0-2 0,0 1 0,0 0 98,0 0 1,0 2-1,1 2 1,-1-2 862,3-1 0,-2 4 0,6-11 0,-2 4 0</inkml:trace>
  <inkml:trace contextRef="#ctx0" brushRef="#br0" timeOffset="10392">2252 751 7813,'0'8'994,"0"1"-366,0 2 1,0 0-1,0 4 1,0 3 38,0 1 0,0 0 1,0 3-1,2 0-429,1 1 1,2-2 0,-2-2 0,0-3-947,0-3 577,-2-1 0,3-7 0,-5 0 0,-2-1 0,-3-3-204,-4 0 1,-3-1 0,-2 0 0,1 0 388,0 0 0,4 0 0,-3 1 0,1 1 251,-1 1 0,6 3 0,-1-1-448,1 2 1,4 1 0,3-2-440,4-1 0,7-4 1,3-1-1,1-4-740,1-3 1,1-6-1,1-2 1322,1-3 0,7-5 0,-1 3 0</inkml:trace>
  <inkml:trace contextRef="#ctx0" brushRef="#br0" timeOffset="10578">2437 783 8035,'-5'0'808,"0"1"1,2 2 219,1 2 0,-2 2 0,2 2 0,0 2-480,1 3 1,1 2 0,1 2 0,1 1-245,0 2 1,1 0 0,-3 4 0,0-1-333,0 0 0,0-2 1,-1 0-564,-2-2 0,-1 3 1,-4-7-1,0 0 1,0-1-2710,0-5 1,0-3 3299,-1-2 0,1 0 0,0 3 0</inkml:trace>
  <inkml:trace contextRef="#ctx0" brushRef="#br0" timeOffset="10995">2477 1058 9617,'0'8'1989,"0"-3"-2281,0 0 292,0-3 0,0 2 0,0-4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7:21.6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82 0 7290,'-5'1'1003,"2"2"0,1 5-774,-1 3 1,2 8 0,-4 6 0,1 4-130,-2 2 1,1 4 0,-1-2-1,0 1 46,0-4 0,-2-4 0,3-3 0,0-2-685,2-4 344,-2-8 1,3-3-1,0-11 1,4-6-40,5-2 0,2-3 0,2-2 195,2-1 1,6 5-1,0 1 1,1 3-1,0 2 28,2 1 0,-2 3 0,1 4 0,-1 1 128,-2 2 1,-2 7-1,-3 5 1,-2 3 346,-6 0 1,-3 2-1,-2 1 1,-2 0 51,-4 0 1,-2-1 0,-7-3-1,-2-1-262,0-4 1,0-3 0,1-2-1,-2-4-311,2-2 1,-1-1-1,-1-1 1,0-2-726,3-4 0,1 1 1,5-3-1,1-3-1037,1-2 0,3-4 1819,4-1 0,8 0 0,3-3 0</inkml:trace>
  <inkml:trace contextRef="#ctx0" brushRef="#br0" timeOffset="255">342 37 7898,'5'0'1141,"3"1"1,-5 4-648,-1 4 0,-1 2 0,-1 7 0,-1 2-397,-2 3 1,1 3-1,-4 3 1,-1 1-487,2 0 1,1-6 0,4 2 0,0-2-310,0-3 0,0-5 1,1-2-1,2-3-290,3-3 1,4-5 987,2-3 0,-2-5 0,4-4 0</inkml:trace>
  <inkml:trace contextRef="#ctx0" brushRef="#br0" timeOffset="515">528 195 7957,'-4'-5'613,"2"1"1,-4 5-329,-1 2 0,-2 3 0,1 7 0,1 2 1,1 3-1,-1 2 0,2 0 0,2 3 7,2 1 0,2-6 0,1 2 0,3-3-413,4-3 1,-2-7-1,6-4 1,0-2 13,-1-1 1,4-8 0,-4-3 0,-2-5 51,-2-2 0,-1 0 0,-4-6 0,-1 0 147,-1 1 1,-1 2 0,-1-1 0,-2 3-4,-3 0 0,-2 1 1,1 1-1,1 3-408,-1 1 1,0 8 0,-1-3-254,2 3 0,4 3 0,0 4-574,4 1 0,3 4 0,5-1 1146,-1 2 0,4 6 0,2 0 0</inkml:trace>
  <inkml:trace contextRef="#ctx0" brushRef="#br0" timeOffset="785">751 140 7813,'-1'-7'-1473,"-2"2"1588,-3 1 0,-2 1 0,-2 3 0,0 1 732,-2 2 0,1 3 1,-1 7-1,1 2 1,0 3-1,1 0-376,2 1 1,1 3 0,-2-1-1,3 1 1,3-1 0,2-1-849,1 1 0,4-6 1,3 1-1,4-4-193,1-3 0,5-6 0,-2 0 0,3-2-240,0-1 1,1-5 0,-1-3 0,1-5-954,0-1 1763,-5-2 0,4-7 0,-4 0 0</inkml:trace>
  <inkml:trace contextRef="#ctx0" brushRef="#br0" timeOffset="889">900 102 7813,'0'-13'324,"0"3"450,0-3 0,0 8 0,-1 5-170,-2 5 0,1 8 0,-3 2 1,0 4 1,-1 3 1,0 1 0,-3 5 0,0 1-660,-1 2 0,4-4 0,0 3 0,0 0-223,1-1 0,-3-1 0,5-4 0,1-2 42,1-2 0,2-9 0,2-3 0,5-2-2185,3-4 0,-1-5 2419,3-4 0,1-5 0,1-3 0</inkml:trace>
  <inkml:trace contextRef="#ctx0" brushRef="#br0" timeOffset="1302">1067 195 7163,'0'-12'320,"0"0"0,-1 3 0,-2 6 1,-3 2 600,-2 1 0,-2 1 1,-2 2-1,-1 4-308,-2 1 0,3 2 0,-3 3 0,1 2-250,-1 3 0,4 0 1,-1 1-1,1-1-84,2 1 1,3-3 0,1-1-1,1 2-473,2 0 0,1-1 0,2-3 0,3-2-680,5-2 0,1-3 0,6 0 0,1-3-249,4-2 0,0-6 1,3-4-1,2-6 27,1-2 1096,-3-2 0,7-4 0,-2 0 0</inkml:trace>
  <inkml:trace contextRef="#ctx0" brushRef="#br0" timeOffset="1524">1216 149 7813,'-10'0'0,"-3"0"0,3 3 0,-2 1 0,1 1 952,2 3 0,4 0 0,2 2 0,2 3-457,1 2 1,1 1 0,2 1 0,3 4-254,2 2 0,5-3 0,-2 3-13,-3 0 0,1-1 1,-6 4-1,-1-2 1,-2 0 73,-3-1 1,-3-1-1,-6 1 1,-1-2-194,-2-4 1,0-5 0,-4 1 0,2-4-739,1-3 0,2-2 1,2-5-1,0-3-636,1-5 0,4-4 1,4-7-1,2-3 1264,1-5 0,4-4 0,2-5 0</inkml:trace>
  <inkml:trace contextRef="#ctx0" brushRef="#br0" timeOffset="1729">1328 112 7813,'9'0'536,"-3"1"1,0 2 0,2 4 590,0 5 1,-2 0-1,0 5 1,1 5-561,-2 4 0,-1 1 1,-4 6-1,0 1-399,0 2 1,-4-3 0,-4 4-1,-2 0-79,-2-2 0,-5-10 1,2 6-1,-2-4-1620,2-3 1,-2-4 0,4-6 0,-1 1 1530,1-1 0,-4 2 0,3 2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7:18.5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122 187 6709,'5'-4'0,"2"1"0,-3-2 0,0 0 0,1 0 0,1 2 0,-2-3 0,1-2 0,-2 3 0,2-1 0,0-1 0,1-1 0,-3 1 0,2 1-48,-1-1 1,0-1 0,-2-2 0,1 1-1,-1 0 436,-1 0 1,-1-1 0,0 1 0,0 0 285,0-1 0,-1 4 1,-2 1-268,-3 1 1,-2 1 0,-2 3 0,-2 1 0,-1 3-30,-2 5 0,3 5 0,-4 4 0,0 2-83,-2 2 0,3 2 1,1 6-1,2 3-414,1 3 1,5 1 0,-2 4-1,3-1-523,3-1 1,1-5-1,2 2 1,3-4-480,5-5 1,2-8 0,4-7 666,2-5 1,3-3-1,2-5 454,-1-2 0,-2-6 0,0-6 0</inkml:trace>
  <inkml:trace contextRef="#ctx0" brushRef="#br0" timeOffset="433">475 149 7813,'-9'4'0,"-1"-1"0,0 1 0,-1-2 0,-2 3 236,2 3 1,-2 1 0,0 6 0,1 3 322,-2 2 0,4 5 0,-1 6 0,2 3-217,3 2 1,4-1 0,0 0 0,4-1-287,4-2 1,8-12 0,3 0 0,5-8-153,2-7 0,1-4 1,2-5-1,2-5-659,2-5 0,-5-6 1,0-3-1,-4-4 345,-5-2 0,-4-2 0,-2-4 0,-4 2 369,-4 2 0,-6 9 0,-3-3 249,-2 4 0,-6 4 0,-2 1 0,-4 4 0,-1 2-116,0 4 1,1-1 0,3 4-1,0 1-782,2 1 0,6 1 1,0 1 253,1 2 0,4-1 436,1 4 0,10 0 0,3 4 0</inkml:trace>
  <inkml:trace contextRef="#ctx0" brushRef="#br0" timeOffset="782">661 187 6338,'0'9'593,"0"-3"0,0 0 0,0 2-200,0 0 0,0 3 0,0 4 0,0 4 208,0 4 0,-3 2 0,0 3 0,1 1-447,1 2 0,-2-3 0,-1-1 0,2-4-590,1-3 26,1-6 0,0-7 0,1-10 0,3-9 66,2-8 0,2-8 0,2-6 0,2-2 17,0-1 0,1 3 1,-1 1-1,0 1 353,0 2 1,-2 5 0,-1 4 407,1 5 1,-4 7 0,-1 8 114,-1 6 1,-1 6-1,-3 10-393,0 0 0,0 8 0,0 0 0,0 2 0,0 2-552,0 0 0,0-4 0,0 0 0,0-4-643,0-2 1,0-6-1,1-5 1039,2-5 0,1-5 0,3-8 0,1-5 0,-3-7 0</inkml:trace>
  <inkml:trace contextRef="#ctx0" brushRef="#br0" timeOffset="981">986 57 6419,'0'7'1327,"-1"1"0,-1 4-734,-1 5 1,0 0-1,3 9 1,0 3-381,0 4 0,0 3 0,0 2 1,0-1-830,0 0 1,0-1-1,0-3 1,0-5-351,0-5 0,1-9 1,2-4 965,3-6 0,2-4 0,-2-3 0,2-7 0,-3-4 0</inkml:trace>
  <inkml:trace contextRef="#ctx0" brushRef="#br0" timeOffset="1184">1051 363 7293,'6'-4'-1169,"-1"3"1160,-2-2 0,-1 2 1,4 0-1,1-1 308,2-1 0,-3 0 1,0 3-1,2 0-385,4 0 0,-2 0 0,2 0 0,0-1-158,0-2 0,-1 2 1,4-4-1,-2 1 244,-1-2 0,-2-2 0,-1-1 0</inkml:trace>
  <inkml:trace contextRef="#ctx0" brushRef="#br0" timeOffset="1273">1275 196 6651,'-7'3'696,"1"0"0,1 4 1,-2 1-1,1 4 124,-2 7 0,0 4 0,0 9 0,1 7-452,0 6 1,1 3 0,-2 3 0,1 0-147,0-3 1,5-7 0,-1-6 0,2-5-904,1-6 1,1-8 0,2-5 680,4-3 0,5-8 0,2-6 0</inkml:trace>
  <inkml:trace contextRef="#ctx0" brushRef="#br0" timeOffset="1682">1702 94 7813,'-5'7'1315,"2"1"-769,2 3 1,1 9-1,0 5 1,0 8-1,0 7-240,0 7 0,3 0 1,0 5-1,-1 0-463,-1-1 1,-1-9 0,0-3 0,0-5-457,0-4 1,-3-5 0,-1-6-1131,-1-5 0,-2-3 1743,-6-8 0,3-8 0,-4-5 0</inkml:trace>
  <inkml:trace contextRef="#ctx0" brushRef="#br0" timeOffset="1880">1591 493 7813,'0'-9'-306,"1"0"682,2 0 1,1-1 0,4 2 0,0 1-161,3 1 0,1 2 1,1-1-1,3 1-487,5 2 0,-4 1 1,4 1-1,0 0-268,-2 0 0,2 0 0,-1 0 0,-1-1 539,-1-2 0,-6 2 0,6-7 0,-4 2 0</inkml:trace>
  <inkml:trace contextRef="#ctx0" brushRef="#br0" timeOffset="2181">1953 289 7813,'-8'1'1815,"1"2"-1085,0 3 1,5 3 0,-2 1-461,0 2 0,3 4 0,-2 4 1,2 3-1,2 0-155,2 0 1,-1-2 0,4-2-1,2-2-92,0-1 0,1-4 1,0-5-1,1-4-299,-1-2 1,0-3 0,1-5-1,-1-6 5,0-7 0,1-3 0,-2-5 0,-1 0 94,-1 0 0,-1 4 1,3 3-1,-3 5 179,-1 4 0,2 6 1,-3 6-1,0 8 126,1 6 0,-3 8 0,3 10 0,-2 3 83,1 0 1,-1-1 0,4 0 0,1-4 79,2-4 1,-3-3-1,0-7 1,1-2-3,1-5 0,-1-6 0,-2-1-190,-1-4 1,2-7-1,-3-7 1,0-2-71,1-4 0,-2-2 0,4-4 1,-1 0-694,0 1 0,-2 2 1,3 1-1,2 1-317,0 3 0,1 0 0,0 2 0,2 2-51,1 0 0,-1 8 1032,5-1 0,-1 2 0,4-3 0</inkml:trace>
  <inkml:trace contextRef="#ctx0" brushRef="#br0" timeOffset="2398">2381 382 8194,'-11'13'493,"-1"3"0,4 1 0,-4 2 0,1 1-231,1 1 0,0 0 1,4 3-1,2-2 410,0-1 1,3-2 0,-1-4 0,5-2-167,6-3 1,2-5-1,4-3 1,2-5-674,0-6 0,2-6 0,-2-5 0,0-4-85,-2-3 0,-4 4 0,-2-5 0,-5 3 223,-3 1 1,-1 1-1,-1 6 1,-2 0-82,-3 1 0,-6 5 1,-1 0-1,-1 3-452,-3 1 0,3 5 1,-1-1-1,1 1-1255,-1-1 0,7 2 1817,-1-2 0,-3 2 0,-2 1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8:25.1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295 19 7293,'7'-6'1113,"-1"-1"-218,-2 4 0,-2 1 0,-2 4 1,0 4-264,0 4 0,-3 2 0,-3 6 0,-2 4-231,-2 2 1,-2 1-1,-3 5 1,-2 2-209,-1 3 0,-2 0 0,-2 5 0,-1-1-186,-2 0 1,0-4-1,2 0 1,3-5-106,2-5 0,4-5 1,1-2-1,3-1-98,3-3 0,5-3 0,0-1 0,2-1 12,2-1 1,2 2 0,3 0 0,1 0 135,3-1 1,2-1-1,2-1 1,3 2 141,2-1 0,1-2 1,2-2-1,0-1 181,2-3 1,0 0-1,4 0 1,-2 0 77,-2-3 0,-3 0 0,1-3-247,-1-1 1,-2 3-1,-5 0 1,-3 1 184,-2-1 0,-2 2-210,-3-2 1,-3 2 0,-2-3 0,0 0-393,0-3 0,-2-2 1,-3-3-1,0-1-421,-2-1 0,0-1 0,-2-4 1,-2-2 331,-3-4 1,-3 1 0,-2-4-1,0-2 227,0-1 1,-1-4 0,0 0 107,1 1 0,-1-2 0,5 3 0,0 4 0,2 3 150,0 5 0,5 8 0,2 4 187,0 4 1,3 4 0,0 4-1,1 3 1,0 2-27,1 3 1,0 5 0,1 7 0,1 5-40,1 6 1,-1 5 0,4 8 0,2 2 73,0 1 1,3 3 0,-2 0-1,1 3-231,1-1 1,0-5 0,0 4-1,0-6-39,-1-4 1,-2-13 0,2-4 0,-2-6-203,-1-6 1,1-6-1,-2-7 1,0-2-2,0-4 0,-4-5 1,2-4-1,-1-9 199,0-5 0,0-10 0,-2-10 75,0-7 1,2-9-1,1-1 1,0-2-1,1-3-380,2-1 0,-1 9 0,4-1 0,-2 11-558,-1 8 1,-2 17 0,-2 7 855,-1 6 0,-4 4 0,-1 3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8:50.9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0 7967,'-13'6'-34,"1"1"1,5 1 636,-6-1-341,9-5 1,-2 6-86,12-8 0,-2-2 1,9-2-93,2-3 1,2 1-1,2 6 1,0 0-130,0 0 1,7 0-1,-1 0 1,1 0 42,1 0 0,-4 0 1,7 2-1,0 2 18,0 3 1,1-1 0,5-6 0,-2 0 24,-2 0 1,0 0 0,6 2 0,0 3-5,0 1 0,-6 0 0,0-6 0,2 2 5,2 5 0,-4-5 1,0 4-1,-1-2-10,-1 3 1,6-5-1,-6 4 1,2-4-1,-1-2 1,1 7-1,6-1 1,0-2 33,1-1 0,-8-3 0,1 0 0,2 2-34,2 4 1,2-4-1,-2 4 1,-2-1 14,-2 1 1,-6-4 0,5 5-1,3-3-24,2 2 0,-4-4 0,0 5 1,2-5-12,2-2 0,-2 0 0,0 0 0,4 2 17,2 4 1,-8-4 0,10 5 0,1-5 37,-3-2 0,2 2 0,-1 2 0,1 3-34,1-3 1,-7 0 0,8 0 0,-4 3-16,-1-3 1,-6-2 0,1-2 0,5 0-16,1 0 1,-13 0 0,7 0-1,-6 0-19,-3 0 0,7-2 1,-6-2-1,-1-3 39,3 3 1,-5 0 0,9 0 0,2-3-12,2 3 1,-5 2 0,1 2-1,2 0-8,2 0 0,-2 0 1,0 0-1,2 0-40,-2 0 1,0 0-1,4 2 1,0 2 44,0 3 1,1-1-1,-3-4 30,-5 4 1,5-3-1,-4 3 1,2-4 0,0-2 13,-2 0 0,0 0 0,4 0 0,-2 0-32,-3 0 0,1 6 1,4 1-1,-2-3-6,-2-2 0,0 0 0,4 2 0,0 3-28,2-3 0,-10-2 0,10-2 0,-4 0 29,-5 0 0,7 0 1,-6 0-1,2-2-21,0-4 1,-7 4 0,7-5 0,2 5-59,2 2 1,-4-2 0,0-2 0,-1-3 8,-1 3 1,6 2 0,-6 0 45,-1-4 0,12 3 1,-7-3-1,-3 4 1,3 2 10,2 0 1,-8 0 0,8 0 0,-4 0-13,-3 0 1,-3 0-1,4 0-8,-3 0 1,7 0 0,-4 0 0,2 0-124,-1 0 0,-7 0 0,1 0 0,-4 0 0,-2 0-792,0 0 0,1 0-1577,-1 0 2508,-9 0 0,-1 8 0,-9 3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8:57.9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197 86 7967,'-15'0'-242,"1"1"1,-2 2 0,-1 2 540,-2-2 1,0 1 0,5-1-1,-1 5-39,1 4 1,0 1 0,1 11-1,2 1 102,2 2 1,6 9 0,-1 5 0,8 7-195,5 3 0,5-4 1,4 2-1,2-5-289,2-7 1,4-7 0,4-8 0,1-8-19,1-7 1,-8-14-1,6-7 1,-2-10 43,-2-7 0,-7-9 1,-2-9-1,-6-6-1,-6-4 1,-4 4 0,-1-5-1,-1 6-13,-4 6 1,-4 9 0,-9 4 0,-2 5 6,-2 8 0,4 11 1,-1 6-1,3 3-188,2 2 1,1 7-1,4 2 1,4 4 43,4 1 1,1 7 0,1 1-1,4 0 246,4-3 0,4 3 0,1 0 0</inkml:trace>
  <inkml:trace contextRef="#ctx0" brushRef="#br0" timeOffset="387">453 157 7967,'0'22'0,"0"-3"0,0-3 207,0-2 1,0 2-1,0 3 1,0 5 784,0 3-906,0 1 0,0 5 0,2 2 0,2 0 0,6 0 0,2-4 0,3-1-22,-1-1 0,0-7 0,0-4 0,1-7 0,-1-7 1,2-2-1,0-5 0,1-7-349,0-9 0,-9-8 1,7-6-1,-4-3 48,-4-1 1,0-2-1,-7 7 1,1 4 130,4 2 0,-3 14 49,2-3 0,-2 12 0,-2 5 148,0 11 1,2 12 0,2 10 0,4 1 83,0 4 1,5-4 0,-4-1-1,4-4-9,1-4 1,5-3 0,0-2 0,-1-6-46,-3-5 1,-3-8 0,-1 0 0,1-7 38,-1-10 1,-1-9 0,1-10-1,-3-6-27,-2-7 0,4-2 0,-6-6 0,1-1-258,2 1 1,-6 7-1,4 1 1,-4 6-723,-1 7 1,5 9 390,0 5 1,1 11-1,-3 8 456,2 8 0,0 5 0,-5 1 0</inkml:trace>
  <inkml:trace contextRef="#ctx0" brushRef="#br0" timeOffset="814">1165 128 7967,'0'21'273,"0"-5"1,0 3-1,0-2 51,0 2 1,0-6 0,0 6 0,0 1-1,-2 3 1,-1 0-116,-1 3 0,-1 1 0,5 1 1,0 1-1,0-1 0,0 1-130,0-1 1,0-4-1,0-2 1,0-2-1,0-2-394,0-2 1,0-12-1,0-8 1,0-14 52,0-7 1,6-7 0,4-4-1,2-7 89,3-1 0,-1-5 0,0 1 0,0 2 388,1 2 0,-1 3 1,0 5-1,0 6 149,0 4 1,-4 15 0,-1 3-81,3 10 1,-6 14 0,-1 14 0,-2 11-87,2 9 1,-4 6 0,4 1-1,-4 0-938,-1 0 0,2-5 0,1-1 1,4-4-2749,0-6 3488,-3-4 0,8-9 0,-4 1 0</inkml:trace>
  <inkml:trace contextRef="#ctx0" brushRef="#br0" timeOffset="946">1607 570 8037,'-10'2'0,"1"1"-67,-2 1 0,-1 8 67,3-3 0,3 4 0,6 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8:56.0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169 185 7913,'-6'-14'266,"-2"0"0,-6 1 138,0 4 1,3 2 0,-4 7-131,-5 0 0,5 8 0,1 6 0,2 10 15,-1 8 0,3 1 0,3 8 0,0 5-142,4 3 0,3-1 0,5 2 0,6 1-228,6 0 1,5-17 0,7-2-179,-1-8 0,1-7 1,-1-7-1,-1-7 0,-1-8 46,-3-9 1,-10-8-1,0-13 1,-5-6 78,-5-5 0,-2-3 0,-2 4 1,-6 0 61,-7-1 1,0 9 0,-5-2-1,2 5-33,-2 8 0,3 11 1,-3 1-432,3 1 0,6 7 168,1 1 0,7 10 0,2 5 0,7 2 368,1 2 0,11 1 0,-4-1 0</inkml:trace>
  <inkml:trace contextRef="#ctx0" brushRef="#br0" timeOffset="344">383 228 7662,'0'9'223,"0"1"0,0 3 0,0 2 1,0 6 271,0 1 1,0 3 0,0 7-1,0 3-352,0 1 0,0-2 1,0 2-1,0 0-90,0 1 1,0-6 0,0 1 0,0-7-251,0-6 0,0-3-53,0-2 1,0-7-1,0-9 1,2-10 73,2-11 1,-1-5 0,7-5 0,1-7 13,2-6 0,1 2 0,0-4 0,0 4-9,1 1 0,-1 7 0,0 4 1,0 7 363,1 6 0,-6 10 0,1 5 0,1 9 55,1 9 0,-2 9 0,-2 10 1,-2 6-101,-3 7 0,4-1 0,-1 2 0,0-3-528,1-1 0,-1-7 0,-3-2 0,3-6-948,2-4 1328,-4-4 0,14-5 0,-2-1 0</inkml:trace>
  <inkml:trace contextRef="#ctx0" brushRef="#br0" timeOffset="648">1081 185 7967,'-8'14'244,"0"1"1,5 1 0,-2 4-36,2 9 1,1 1 0,2 8 0,0 1-524,0 2 0,2 2 0,3-3 0,3-4-538,0-3 0,3-12 852,-7 3 0,7-13 0,-3-5 0</inkml:trace>
  <inkml:trace contextRef="#ctx0" brushRef="#br0" timeOffset="785">1166 71 8392,'0'-14'0,"-1"1"0,-2 2-469,-2 2 1,6 12 468,9 2 0,3 6 0,1 3 0</inkml:trace>
  <inkml:trace contextRef="#ctx0" brushRef="#br0" timeOffset="1362">1366 0 7967,'-15'2'531,"1"2"1,6 4 0,4 7 0,4 0-345,4 4 1,-1 4-1,7 5 1,1 2-157,2 3 1,-1 5 0,-1 10 0,-1 4 73,1 3 1,-3-2-1,0-3 1,-2-1-3378,-3-3 3272,-1-1 0,-2-3 0,0 1 0</inkml:trace>
  <inkml:trace contextRef="#ctx0" brushRef="#br0" timeOffset="1605">1223 456 7967,'0'-14'13,"2"-1"1,1 1 0,3 0-39,2 0 0,3-1 1,8 1-254,5 0 0,8 1 0,3 2 0,1 2 278,3-2 0,3-2 0,0-1 0</inkml:trace>
  <inkml:trace contextRef="#ctx0" brushRef="#br0" timeOffset="1606">1693 100 7967,'-8'9'206,"2"1"1,1 1 19,1 2 0,0 1 0,9 2 0,5 1 1,2 4-1,3 1 300,-1 3 1,0 4-1,-1 4-326,-4 5 1,2 3 0,-6 2 0,-2-2 0,-1 0-73,-2 2 1,-7-10-1,-4 3 1,-5-7-595,-2-6 1,-1-10 0,3 0-2348,-3-5 2813,3-4 0,-11-10 0,5-2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8:53.62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 8081,'-8'9'1027,"4"1"1,2-5 0,4 4-589,2 2 1,11 2 0,8 1 0,6 2-159,4 3 1,5 5 0,8 7 0,5 4-228,4 1 1,-4-1 0,9 5-1,0 3-461,-1 1 0,-12-13 0,-6 4 0,-3-5-960,-1-4 0,-12-7 1367,-1 0 0,-7-4 0,-3 0 0</inkml:trace>
  <inkml:trace contextRef="#ctx0" brushRef="#br0" timeOffset="751">983 741 7987,'-14'-8'191,"4"-3"1,1 7 43,-2 1 0,-2 1 1,-3 4-1,-1 2 221,-2 6 0,0 4 0,4 5 1,0 5 50,-4 3 0,8 9 1,-4 5-1,4 8-290,3 7 0,2-3 0,8 9 1,2-2-15,6 2 1,9-15 0,5-1 0,4-11-609,5-13 1,2-7-1,3-19 1,-3-7-72,0-12 1,-10-17 0,2-12 0,-5-5 195,-5-5 1,-7 2-1,-5-5 1,-5 2 173,-5 3 1,-5 7-1,-9 8 1,-4 5 82,-4 7 1,-2 9-1,1 5 1,-1 5 282,1 4 0,1 4 0,3 6 0,5 0-448,3 0 0,7 5 0,1 1 1,2 2-576,3 3 0,7-1 0,6 1 763,2 0 0,3 11 0,-1-6 0</inkml:trace>
  <inkml:trace contextRef="#ctx0" brushRef="#br0" timeOffset="1114">1296 713 8196,'0'14'188,"0"0"1,-1 2-1,-3 3 256,0 5 0,-1-2 0,5 0 0,0 0 27,0 1 0,0 2 1,0 7-1,0 2-335,0 3 1,0 1 0,0 3-12,0-3 1,0 1-1,0-4 1,0-2 130,0-2 1,6-9-623,4-18 1,-4-8-1,0-18 1,1-10 100,2-8 1,-1-1 0,2-9 0,-1-1 78,-1 0 1,5 5-1,-4-1 1,4 3 249,1 1 1,0 11 0,-1 5 0,-2 5 109,-1 5 0,-3 9 0,5 9 0,-5 12 66,0 9 1,-2 13-1,-5 6 1,1 7-196,4 2 1,-4-2 0,4 1 0,-3-2-700,-2-1 0,0-5 0,1 5 0,3-6-1177,0-7 1,3-9 1830,-3-5 0,-2-10 0,4-2 0</inkml:trace>
  <inkml:trace contextRef="#ctx0" brushRef="#br0" timeOffset="1442">1752 1012 8559,'14'0'326,"0"0"1,1-5 0,-3-1 0,-1-2 62,-1-3 0,-2-2 0,3 1 0,-3-1-239,-2-1 1,-1 3 0,-5-8 0,0 3-165,0 2 1,-6-1 0,-6 3 0,-3 2 32,-4 5 0,-2 4 0,2 2 0,-3 4 114,0 5 1,1 9 0,7 4-1,1 6 76,4 4 0,2-1 0,7 6 1,2 3-147,3 5 1,4-5-1,10 3 1,7-1-483,5-3 1,1-7-1,4-3 1,2-8-115,3-8 0,-6-9 0,6-2 533,-4-6 0,2-5 0,-2-6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0.0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212 143 8047,'-20'-14'50,"2"0"1,-4 1-1,0 4 391,0 4 1,4 3-1,1 4-1,6 3 0,-2 4 0,4 10 0,-2 3-249,1 1 0,2 8 0,5-1 1,-2 4-213,2 0 0,3 3 0,5-7 0,4-5 0,6-1-282,4-2 1,3-6-1,6-2 1,1-8-239,-1-4 0,2-10 0,2-6 0,1-8 138,-1-5 1,-7-6 0,-3-2 344,-1-2 1,-2 4 0,-5-2 0,-1 4 0,-4 5 396,-4 4 0,-3 8 0,-2 8 86,0 4 1,-5 7 0,-1 14 0,-1 6-299,1 7 1,1-1 0,5 6 0,0-1-236,0 1 0,2-6 0,3 2-172,4-3 1,8-3 0,4-3-1,1-6 280,3-7 0,2 1 0,2-4 0</inkml:trace>
  <inkml:trace contextRef="#ctx0" brushRef="#br0" timeOffset="331">696 115 8047,'-6'9'210,"-2"1"1,0 3 228,4 4 0,2 0 0,2 6 0,0-1-122,0 0 1,2 2-1,2 4 1,6 1-144,2-1 0,3 1 0,-1-3 0,-1 0 21,-4-3 0,2 1 1,-6 3-1,-2-2-190,-1-1 0,-9-6 0,-2 1 0,-5-4-394,-5 0 1,1-7-1,-4-4 1,0-2-315,0-2 1,4-2 0,-1-2 0,5-8-54,5-5 756,2 1 0,7-17 0,0 3 0</inkml:trace>
  <inkml:trace contextRef="#ctx0" brushRef="#br0" timeOffset="626">1280 143 8052,'-7'7'175,"2"4"263,3 6 0,-3 1 1,1 5-1,1 3-550,1 1 0,2 3 0,0 1 0,0 3-49,0-3 0,5-5 0,1-6 161,2-4 0,1 8 0,6-9 0</inkml:trace>
  <inkml:trace contextRef="#ctx0" brushRef="#br0" timeOffset="763">1366 15 8065,'-13'2'-757,"4"3"0,2 2 757,7 8 0,0-1 0,0 0 0</inkml:trace>
  <inkml:trace contextRef="#ctx0" brushRef="#br0" timeOffset="1237">1580 1 8047,'0'19'299,"-2"-2"1,-1 2-254,-2 2 0,-4 1 0,4 3 518,2-1 1,1 0 0,2 4-1,0 2 1,0 2-424,0 1 0,0 2 0,0-3 0,0 3-705,0 1 0,5-4 0,0-1 0,-1-4-905,3-3 1,-6-10 1468,4 5 0,-10-12 0,-3 5 0</inkml:trace>
  <inkml:trace contextRef="#ctx0" brushRef="#br0" timeOffset="1535">1451 400 8047,'0'-10'148,"0"1"226,0-2 0,2 0 1,3 0-1,4 1-339,4-1 0,7 3 0,4-1 0,5-3-597,4 0 1,0-2 0,8 1 561,4 3 0,7-2 0,-2 4 0</inkml:trace>
  <inkml:trace contextRef="#ctx0" brushRef="#br0" timeOffset="1536">2178 129 8070,'-19'19'0,"0"2"99,1 1 1,4-3-1,3 3 1,3 0 398,2 0 0,1 2 1,5 3-1,0-2-1031,0-1 0,0 0 0,2 3 0,1-4-1755,1-4 2288,8-9 0,-5-4 0,8-6 0</inkml:trace>
  <inkml:trace contextRef="#ctx0" brushRef="#br0" timeOffset="1814">2220 29 8298,'-14'0'1191,"0"2"-1201,0 3 0,6-2 1,3 6-117,3 3 1,10-5 0,5 1 0,6 0 125,3 0 0,2-5 0,4 4 0</inkml:trace>
  <inkml:trace contextRef="#ctx0" brushRef="#br0" timeOffset="1815">2477 15 8078,'-7'14'61,"0"2"0,-6 3 0,2 3 542,1 1 1,7 2 0,-2-5 0,4 1 2,1 0 1,1 2-1,3-2 1,2 0-319,2-1 1,0 5 0,1-2-1,-4 0-213,-3 1 1,-2-5 0,0 3 0,-4 0-205,-5 0 1,-2-9-1,-13 1 1,-1-3-711,-2-3 0,-3 0 1,-2-5-1,-3 2 839,-1-2 0,-2-7 0,-5-4 0</inkml:trace>
  <inkml:trace contextRef="#ctx0" brushRef="#br0" timeOffset="2121">725 969 8123,'-2'15'34,"-2"-1"0,2 5 0,-3 2 0,4-1 0,1 4 207,0 3 0,0-7 1,0 9-1,0-2-426,0 0 1,0 1 0,0-1-1,1-2-525,4-1 1,-3-7-1,2 2 710,-2-3 0,-2-8 0,0-2 0</inkml:trace>
  <inkml:trace contextRef="#ctx0" brushRef="#br0" timeOffset="2450">696 941 8123,'15'-27'0,"-1"3"42,0 5 1,-3 4 0,2 0 0,3 1 340,0 0 1,1 6-1,0 5-32,2 6 0,0 6 0,-6 9 0,-3 2-64,-6 3 0,-2 2 0,-4 6 0,-2 3-156,-6-3 0,2-5 0,-1-3 0,-4 3-203,-4 1 0,1-5 0,-2-3 0,6-3-791,2-2 1,2-5 0,-3-1-2359,2-1 3221,6-3 0,3-4 0,7 0 0</inkml:trace>
  <inkml:trace contextRef="#ctx0" brushRef="#br0" timeOffset="2751">1095 941 8123,'-16'-10'284,"-3"1"1,4 6 0,-4-2 0,1 5 34,-1 5 0,3 3 1,-3 6-1,4 0-68,0 0 0,6 1 1,1 1-1,2 1-287,2 2 0,9 1 0,6-2 0,5 1-114,3-2 1,6-6 0,-1-3-1,3-1-152,2-4 0,-6-3 0,1-3 0,0-4 77,-2-1 1,0-6 0,-6-5 0,0 0 154,-4-1 0,-2 4 0,-1-3 0,-4 3 759,-3 2 0,-2 4-473,0 1 1,0 7-1,0 2 1,0 8-289,0 5 1,0 6 0,0 1 0,0 1-454,0-1 0,4 1 1,3-4-1,1 2-299,3-1 0,-3-2 824,1-2 0,1 0 0,4 0 0</inkml:trace>
  <inkml:trace contextRef="#ctx0" brushRef="#br0" timeOffset="3051">1423 856 8216,'0'-15'1029,"0"6"-343,0-1 1,0 9 0,0 1-432,0 8 0,0 6 1,0 5-1,0 5-159,0 2 1,0 8-1,0 1 1,0-1-357,0 1 1,0 3-1,0-5 1,0-1-695,0-2 0,1-1 0,3-3 0,2-2 208,2-5 1,1-5 745,6-4 0,5-4 0,2-6 0</inkml:trace>
  <inkml:trace contextRef="#ctx0" brushRef="#br0" timeOffset="3367">1636 955 8123,'-14'0'241,"-2"2"0,-1 3 0,-2 4 249,2 4 0,1 1 0,3 0 1,2 2-167,2 3 0,5-3 1,0 3-1,2-3-210,2-2 1,6 0-1,4-1 1,3-4-507,1-4 0,5-3 1,0-2-1,-2-2 34,-1-3 1,-2-3 0,0-6-1,1-2 71,-1-3 0,0 3 0,-1-3 1,-4 4 329,-4 0 0,1 6 1,-1-1 259,-2-1 1,-1 7 245,-2 4 1,0 6 0,0 8-780,0 0 1,0 5-1,0 0 1,0-1-556,0-2 1,2-2 0,1 0 784,1 0 0,14 1 0,-2-1 0</inkml:trace>
  <inkml:trace contextRef="#ctx0" brushRef="#br0" timeOffset="3678">1850 969 6182,'-8'2'884,"3"3"1,4 6 197,1 6 1,0 5 0,0 7 0,0-1-807,0 1 0,0 4 0,0 0 0,0-1-72,0-2 0,0-8 0,0-3 0,-2-3 652,-2-2-1399,2-6 0,-4-8 0,6-11 0,1-6-161,4-7 0,-2-5 1,5-2-1,0-4 111,0-1 1,1 9 0,6-2 0,-1 4-1079,0 3 1671,0 1 0,7 1 0,1-3 0</inkml:trace>
  <inkml:trace contextRef="#ctx0" brushRef="#br0" timeOffset="3679">2121 955 8123,'-15'2'-310,"1"1"1,0 2 303,0-2 1,0 5 0,-1 1 0,-1 4 960,-3 1 1,4 0 0,-3 1 0,6-1-718,2 0 1,7 0 0,-2 1-457,4-1 0,7-1 1,3-4-1,4-4 94,1-4 1,1-1 0,-1-1 0,0-4-171,0-4 1,1-4 0,-1-1 0,0-1 86,0 1 1,-4 5-1,-1-1 849,2-1 1,-3 5-352,2 1 0,-7 5 0,2 5 0,-4 6-464,-1 6 0,2-1 0,1 5 0,2-2 0,-1 0 0,1-2 0,2-1 173,0-2 0,3 0 0,4 1 0</inkml:trace>
  <inkml:trace contextRef="#ctx0" brushRef="#br0" timeOffset="3996">2277 870 9497,'-1'16'730,"-4"3"0,2-2 0,-5 7 1,2 1-249,2 2 1,1 3-1,0 2 1,-2 1-746,2-1 1,2-2 0,1-2 0,1-1-555,4-3 1,-2-4 0,7-7 0,1-4-346,1-4 0,-2-3 0,-1-5 1162,2-7 0,2-6 0,1-12 0</inkml:trace>
  <inkml:trace contextRef="#ctx0" brushRef="#br0" timeOffset="3997">2377 912 9051,'0'-7'1715,"0"16"1,0 12-1674,0 2 1,0 3-1,0 2 1,0 1-509,0-1 0,0 1 0,2-2 0,1-2-673,2-1 1,4-7 0,-3 0 1138,2-6 0,2 2 0,4-5 0</inkml:trace>
  <inkml:trace contextRef="#ctx0" brushRef="#br0" timeOffset="4279">2505 1126 8123,'14'-8'329,"-1"2"82,-3 0 1,1 2 0,-5-4 0,2 1 39,3-1 1,-3-2 0,0-6 0,0-1-570,0-2 0,-5-5 0,2 4 1,-4-1 176,-1 0 0,-1 2 1,-4 7-1,-5 2 248,-2 6 0,-3 2 1,1 4-1,0 4 4,0 8 1,4 7 0,2 9 0,0 1-295,1 3 1,3 0-1,0-2 1,2 0-607,2-5 0,6 1 0,4-7 1,2-2-390,3-5 1,4-8-1,1 2 978,2-1 0,2-9 0,5-6 0</inkml:trace>
  <inkml:trace contextRef="#ctx0" brushRef="#br0" timeOffset="4564">2861 1226 6854,'-14'0'2339,"5"0"-2279,-1 0-60,1 0 0,1-7 0,1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7.6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42 499 7729,'-8'6'776,"-5"-4"0,10 3 0,-5-10-398,2-5 0,3-2 0,6-4 0,3-3-258,2-5 0,3-3 0,7-1 0,2-2-234,3-4 0,0 3 0,7-7-399,4-2 1,-4 5 0,4 1 0,0 2 512,-1 3 0,13-8 0,-2 6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8.0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0 8119,'-10'10'0,"1"-3"0,-2 1 42,-2 0 1,4 3 0,1 7-1,2 2 135,2 3 0,3 0 0,1 6 1,0 1 58,0 3 0,1-1 1,3 4-237,0-1 0,7-2 0,-3-4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8.1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78 1 8140,'-22'5'0,"3"1"-472,3 2 1,6-3-119,1 4 1,7 1 589,2 4 0,6 0 0,9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8.6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214 0 8133,'-19'0'0,"-1"0"295,-2 0 0,3 2 1,-4 2-1,1 7 145,0 7 0,8 4 1,-2 8-1,2 3-217,3 5 1,6 7 0,0 4 0,4 6-402,1 4 1,0-2-1,1 6 1,4-3-420,4-5 0,-1-7 0,2-2 1,1-8 596,2-10 0,1-6 0,0-7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9.0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14 158 8133,'0'-15'30,"-4"6"1,-1-1 161,2-1 1,1 3 0,4-1-279,2-2 1,9 3 0,8 0 0,1 0-620,3 0 0,4-1 705,4-6 0,3 1 0,7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9.5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61 8263,'-14'0'223,"4"1"0,2 4 0,2 5 22,3 2 1,-4 3 0,3 0 0,0 4 13,3 5 0,1 0 0,0 3 1,1 3-571,4 0 1,3 0 0,6-5 0,1-3-124,-1-3 0,6-12 0,3 2 0,0-7 133,1-7 1,0-6 0,3-11-1,-2-8 149,-1-5 0,-7-3 0,0-3 1,-4 1 88,-3 2 0,-7 7 0,2-1 0,-4 7 484,-1 6 0,0 8 0,0 4 62,0 6 0,0 4 0,0 13 1,2 3-213,2 4 0,0 4 1,5 0-1,1-2-115,-2-1 1,4-5 0,-4 3 0,2-1-1329,-1-4 0,-1-6 0,3-3 1172,-1-1 0,-1-3 0,5-4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19.9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 8281,'-7'14'0,"6"0"0,-6 0 0,3 1 531,-1-1 0,0 5 0,5 1 1,0 3-267,0 2 0,5 3 0,0 4 0,-1 3-122,3 1 1,-6-1 0,6 5 0,-3-1-121,1-4 1,0 1-1,-5-4 1,2-3-316,2-4 0,-2-12-231,3 1 0,1-17 1,0-7-1,1-12 271,-1-10 0,3-6 0,-2-8 0,1-3 6,3-1 0,0 9 1,0 1-1,-2 7-183,3 6 1,-5 13 1061,3-1 0,-7 23 0,2 7 1,-4 10-386,-1 8 1,0 4-1,0 4 1,0-2-525,0-1 0,2-6 0,1 0 0,3-6-21,2-2 0,2-8 0,4-2 0,0-7 297,1-6 0,-1-7 0,0-2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0.4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 57 8281,'-8'-14'152,"3"0"0,-3 1 1,-1 4-1,-4 4 184,-1 3 0,4 9 0,1 2 0,-1 5-44,2 5-1,-3 4 1,7 5 0,0-1-234,3-3 1,1 3 0,0-5-1,1 2-221,4-1 0,-2-5 0,7-1 0,1-6-63,2-6 1,2-4 0,3-2 0,1-4-87,-2-4 1,-1-6 0,-3-4-1,-2-4 127,-2-4 1,-4-2-1,3 1 1,0-1 463,0 1 0,-5 6 0,2 3 381,-4 3 1,-1 10-540,0 6 0,0 7 0,0 11 0,0 2-490,0 3 1,0 0 0,0 4-1,0-3-432,0-5 0,5-3 0,1-4 801,2-2 0,2-5 0,2-10 0,-2-5 0,1-7 0,-6-4 0,-1-1 0,3-3 0,-6 3 0,4 0 445,-3 1 68,-2 8 0,0 13 1,0 10-1,0 4-32,0 5 1,0-1 0,0 5 0,1 3-401,4 1 0,-2-4 0,5 1 0,0 0-148,0-2 0,-3-2 1,4-7-160,2-3 1,2-6-1,0-10-21,-4-8 0,2-2 1,-5-8-1,1 1-42,-1 0 0,0-2 0,-2 6 0,0 0-208,0-2 1,2 6 0,0-4 496,2 3 0,-3 8 0,4 3 0,-4 4 0,5 1-139,1 0 1,-3 1 0,1 2 831,2 2 0,-3 1 1,2-2-155,1 0 1,1 1 0,3-5-273,-1 0 0,-5 0 1,-1-2-1,-1-2-317,-4-6 0,-2-2 0,-1-3 1,0 1-92,0 0 0,-6 4 1,-4 2-1,-2 2 207,-2 3 1,-1 1 0,1 2 0,0 4-43,0 5 1,-1 7-1,3 12 1,1 2 374,1 4 0,7-3 0,-2 6 0,4 1-251,1 3 0,6-8 0,3 5 0,6-8-929,4-6 1,-2-4-1,5-7 1,0-3-404,1-6 0,-6-4 0,2-4 1184,-3-6 0,4-9 0,2-3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0.8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0 8281,'-10'0'666,"1"0"-212,-2 0 1,3 0 943,-2 0-1264,7 0 1,3 0-1,10 0-217,2 0 1,2 0-1,1 0 1,-1 0-227,0 0 0,0 2 260,1 3 0,-3 2 1,-1 6-1,-3-2 0,-1-1 0,2-1 0,-3 5 0,1 1-8,-1-1 0,4 0 0,-6 0 1,1 2 105,1 3 1,-4-3 0,3 3 0,-4-2 129,-1 2 1,-1-1-1,-4 4 1,-4-1 16,-4-4 0,3 4 0,1-2 0,-2-2-618,-2-1 1,0-7-1,2-1-2700,2-2 3122,6-1 0,-4-5 0,7 0 0</inkml:trace>
  <inkml:trace contextRef="#ctx0" brushRef="#br0" timeOffset="1">264 257 8281,'-14'19'0,"0"0"0,0-2 0,-1 5 0,3 0 0,1 2 900,1 0 0,2-4 1,-3 7-1,3 3-880,2 0 1,1 0 0,4-3 0,-3-1-3191,0-3 3170,-1-5 0,5 9 0,0-5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1.7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0 198 6925,'0'-14'-480,"0"4"0,0 1 1170,0-2 0,0 3 291,0-2-626,0 1 0,0 2 1,0 7-181,0 8 0,0 6 0,0 5 1,2 5-100,3 3 0,-4 2 0,4 1 1,-4 1 24,-1 3 1,0-1-1,2-6 1,1-4 49,2-4 0,1-3 0,-1-3-659,4-4 1,4-2 0,1-10 0,1-7-74,-1-9 1,0-8 0,0-5 0,2-4 446,3-5 1,-3 6 0,1-4 0,-4 5 190,-3 7 0,-3 7 0,5-2 179,-3 1 1,-6 10-1,2 13 65,-3 10 0,-2 6 1,0 9-1,0 4-107,0 4 1,0-2 0,0 4 0,0-2-80,0-4 1,1-6-1,2-2 1,2-3-117,-2-2 0,0-9-95,2-4 0,3-10 0,5-6 0,-2-6-53,-2-7 0,1-6 1,4-7-1,0-5 124,0-3 1,2 0 0,2 0 0,1 1 48,-2 3 1,-1 14 0,-3 3 0,-2 8 120,-2 7 1,-4 4-1,3 10 1,-2 6 43,-3 6 1,4 5 0,-3 7 0,0 1-288,-3 3 1,-1-3 0,0 4 0,2-4-262,2-2 0,-2-4 0,4-2 359,1-1 0,1 4 0,6-3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2.3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57 211 8156,'8'-6'955,"0"3"-735,-3-7 0,1 1 0,5-4 0,-1 3 1,-5-2 0,4 2 0,1-2-78,-3-3 1,4 1 0,-4 0-1,-1 0-276,0-1 1,-1 1 0,-5 0-22,0 0 0,-1 6 0,-4 5 214,-5 6 1,-4 5 0,-3 8-1,-2 3-56,1 4 1,3 4 0,0 3 0,1 2-171,0 1 0,4 0 1,2-6-1,2-1-131,3-3 1,1 1 0,4 3 0,3-3-673,4-5 0,5-10 969,5-4 0,4 3 0,5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2.5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0 8046,'-14'0'-843,"0"0"1198,-1 0 1,1 5-1,2 1 1,0 2-12,3 3 0,1 2 0,-1 1 0,2 0-244,1 1 0,4 4 0,-2 1 1,2 1-164,2-1 1,6-1 0,2-4 0,2-3-226,-1-2 0,1-4 1,4-6-1,0-1-24,0-4 0,1-3 0,-1-6 0,0-2 278,0-3 0,-4 3 1,-2-3-1,0 5 149,0 4 0,-5-2 0,3 4 1356,0 0-1107,-4-5 0,4 18-487,-6 0 1,0 6 0,0 4 0,0 3 0,0 2-334,0 3 1,5-6-1,0 2 1,0-2 455,1 2 0,-4-3 0,4 5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3.4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69 8667,'-8'9'354,"3"1"1,4 1-128,1 1 0,0 3 0,0-1 1,0 0-121,0 0 1,0 5-1,0 0 1,0 0-88,0 2 0,0-8 0,0 4-125,0 0 1,0-4 0,1-7-1,3-4 1,2-10-112,2-8 0,0-1 1,3-9-1,-2-2 1,2-4 2,2 1 0,-3 1 0,-1 3 0,2 1 133,2 3 0,-4 5 1,1 1 801,1 6 0,-5 8-448,-1 12 0,-4 2 1,-1 13-1,0 1-340,0 2 1,0 2 0,0-2-1,0-2-713,0-1 1,2-7 0,3 2 778,4-3 0,4-8 0,1-2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3.9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798 0 7980,'-9'0'473,"-1"0"1,7 2 0,-2 3 0,4 6-240,1 6 0,6-1 0,2 4 1,1 1-94,1 3 1,-2-2 0,3 2-1,-3 3-50,-2 4 0,4-1 1,-6 5-1,0-2-45,-3 1 0,-1-1 0,0-6 0,-1-2-376,-4-1 1,-3-7 0,-6 1 0,1-6-624,3-2 953,-2-7 0,-2 3 0,-9-6 0</inkml:trace>
  <inkml:trace contextRef="#ctx0" brushRef="#br0" timeOffset="1">1 798 7286,'0'-8'-46,"0"3"1,0 12 0,0 5 92,0 6 0,0 7 0,1-3 0,2 2-10,2 0 1,1-5 0,-1 3 0,3-2-246,0-2 0,3-7 0,-5-3 0,2-2 58,3-3 0,-3-8 0,0-6 0,0-6 150,0-7 0,2-4 0,2-4 0,-1 0 0,-1 5 0,-6 1 0,6 8-13,1 6 1,-3 4-1,0 9 1,0 6 136,0 7 1,-4 2 0,4 6 0,0 0 114,0 0 0,-3-5 0,3 2-123,-2-3 0,5-3 1,-1-2-1,2-3-16,3-2 0,-1-3 0,0-9 0,0-7-308,1-4 1,-1-4-1,-1 4 1,-2-4-87,-2-1 1,-1 5 0,3-2 0,-3 2 293,-2-2 0,4 7 0,-4-2 0,0 2 0,1-1 0,-1 0 0,-1 4 0,-4-4 0,6 5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4.4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42 172 8094,'0'14'-627,"-2"-1"0,-1-2 750,-2-2 1,-1 1 0,3 5 241,-2 4 1,0-6 0,4 4 0,-2 1-255,-2-2 0,2 0 0,7-2-364,6 0 1,3-6-1,1-3 71,0-4 1,0-1 0,-1-1 0,-2-4-93,-1-5 1,-7-2 220,1-2 1,-2-1 0,-2 1-1,0 0 1,0 0 0,0-1-1,-2 1 1,-2 1-96,-6 4 0,2-4 148,-1 4 0,6 2 0,-4-5 0,7 4 0</inkml:trace>
  <inkml:trace contextRef="#ctx0" brushRef="#br0" timeOffset="1">170 200 8094,'0'14'-135,"2"-1"1,1-2-411,1-1 0,1-1 0,-5 5 635,0 1 0,0 0 0,0 3 0,0 1 193,0-2 0,0-1 1,0-2-1,0 1-276,0-1 1,0 0 0,0 0-145,0 0 0,2-6 1,1-4-1,2-8-43,-2-5 0,0-10 0,0-5 1,4-4 48,0-6 0,1 3 1,3-4-1,-1 3 137,1 5 0,-3 4 0,0-1 0,0 5 26,0 3 1,-4 7 0,6 1 193,1 1 1,-3 9 0,0 7 0,0 6-266,0 4 0,-5-2 0,3 5 0,-1 0-260,0 1 1,6-8-1,-3 1 299,0-5 0,4-8 0,-4 4 0</inkml:trace>
  <inkml:trace contextRef="#ctx0" brushRef="#br0" timeOffset="2">540 1 7161,'0'25'603,"0"2"1,0 5-491,0 2 0,0 1 0,0 6-454,0 4 0,5 5 1,0-1-1,0-1 0,-1-1 341,1-1 0,0-11 0,-5 12 0,0-10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4.9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0 171 7565,'0'-14'-662,"5"0"1,0 0 907,-2-1 0,5 3 1,1 1-1,4 3 1,1 0 133,0 0 1,5 0 0,2-3 0,1 3-614,3 2 1,-3-4 0,1 4-1,-3-1 233,-2 1 0,-3 1 0,0 5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5.40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129 214 8094,'-15'-14'5,"0"0"82,-4-1 0,8 7 1,-4 4-1,4 4 125,3 4 1,-3 0 0,5 5-1,0 4-170,-1 4 1,3 1 0,4 4 0,0-2-82,0-2 1,0 2 0,0-1 0,0-1-82,0-3 0,6-7-44,3-3 1,1-3-1,2-2 1,4 0-1,2-3 1,1-5-1,1-8 1,2-5-1,2-3 1,-2 1-157,-3-1 0,-1 2 0,-1-2 0,1 5 329,-6 3 1,1 2 0,-7 1 283,2 4 1,-5 4 0,2 10-107,-3 4 0,-2 9 0,0 1 0,1 0-39,4 1 0,-3-4 0,4 3 1,0-3-149,4-2 0,2 0 0,3 1 0</inkml:trace>
  <inkml:trace contextRef="#ctx0" brushRef="#br0" timeOffset="1">556 0 8114,'-16'0'149,"-3"0"0,8 0 0,-3 0 0,3 2 41,3 3 1,0 3 0,5 7 0,-2 4 7,2 5 0,1-2 1,2 2-1,2 1-218,3 2 0,1 2 0,5-1 1,-2 1-390,3-1 1,-5-1 0,1-3-1,-1-4-748,-4 1 0,3-5 1157,-1 3 0,-7-3 0,-6-2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5.9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0 357 8094,'0'-15'-101,"0"1"-35,0 0 1,0 5 0,0-1-1,0-1 106,0-2 1,2 5 0,1 2 0,3 1-38,2 1 0,6-3 1,5 4-1,0-2 10,2 2 1,-4 0 0,7 0 0,1-4-38,2 0 1,-3 2-1,-2-5 1,-1-1 93,-4-1 0,4-3 0,-2 1 0,-4-2 0,-4-3 0,1 3 0,-8-3 0,-1 4 0,-1 0 1,-2 1 0,-2 2 0,-2 2 202,-6 5 0,-2 4 1,-3 1-1,3 1 153,2 4 0,-2 5 0,4 8 0,-2 6 29,1 3 1,4 2 0,-3-1 0,2 2-282,2 3 1,3-1 0,1 3 0,0-2-405,0-1 1,0-9-1,0 8 1,0-3-609,0-3 1,1-6 130,4 0 0,2-11 777,2-8 0,-3-8 0,-7-9 0,-2-4-12,-2-1 0,-1 5 1,2-2-1,0 1 24,0-1 0,3 4 0,1-4 0,0 3 229,0 2 0,0 4 0,0 1 0,0-3-128,0 0 1,5 2 0,1 2 0,2 0-81,3 1 0,-3 3 0,1 0 1,2 2-64,2 2 0,1 0 0,1 0 1,-1 0-41,0 0 0,0 0 0,1 0 25,-1 0 1,0 0 214,0 0 1,-6-2 341,-3-2-373,-3 2 1,-9-4 0,-2 6-24,-4 0 1,4 1-1,1 4 1,0 5-18,0 2 1,5 4 0,-2 2 0,3 1-181,2-2 0,0-1 1,0-2-1,0 0-237,0 0 0,7-1 1,2-2-1,4-3-24,1-2 1,2-1-1,1-6 1,4-4 341,1-5 0,-5-7 0,2-2 0,-3 0-25,-2-2 1,-1 4 0,-2-5-1,-3 1 6,-2 4 0,-1 1 0,-6 2 524,-4 0 1,2 6-1,-7 3 120,-1 3 1,-2 4-479,-1 3 0,5 3 0,1 7 0,0 3 0,2 2 0,-1 1 0,4 0 0,1-2 0,2 0 0,0 0-494,0-2 1,7-3-1,1-3 1,1-3-251,1-2 0,-1-1 1,5-5-1,1 0 597,-1 0 0,5-11 0,0-3 0,-2-2 0,-1-6 0,-2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6.5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72 92 8094,'0'-19'-148,"0"0"1,0 1-1271,0 3 2121,0 0 0,0 9 1,0 8-303,0 10 0,0 4 1,0 8-1,0 1-415,0 2 1,0 2 0,0-1-1,0 1-444,0-1 1,0-4-1,0-1 1,0 1-654,0-2 1111,0 5 0,0-5 0,0 7 0</inkml:trace>
  <inkml:trace contextRef="#ctx0" brushRef="#br0" timeOffset="1">0 305 8094,'0'-9'-6,"0"-1"0,0-1 87,0-1 0,2-1 1,1 2-1,4 2 196,0-3 1,3 0-1,4-1 1,2 2-334,3 2 1,-2-1 0,7-3 0,1 4-638,2 4 1,-5-1 0,-3 1 692,-3 2 0,5 1 0,1 2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6.7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257 120 8045,'-16'-8'70,"-3"4"0,1 0 1,-5 1-1,-1-1 1,2 0-1,1 3 1,2 2-1,0 4 164,2 5 0,1 2 0,3 3 0,2-1-416,2 0 0,6 0 0,-2 2 0,3 1 104,2 2-66,0 0 1,2-4-1,3-1 1,4 0-1,2 0 1,0-1-1,0-2-206,5-1 0,-2-7 1,5 2-1,-3-5 262,-2-5 0,1-5 0,-1-9 0,0-4 110,0-4 0,1-7 0,-3 1 1,-1 0 136,-1-2 0,-2 10 1,3-2-1,-3 3 199,-2 2 0,0 9-201,-1-1 1,-3 11 0,2 5-1,-2 9-4,-2 6 0,2 8 0,1-1 0,2 3-34,-2 2 0,3-6 0,0-1 0,1 1-532,-1-1 0,4-3 0,-4 1 0,0-2 413,1-6 0,4-1 0,-3 4 0</inkml:trace>
  <inkml:trace contextRef="#ctx0" brushRef="#br0" timeOffset="1">427 92 8094,'-4'14'123,"-1"2"110,2 3 1,-3-6 0,1 4 0,2 0-83,1-1 0,2 5 1,0-1-1,0 1-217,0-1 1,0-1 0,0-4-302,0-1 1,2-6 0,2-5 231,6-6 1,-2-7-1,0-9 1,0-4-110,-1-4 0,-2-2 0,3 1 0,0-1 166,0 1 0,-3 1 1,3 3-1,-2 5 1059,-3 3-636,5 2 0,-6 8 0,4 6 0,-1 8-220,-1 4 0,1 9 0,-5 1 0,2 2-257,3 0 1,-4-2-1,5 1 1,-1-2-545,0 0 1,1-6 675,-1 4 0,3-3 0,6-2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7.6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13 8094,'-6'9'28,"-4"1"0,4-1 295,1 6 1,4-1 0,1 0-362,0 0 1,6-1 0,2-2 0,1-3-308,1-2 0,-1 4 0,6-6 169,-1 0 1,0-3-1,0-1 114,1 0 0,-3-1 1,-1-4-1,-3-5 6,-1-2 0,2 1 0,-3-2 0,1-3 26,-1 0 1,0 1 0,-1 0 91,5 1 1,-4 5 0,0 1 224,1 1 1,-4 4-1,6 9 60,2 9 0,-3 1 0,0 6 0,-1 0-63,-4 0 0,-2 3 0,-1 7 0,0 1-197,0-1 0,0-2 0,-1-2 0,-4 1-218,-5-1 1,3-4-1,-3-2 1,-1-3-439,-2-6 1,4-5-1,-1-8 1,-1-2-71,-1-3 1,4-4 0,3-8 638,3-2 0,-4-13 0,-2 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8.2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57 8094,'8'2'574,"-3"2"-278,-3 6 1,-2 4 0,0 4-1,0 2-212,0 2 0,0 4 0,0 5 1,1 2-155,4-1 0,-4-2 0,4-3 0,-3-3-362,-2-5 244,6-3 0,-3-10 0,5-8 0,-2-9 0,-2-6 0,-1-8 0,0 1 0,3-3 93,2-2 1,-3 1 0,3 1 0,-2 3 116,-3 5 1,4 3 0,-1 2-15,2 0 1,-5 5 0,3 1 319,1 1 0,-6 10 0,6 10-210,-1 4 0,-4 4 0,4-4 0,-1 4-113,-1 1 1,1-8 0,-3 2 0,1-1-143,2-4 0,1-2-60,-1 1 1,-4-7 0,4-11 157,-3-6 1,2-5-1,1 1 1,0-2 97,1-3 0,-4 6 0,3-2 0,-2 5 359,1 4 0,-2 2 1,4 5-122,1-1 1,-6 5 0,4 9 0,-3 4-201,-2 5 1,4-3 0,1 4 0,0-1-509,1 0 1,-4 0 0,4-6 0,-1-2-973,0-2 0,1-1 1383,-1 2 0,3 2 0,6-4 0</inkml:trace>
  <inkml:trace contextRef="#ctx0" brushRef="#br0" timeOffset="1">371 128 8094,'-2'-8'540,"-3"4"1,4 4 0,-4 4-271,3 6 1,2 7-1,2 2 1,1-1-237,2-3 0,4 4 0,-2-1 0,-1-4-44,0-3 0,5-3-250,-1 2 0,1-6 0,-2-8 70,-4-6 0,-3-4 1,-2-4-1,-2-2-56,-3-2 1,2 3 0,-5-3 0,0 1 27,1 4 1,3 1-1,-2 2 1,1-1-281,1 1 1,-1 5 497,5-1 0,0-6 0,0-6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28.6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72 8094,'14'0'113,"-6"6"161,-4 4 1,0 2-1,-1 3 1,1-1-56,0 0 1,-3 0 0,-1 1 0,0-1 0,0 0 0,0 0 0,0 0 0,0 1 778,0-1-836,0 0 0,0 0 1,0 1-1,2-1-27,3 0 0,-2-7-424,6-7 1,-4-8-1,3-10 1,-2-4-73,-3-5 1,4 2-1,-1-8 1,0 3-214,1 1 1,-1 7 0,-3 3 0,4 3-80,0 2 1,-3 0 0,2 1 652,0 3 0,2-2 0,6 4 0</inkml:trace>
  <inkml:trace contextRef="#ctx0" brushRef="#br0" timeOffset="1">243 157 8094,'14'5'58,"0"0"1,-4 0-1,-1-5 460,2 0 1,-4-7 0,-1-2-470,0-4 0,-4-1 0,3 0 0,-4-2-13,-1-3 0,-1 3 0,-3-3 0,-2 3 320,-2 2 1,3 6 0,-4 3-200,-2 4 1,0 2 0,0 6-1,3 7-239,1 8 0,1 5 0,3 1 1,-2 2-643,2 4 0,1-4 1,2 3-1,0-3 724,0-2 0,7 1 0,1-1 0</inkml:trace>
  <inkml:trace contextRef="#ctx0" brushRef="#br0" timeOffset="2">414 314 11093,'-10'6'78,"1"4"0,5-2-78,0 1 0,-4-6 0,0 4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41.0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 20 7718,'-3'-11'2699,"-3"5"-2343,4 3 0,4 3 1,17 3-1,14 5-7,11 12 1,8 4 0,15 13 0,12 9-265,-35-19 0,1 0 0,7 1 0,1 1 0,1 6 0,0 1 0,2 1 0,0-2-139,0 0 1,-1 0 0,-6-1 0,0 0-1,0-5 1,0-2 0,-3 0 0,-1-2-904,36 21 0,-27-13 1,-6-7 956,-9-4 0,3 6 0,-12 3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42.2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1000 1 7853,'-20'2'458,"1"2"0,-1 5 156,1 2 1,-3 2 0,-2 9 0,-4 4-325,-3 7 0,3 6 0,-9 4 0,-7 7-39,-4 7 1,3 8 0,-6 18-1,26-39 1,0 1-108,0 3 0,0 0 0,0-3 0,-2-1 0,-2 7 0,-1 1 0,1 0 0,-1 0-623,1 2 1,0-1 0,2-8 0,1-1 0,-22 41 478,7-13 0,-11 7 0,10-19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39:41.6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2235 20 7393,'0'-11'1206,"-9"3"1,7 10 0,-5 4 0,5 10-1009,2 8 0,2 15 1,3 15-1,3 12-216,3 12 1,2 5 0,7 13 0,-10-45 0,-1 2-21,1 4 0,0-1 0,10 42 0,-11-47 0,1-1-271,10 34 1,-1-9 0,1-17 0</inkml:trace>
  <inkml:trace contextRef="#ctx0" brushRef="#br0" timeOffset="1414">804 1431 7853,'-9'-19'101,"-4"-1"1,-4 1 396,-3-1 1,-2 7 0,-2 2 0,-6 0-28,-7 0 1,6 7 0,-14-3 0,-3 7-42,0 7 0,-9 10 0,7 14 0,-2 6 50,0 11 0,6 6 0,-2 9 0,4 9-197,7 13 0,11 5 0,2 5 0,9 3-317,8-4 0,5-11 0,7-18 0,8-6-810,13-9 0,11-20 0,9 3 0,6-9-271,4-4 1,5-9 0,5-7-1,8-8 399,9-10 1,-1-14 0,8-9 715,-3-6-436,-40 16 1,-1-1 0,35-31 0,-38 24 0,1 1 0</inkml:trace>
  <inkml:trace contextRef="#ctx0" brushRef="#br0" timeOffset="1665">1333 1686 7853,'-20'9'0,"1"-5"0,-3 9 0,-4 5 638,-7 6 0,1 2 1,-3 11-1,-2 9 461,2 8 1,2 3-1,1 12 1,8 1-716,8 0 0,10-14 1,12-1-1,10-9-434,8-9 0,8-20 1,14-4-1,6-11-224,5-8 1,2-14-1,-3-15 1,-1-8-57,-3-10 0,-15 3 0,0-2 0,-9-2 2,-10-3 0,-7 5 0,-14 2 0,-3 0 421,-7 0 0,-13 6 1,-7 0-1,-6 10-198,-7 7 0,3 8 0,-10 4 0,1 4-224,2 2 1,2 2-1,13 10 1,7 3-549,8 7 1,14 5 0,1 1 876,10 1 0,14-1 0,12 1 0</inkml:trace>
  <inkml:trace contextRef="#ctx0" brushRef="#br0" timeOffset="1849">1862 1412 7853,'-2'19'0,"-5"3"634,-6 4 0,-4-2 1,-3 11-1,1 7 46,-1 8 1,-2 8 0,-2 8-1,-2 10-146,2 13 0,5-6 0,6 6 0,4-12-884,0-12 0,7-13 1,-4-8-1,6-12-730,6-12 0,5-9 1,9-13-1,1-7-534,6-11 0,-6-8 1614,5-11 0,-4-9 0,-2-2 0</inkml:trace>
  <inkml:trace contextRef="#ctx0" brushRef="#br0" timeOffset="2097">1843 1490 7753,'-9'20'457,"7"-1"0,-7 3 1,2 7 327,1 10 1,2 11-1,10 15 1,9 9-465,9 9 0,2-7 0,11 5 0,5-3-149,-1-4 0,3-15 0,-3-5 1,3-10-162,-1-14 1,-6-14 0,7-12-1,-9-8-165,-9-9 1,-4-16 0,-5-8 0,-4-8 52,-6-5 0,-5-5 1,-2-8-1,0-5-85,0-1 1,0-1 0,-2-2 0,-3 5-301,-1-1 0,-1 14 0,5-3 0,-2 7-271,-3 6 1,1 12-1,6 6 1,2 6-877,4 7 1633,5 4 0,9 1 0,-1-3 0</inkml:trace>
  <inkml:trace contextRef="#ctx0" brushRef="#br0" timeOffset="2314">2862 1216 7853,'-39'22'506,"-1"4"0,-5-2 0,-1 8 0,0 5 719,-2 7 1,13 2 0,-4 10-1,4 8-343,5 3 0,4-2 0,13 5 0,6 2-485,5 4 1,6-8 0,7 8 0,9-6-659,2-7 1,8-11-1,3-6 1,4-9 36,2-11 1,0-2 0,0-18 0,3-6-1691,3-11 0,-1-4 0,6-17 0,-2-6-1709,-4-5 3623,-12 2 0,14-16 0,-5 7 0</inkml:trace>
  <inkml:trace contextRef="#ctx0" brushRef="#br0" timeOffset="2532">3175 1392 8530,'-19'20'709,"6"-5"1,0 3-1,0 6-343,2 4 1,-5 4 0,10 10 0,1 4 308,3 6 0,4 7 0,5 4 1,6 4-657,5 3 0,3-7 0,3-4 0,5-13-614,1-14 0,-4-21 1,5 2-1,-1-13-364,1-13 0,-7-11 1,0-21-1,-7-12 959,-4-13 0,0-10 0,7-18 0</inkml:trace>
  <inkml:trace contextRef="#ctx0" brushRef="#br0" timeOffset="3231">3528 1412 7355,'-13'-11'1771,"0"4"-1468,9 5 0,-7 4 0,6 7-197,-1 11 0,-1 8 1,7 13-1,0 5 1,0 9-223,0 8 0,0 6 1,-2 10-1,-2-1-255,-3 1 0,1-10 0,6-6 1,0-8-72,0-9 442,0-14 0,-9 5 0,-2-6 0</inkml:trace>
  <inkml:trace contextRef="#ctx0" brushRef="#br0" timeOffset="3648">3724 1392 11098,'0'22'0,"0"4"309,0 7 0,0 17 1,0 13-1,0 15-306,0 10 1,0-3 0,0 2-1,-2-7-38,-5-10 0,5-9 1,-4-11-1592,3-11 0,1-17 0,-2-20 1626,-3-13 0,-8-2 0,4-33 0,-8 5 0</inkml:trace>
  <inkml:trace contextRef="#ctx0" brushRef="#br0" timeOffset="3914">3685 1529 7853,'28'-30'47,"-6"2"0,4 8 1,-2 3 261,2 4 0,-2-3 0,7 10 1,-1 1 33,1 3 0,-7 4 1,0 5-1,-7 6-122,-4 4 1,-9 10 0,3-1 0,-5 0-335,-2 2 0,-9 1 0,-4 5 0,-4-3-69,-3-3 0,-6 0 0,0-4 0,0 3 147,-2-4 0,6-1 0,-4-2 0,4-1 98,2 1 1,7 0 0,0-1 0,0 1 318,2-1 0,2 3 0,12 4-322,3 7 0,5-5 0,11-2 0,4-4-453,7-2 0,-1-7 0,5-2 1,5-2-388,-1-5 1,3-2-1,-1-4 1,3-7 779,-3-10 0,-1-1 0,-3-8 0</inkml:trace>
  <inkml:trace contextRef="#ctx0" brushRef="#br0" timeOffset="4347">4332 1431 7853,'-7'14'267,"1"-1"0,-1 2 189,-2 2 0,7 5 0,-4 4 0,3 7-85,3 4 0,0 11 0,0 6 0,0 7-212,0 5 1,0 1-1,0-6 1,0 0-65,0-4 0,0-12 0,0-1 0,0-9-1745,0-9 0,-6-15 886,-1-11 1,-6-18 0,7-14 0,-1-8 763,-1-5 0,3-5 0,-6-9 0,3-2 0,3-4 0,3 4 0,2-5 0,0 5-40,0 2 1,2 7 0,5 2-1,6 2 299,4 5 1,9 10-1,3 7 1,1 4 281,5 2 0,-4 10 0,-1 3 0,-2 7-107,-4 7 1,-9 6 0,-4 11 0,-2 4-204,-5 2 1,-1 3 0,-6 6 0,-3 0-278,-7 1 0,-5-1 1,-1 0-1,1-2 101,5-4 0,-4 4 1,4-5-49,-5 5 1,5-6 0,2-5-1,3-4 7,3-3 1,3 1 0,4 0 0,5-3-213,6-4 1,7 5 0,4-8-1,2 1-326,-2-4 0,6-5 0,1-2 0,1 0-84,1 0 0,-3-9 0,3-6 0,-5-9 608,1-9 0,-14-12 0,5-8 0,-5-3 0,4-3 0</inkml:trace>
  <inkml:trace contextRef="#ctx0" brushRef="#br0" timeOffset="4547">4822 1353 7640,'0'20'1060,"0"1"0,-3 6 1,-1 5-545,-2 5 0,-1 13 0,7 9 0,0 11 39,0 6 0,7 2 1,1-1-1,3-3-418,4-2 0,-4-14 0,0 1 1,0-7-600,0-10 1,-5-14 136,8-2 0,-10-15 0,2-13 0,-3-15-1215,-3-14 1,0-8 0,-3-7-1,-3-6 1540,-7-5 0,2-10 0,-2-5 0,0-4 0,-7-3 0</inkml:trace>
  <inkml:trace contextRef="#ctx0" brushRef="#br0" timeOffset="4681">4802 1471 7853,'0'-20'0,"2"0"359,5 1 1,-5 6 0,7 2-1,-1 0 1,5 2 0,5 1 149,1 3 0,1-3 0,2 1 0,2 3-363,2 1 0,9-3 0,-5-1 0,3 3 30,0 2 1,-10 2 0,4 0 0,-6 2-1815,-1 5 0,-9-3 1,-5 9 1637,-3 2 0,-3 11 0,0 5 0</inkml:trace>
  <inkml:trace contextRef="#ctx0" brushRef="#br0" timeOffset="4831">4978 1647 7853,'0'20'380,"0"-1"0,0 1 12,0-1 0,9-8 0,4-4-220,5-5 0,8-2 0,0 0 0,0 0 14,2 0 1,-6-6-1,4-1 1,-4 3-3575,-2 1 3388,-1 3 0,-8 9 0,-2 2 0</inkml:trace>
  <inkml:trace contextRef="#ctx0" brushRef="#br0" timeOffset="4999">4880 2196 7853,'-2'30'207,"-4"-4"0,1-2 1,-6 0 937,3 3 0,3-10-930,12-11 1,6-6 0,11-8 0,4-10-137,3-6 0,1-10 0,8-1 1,-1-9-1470,0-8 1,0 0 0,0-7 1389,1-9 0,7-14 0,-21 37 0,-1 0 0</inkml:trace>
  <inkml:trace contextRef="#ctx0" brushRef="#br0" timeOffset="5363">5449 1373 8108,'-7'19'0,"-1"3"604,-3 4 1,-2 5 0,-7 10 0,3 7 166,3 11 1,-3 4 0,6 13 0,-2 9-439,0 9 0,2-9 0,-2 4 0,7-13-808,3-11 0,3-12 1,3-12-1,1-10 308,2-12 0,10-14 1,-3-8-1,4-16-1102,3-18 1,-1-11 0,1-13-1,0-7 912,-1-10 1,1-3-1,-3-8 1,-2 2 398,-2 4 1,-6 9-1,4 9 1,0 6 512,0 9 1,-7 30 234,3 7 0,-5 35 1,-2 26-1,0 13-211,0 11 0,0 0 0,0 0 0,2-1-249,4-3 0,-1-9 1,8 4-1,2-9-255,3-8 1,3-11 0,3-7 25,2-6 1,1-7-1,-6-17 1,3-4 0,2-10-370,-2-8 1,5-15 0,-3-15 0,-4-9-87,-7-9 1,2 0 0,-6-2 0,2-2-307,0 2 1,-8 6 0,1 1 0,-4 3-26,-2 8 0,3 10 1,1 2-1,2 10 685,-1 7 0,-3 6 0,-2 1 0</inkml:trace>
  <inkml:trace contextRef="#ctx0" brushRef="#br0" timeOffset="5597">5998 1471 7853,'8'11'986,"-6"6"0,7-6-437,0 0 0,-5 4 1,9-8-236,3-3 0,1-2 0,3-2 1,-1 0-833,1 0 1,-1-9 0,1-2-1,0-2-326,-1 0 0,-1 0 0,-3-6 0,-2-1 160,2 0 1,-6 1 683,-3-1 0,-3 12 0,-6 8 742,-3 10 0,-5 19 0,-11 12 1,-2 18 221,-2 17 0,-7 13 1,20-37-1,0 1 1,1 2-1,0 1-1012,1 2 0,1-1 0,0-1 0,0 0 0,1-3 0,1 0 0,0 0 1,2-1-2153,3 0 0,0-2 1971,1 28 0,2 7 0,0-26 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0:23.6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8091,'0'9'805,"1"1"0,3-1 1,2 2-83,2 1 1,6 4-1,2 6 1,3 5-514,3 3 0,-1 2 0,4 4 1,1 1-478,-2-1 1,0-2 0,-4 0 0,0-4-723,-2-4 0,-8-6 0,-1-1 0,-1-5 989,-3-4 0,3 0 0,-2-1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0:24.4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38 6352,'6'-9'101,"-3"-1"0,-2 4 1,0 1 1438,2 1-1238,-2 1 1,6 7 0,-3 3-1,-2 5 1,-1 4 541,-1 1 1,3 7-1,0 2 1,0 5-372,1 3 1,-3 1 0,3 2 0,-2 4-235,1 5 1,-2 2 0,2 5-1,-2-5-405,-1-2 0,0-14 0,0-1 0,0-7-1964,0-6 1,1-7 698,2-8 0,2-10 0,1-2 1431,-3-2 0,2-8 0,1-1 0</inkml:trace>
  <inkml:trace contextRef="#ctx0" brushRef="#br0" timeOffset="267">285 105 7853,'-6'-5'239,"-1"1"1,1 3 0,-2 2 0,0 2 0,3 1 658,1 1 1,-4 1 0,2 5 0,-2 2-615,-2 2 1,4 3 0,-1 1 0,0 1-96,-1 2 0,1 3 1,2 3-1,1 1 13,2-1 1,1 1 0,1-2 0,0-1-111,0 0 1,5-5 0,3 0 0,5-4-143,2-5 0,-3-1 1,3-3-1,0-1-405,0-4 1,0-2 0,3-2-29,-2-2 1,1-3 0,-3-4 0,-1-3 0,1-2-313,-2 1 0,-2-5 1,0 2 794,-1-1 0,1-12 0,-1 5 0</inkml:trace>
  <inkml:trace contextRef="#ctx0" brushRef="#br0" timeOffset="583">484 266 7323,'0'10'-233,"3"-1"1,1 1-1,-1-2 1589,1-2 0,-2-1 0,4-6-793,2-3 0,0-2 0,1-7 0,-2-3-382,-1-5 0,0 0 0,1-1 1,-2 1-283,-1-1 1,3 3-1,-4-1 1,-1 3-76,-1 0 0,-5 7 1,-2 1-1,-3 4-20,0 3 0,-5 1 0,-1 2 0,-1 3 14,1 6 1,3 3 0,-1 7 0,4 3 618,3 2 1,1 3 0,5 4 0,0 3 118,0 2 0,5 2 0,2-1 0,3-1-448,3-4 1,4-5 0,-2 0-1,1-6-342,-1-5 0,0-7 0,2-7-23,-1-2 1,-4-5-1,4-4 1,-1-3-1,-2-5 257,-4-2 0,-1-5 0,1-1 0</inkml:trace>
  <inkml:trace contextRef="#ctx0" brushRef="#br0" timeOffset="733">665 219 7853,'1'9'500,"2"1"1,-2-1 0,3 1 0,-1-1 0,1 0 0,2-2 206,1-1 0,3-2 0,1 1 0,3-1-1066,1-2 1,-3-2 0,4-2 0,1-3-1692,1-4 0,0 2 2050,-2-6 0,2-1 0,-4-1 0</inkml:trace>
  <inkml:trace contextRef="#ctx0" brushRef="#br0" timeOffset="933">911 105 8602,'-8'14'440,"0"1"0,2 3 314,-1 1 1,2 2-1,-1 4 1,2 4-25,2 4 0,-2-1 0,1 2 0,0 3-430,2 3 0,1-1 0,0 0 1,0-5-504,0-5 0,4-10 0,-1-1 1,0-2-540,1-4 1,-2-4 0,5-9-386,0-2 1,-2-3 0,0-7 0,1-3 1126,-1-2 0,1-1 0,4 0 0</inkml:trace>
  <inkml:trace contextRef="#ctx0" brushRef="#br0" timeOffset="1233">1139 48 7853,'-9'0'303,"-1"0"0,-3 1 0,0 1 1,-1 2 106,0 2 0,-2 0 0,4 3 0,0 1 373,2-1 0,1 2 1,3 1-1,3 1-309,2 2 1,6 0-1,3 2 1,5-2-226,2 2 1,2-2-1,4 1 1,1 1-60,-1 1 1,-1 1 0,-2 0 0,-2 1-67,-4 2 1,-1 2 0,-2 4-488,1-3 0,-5 1 0,-2-3 0,-2 1 0,-2-1-687,-2-2 1,-3-5-1,-6-5 136,0-3 0,-1-4 0,2-5 1,0-3-1,-2-6 914,2-5 0,0-7 0,2-2 0</inkml:trace>
  <inkml:trace contextRef="#ctx0" brushRef="#br0" timeOffset="1399">1205 76 7853,'0'15'715,"0"-2"0,0-2 474,0 2 1,4 0-1,0 5 1,1 2-540,3 0 1,1 5 0,3 1 0,1 4-836,2 1 0,-3-1 0,0 4 0,-1-5 253,-2-2 0,0-6 0,-2 0 0,-2-4-2862,0-5 1,-2-4 2793,-3-2 0,-9-4 0,-1 2 0</inkml:trace>
  <inkml:trace contextRef="#ctx0" brushRef="#br0" timeOffset="1532">1205 352 7853,'5'-10'406,"-3"1"1,4-1-84,2 1 1,-3-1 0,1 2 0,2 0-648,0 2 0,1 0 1,1-4-1,-1 0-649,1-3 1,-1 2 972,1-1 0,4-3 0,0 0 0</inkml:trace>
  <inkml:trace contextRef="#ctx0" brushRef="#br0" timeOffset="1782">1386 152 7853,'1'10'361,"1"-1"224,1 1 1,0-1-1,-2 1 1,1-1 0,3 2 285,0 1 1,-2 0 0,2 3 0,1 0-574,-1-1 0,0 2 1,3 3-1,-3 0-229,-1 0 0,2 3 1,-2-1-1,-2-1-72,-1 0 1,-1-7 0,0 3 87,0-5-242,0-5 0,0-7 1,-1-9-1,-1-5 38,-2-2 1,1-7-1,3 0 1,0-1-471,0-1 0,0 4 0,0-2 1,0 0-448,0 0 0,0 2 0,1 0 0,1 2-1471,2 1 2507,3 5 0,-2-4 0,5 3 0</inkml:trace>
  <inkml:trace contextRef="#ctx0" brushRef="#br0" timeOffset="1932">1576 152 8341,'3'16'0,"0"0"864,-1 1 0,0 1 0,1 2 0,3 2-306,-1 3 0,2 0 1,-3-1-1,1-1-1433,-1-2-113,3-5 0,-6-16 0,2-13 0,-1-10 988,-2-8 0,-5-2 0,0-5 0</inkml:trace>
  <inkml:trace contextRef="#ctx0" brushRef="#br0" timeOffset="2049">1595 19 7853,'0'7'1266,"0"-1"-1332,0 2 1,1-3 0,1 1-1,1 2 1,-1 0-766,-1 1 0,-1-2 1,1-1 830,2 1 0,3 2 0,3 0 0</inkml:trace>
  <inkml:trace contextRef="#ctx0" brushRef="#br0" timeOffset="2383">1689 57 7853,'0'7'0,"0"-1"705,0 1 0,4 3 1,-1 2-1,0 0 311,1 0 1,-2 3 0,4 0-1,-1 3-607,0 1 1,0 1-1,3 2 1,-2 4-290,1 1 0,2-1 0,-1-2 0,0-1-39,-2-2 1,-1-5-597,2-3 0,-3-8 0,-4-6-4,0-8 0,0-9 0,0-6 0,-1-2 129,-2-3 0,2 2 1,-3-7-1,2 1 103,-1 3 1,2 4 0,-2 2 0,2 3 647,1 3 1,1 9-1,2 1 409,3 6 0,3 5 0,-1 11 1,1 6-279,0 8 0,-5 2 0,6 6 1,-1 1-659,3-1 1,-1-5 0,1 0 0,-1-5-876,-2-3 0,1-12 0,-1-6 0,1-7 331,-1-7 0,-2-9 1,-2-8-1,0-5-2285,0-4 2995,-3-2 0,7-1 0,-4 0 0</inkml:trace>
  <inkml:trace contextRef="#ctx0" brushRef="#br0" timeOffset="2632">1965 48 7853,'-10'0'628,"4"0"1,1 1 0,0 2-1,3 5 1,0 2 684,-1 3 0,2 4 0,-2-3 0,2 1-1038,1-2 1,3 1-1,1-3 1,1-1-512,3-3 0,-2-5 1,3 0-1,1-5 92,1-6 1,0-2-1,2-5 1,3-2-476,2-3 0,-3 2 0,1 0 1,1 4 707,1 2 1,0 6 0,-1 2 0,-1 7 663,1 8 1,0 9 0,1 9 0,-1 7 371,-1 5 1,-5 4 0,-2 6 0,-5 2-748,-3 0 0,-2-3 1,-3-2-1,-5-5-511,-6-3 1,-5-11 0,-4-5 0,-5-4-1185,0-5 1,-3-6 0,-1-3 1316,-2 0 0,-8-6 0,4-5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0:29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13 8025,'8'0'520,"0"1"1,1 2-296,2 1 0,1 0 1,1-4-1,0 0 207,3 0 0,3 4 0,7 0 0,3-1-15,3-2 0,10-1 1,6 0-1,7 0 343,9 0 0,5-4 1,16 0-1,7 0-497,6-2 0,-10 4 1,-38-2-1,2 1 0,-2 0 1,0 0-118,46 1 0,-13 0 0,-7 2 35,-11 0 1,3 0-1,-20 0 1,-6 2-401,-9 2 1,-6-2 0,-11 5 0,-2 0-124,-5 0 1,-3-3 0,-6 4 0,-2 1-2705,-2 2 3046,-2 1 0,-7 1 0,1-1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0:30.6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43 598 7235,'7'-5'197,"-2"-2"1,-5-5-1,0 0 238,0 0 0,0-1 0,0 1-41,0 0 1,-1 0 0,-3 1 0,-4 3 51,-3 4 1,0 4 0,3 4-1,2 7-207,1 8 1,5 8-1,0 13-190,7 5 1,9 8 0,4 4 0,5 1 0,3-2 95,5-8 1,2-14 0,0-12 0,-1-10-539,-1-13 0,-8-13 0,0-18 0,-9-10 32,-7-8 0,-3-2 0,-7-2 0,-4 2 260,-3 5 1,-8 12-1,-3 4 1,-3 8 0,-2 6 1,2 5 0,-6 4 0,2 4 342,2 3 1,5 6 0,2 3 0,3 3-295,-3 1 1,9 0 0,0 1-1,5 0 146,3 3 0,2-2-95,2 2 0,8-2 0,7-2 0</inkml:trace>
  <inkml:trace contextRef="#ctx0" brushRef="#br0" timeOffset="349">384 428 8136,'0'12'2086,"0"0"-1727,0 0 1,5 2 0,0 2 0,2 4 27,2 3 0,-1 6 0,2 1 0,2 1-363,2 3 0,-4-3 0,7 0 0,-4-1-149,-1-3 1,-3-7 0,-3-3-433,0-4 0,2-9 0,-4-8 331,-1-11 0,-2-8 0,-1-5 0,0-6-13,0-6 0,0 5 0,0-4 0,0 0 89,0 1 1,0 0-1,0 4 1,1 4 595,3 6 1,-1 7 0,5 3 0,2 4-105,1 6 1,2 11-1,2 8 1,3 9-161,1 6 1,-4 8 0,1 5 0,-3 2-277,0 0 0,-1-9 1,0 3-772,0 1 1,-1-4 0,-1-6 864,-2-5 0,0-9 0,4 1 0</inkml:trace>
  <inkml:trace contextRef="#ctx0" brushRef="#br0" timeOffset="599">824 537 8235,'8'0'2081,"0"0"-1765,1 0 1,-2 0 0,0-1-1,0-3-32,-1-4 0,1-4 0,1-5 0,-4-3-276,-2-3 1,-2-1-1,0-1 1,0 1-138,0-1 1,-6 6-1,-3 3 1,-5 4-8,-2 4 0,-4 4 0,3 9 0,3 7 100,0 7 1,3 10 0,3 5 0,4 5 423,3 6 0,3-2 0,5 2 0,7 1-278,3 1 0,9-7 1,7-5-1,2-4-800,1-4 0,1-11 0,0-6 1,-1-9-2544,1-10 3233,-6-8 0,-1-12 0,-6-2 0</inkml:trace>
  <inkml:trace contextRef="#ctx0" brushRef="#br0" timeOffset="1066">1287 1 7853,'7'1'1585,"-2"3"-1290,1 4 1,0 10-1,8 9 1,1 12 0,3 15 173,0 13 0,3 3 1,3 8-1,-1-5-617,-2-5 1,0-13 0,-6-1-1,-3-9-544,-2-8 0,-6-13 692,4 0 0,-5-13 0,2 0 0</inkml:trace>
  <inkml:trace contextRef="#ctx0" brushRef="#br0" timeOffset="1226">1397 464 8078,'-4'-12'1766,"1"1"-1519,4 3 0,5 1 0,6 5 0,2-4-685,2-1 0,-1 3 1,5-3-1,2 1-143,1-1 1,1-3 0,1-4 580,-1-3 0,0 1 0,1 4 0</inkml:trace>
  <inkml:trace contextRef="#ctx0" brushRef="#br0" timeOffset="1366">1702 293 7853,'0'19'0,"0"4"0,0-4 277,0 0 0,0 4 0,1-1 0,2 4 0,1 2 32,-1-1 0,2-1 0,0-1 1,1-2 449,-1-3-759,5-2 0,-3-17 0,5-2 0</inkml:trace>
  <inkml:trace contextRef="#ctx0" brushRef="#br0" timeOffset="1505">1665 98 7853,'-12'0'678,"0"0"0,1 2-1313,3 2 1,4 2-1078,8 7 1712,3-1 0,5 0 0,0 0 0</inkml:trace>
  <inkml:trace contextRef="#ctx0" brushRef="#br0" timeOffset="1952">1787 74 7853,'7'12'378,"-2"0"1,-5 0 0,0 1-44,0-1 0,4 1 0,0 4 0,1 2 0,-1 1 0,1 2 1,2 2-1,2 5 41,2 2 0,-3 1 1,0 3-1,3-1-283,4-1 1,-4-1 0,4 4 0,-2-5-220,-3-7 0,2-1-359,-4-7 1,-2-7 0,-2-12 0,-3-9 108,-1-6 0,0-8 0,-1-6 0,-2-3 50,-1-2 0,-4-5 0,4 0 0,1 0 199,2 1 0,1 7 0,0-2 0,0 5 224,0 1 0,0 10 0,1 1 351,3 8 1,3 8 0,5 12 0,0 12-35,0 9 1,2 6-1,1 5 1,1 4-104,-1 2 1,-1-4-1,-2-2 1,0-4-213,0-5 1,0-2 0,-1-7 0,-1-3-546,-2-3 0,-5-12 65,1-9 1,-3-6 0,-2-14 236,-3-6 0,1-4 0,-5-4 1,0-1-1,1-2 65,3 2 1,-2 7 0,2 3 0,2 3 258,0 2 0,2 5 0,2 4 312,2 6 0,2 3 0,5 8 0,0 3-190,1 7 1,-2 6-1,7 8 1,0 2 34,-1 5 1,2-2-1,-4 1 1,3 1-81,-2-2 1,0 0 0,-2-5-1964,-1-2 1,3 1 0,-8-12-2776,0-2 4481,-2-7 0,1-4 0,0-7 0</inkml:trace>
  <inkml:trace contextRef="#ctx0" brushRef="#br0" timeOffset="2198">2397 391 7853,'12'-4'423,"0"0"1,-4 0-1,1 4 1,0-2-15,2-2 1,1 2 0,0-6 0,1-2-169,-1-1 1,0-5 0,-1-2 0,-2-1-44,-1-2 1,-5 2 0,1 0 0,-2 1-220,-2 3 0,-6 2 0,-3 0 1,-5 3-203,-2 1 1,-7 4-1,1 6 1,-2 6-23,1 9 1,2 5 0,2 11-1,6 4 430,3 3 1,8-1 0,-1 2-1,6 0 182,5 0 1,9-6-1,8 2 1,6-5-290,4-4 1,3-8 0,1-7-1,2-8-1007,-2-7 1,-2-9 0,-5-8 928,-3-3 0,2-7 0,0-1 0</inkml:trace>
  <inkml:trace contextRef="#ctx0" brushRef="#br0" timeOffset="2582">909 1330 8811,'1'14'507,"5"3"0,5 8-283,3 6 1,9 7 0,1 5-1,4 7-198,3 5 0,-2-8 0,0 0 0,-1-3-344,-5-5 1,-7-9 0,-1-4 0,-4-3-246,-3-6 1,-7-7 0,-1-6 149,-7-3 0,-4-8 0,-2-3 413,-3-5 0,-3-7 0,-6 3 0</inkml:trace>
  <inkml:trace contextRef="#ctx0" brushRef="#br0" timeOffset="2766">1019 1452 7588,'0'-36'0,"0"0"0,1 2 0,3 3 0,4 1 52,3 3 1,7 7 0,2 5-1,3 6 150,1 5 0,1 4 0,-1 5 0,1 9 87,-1 9 1,-5 1 0,-3 6 0,-2-2 13,-2 1 0,-5 5 0,-3-3 1,-3 0-28,-1-3 1,-5-2-1,-3-2 1,-3 1-244,-1-1 1,-1-5-1,1-2 1,0-5-560,0-4 0,0 1 0,-1-5-755,1-1 1,5-7-1,3-4 1281,3-3 0,1-7 0,0-1 0</inkml:trace>
  <inkml:trace contextRef="#ctx0" brushRef="#br0" timeOffset="3081">1385 1269 7853,'-19'16'404,"2"1"1,4-1-94,1 2 1,-1-4 0,3 5-1,0 0 79,2 0 1,5-2-1,-1 2-345,3-2 1,2-6 0,5-7-310,6-2 0,1-2 0,6 0 1,-1-2-79,-3-2 0,2-7 0,0-5 0,-2 0 126,-2-2 1,-1-1 0,-1-5 0,-1-1 180,-2 1 0,-4 4 0,3 1 0,-1 1 384,1 3 0,-3 6 0,4 2 100,2 1 1,1 9 0,1 9 0,2 7-294,2 4 0,-3 7 0,5 1 0,-2 1-327,0-4 1,1-2 0,-5-3-942,0-3 1,-1-9 0,-3-11 1111,-4-7 0,-2-15 0,-2-3 0</inkml:trace>
  <inkml:trace contextRef="#ctx0" brushRef="#br0" timeOffset="3365">1616 1098 7853,'8'2'347,"1"2"19,0 4 0,2 3 0,2 1 1,2 2 107,2 2 1,4 3 0,-2 5 0,2 2-147,-1 2 1,-1-2-1,1 3 1,-3-4-172,-4 0 0,-2-9 0,-3-1-211,-4 0 1,-4-6-1,-5-3-296,-7-1 1,-2-3 0,-5 2 0,0-2 24,0 2 1,-1 2-1,-3 3 1,1-1 318,2 2 0,9 1 0,0 1 1,3 1 28,1 4 0,4-2 0,1 4 0,6 0 270,8 0 0,1-9 0,8 3 0,0-4-451,3-2 1,0-2 0,0-6 0,1-5-452,-1-6 1,-4-7 0,-1-9 0,-1-5-1514,-3-2 2122,-7-1 0,3-6 0,-4-2 0</inkml:trace>
  <inkml:trace contextRef="#ctx0" brushRef="#br0" timeOffset="3664">1946 964 8122,'0'18'0,"1"2"320,3 3 1,3 3 0,5 1 229,0 2 0,5 2 0,0-4 0,2-1 0,3 2-106,1 2 0,-3-7 0,-1 0 0,-1-4-625,-3-4 0,-6-6 149,-1-1 1,-6-5 0,-2 1-1,-9-2-297,-5-2 0,-1 0 0,-6 1 0,0 2 16,-2 1 1,2 5 0,1-1 0,0 4 499,1 5 0,2-2 0,8 4 0,2 0 118,2 0 0,2-3 0,7 3 0,4-2-96,3-2 1,5-1 0,2-2 0,1-1-247,3-3 0,-3-3 0,1-6 1,2-3-590,1-4 0,-3-8 0,-1-5 1,-1-3-1230,-4-5 1,-4 1 1854,-2-9 0,0 4 0,4-9 0</inkml:trace>
  <inkml:trace contextRef="#ctx0" brushRef="#br0" timeOffset="3841">2251 1233 8273,'8'24'147,"0"0"0,-4-3 1,3-1-1,-1 2-134,1 1 0,1-3 0,3-1 1,-1 0-647,-2 0 0,0-8 633,4 1 0,-5-13 0,-2-1 0</inkml:trace>
  <inkml:trace contextRef="#ctx0" brushRef="#br0" timeOffset="3948">2238 1111 6946,'-6'0'-266,"0"5"1,6 2 0</inkml:trace>
  <inkml:trace contextRef="#ctx0" brushRef="#br0" timeOffset="4249">2421 1074 8138,'0'12'0,"2"0"544,2 1 0,-3-1 0,3 1 1,-2 2-122,-2 2 0,4 0 0,1-1 0,2 5-100,2 2 1,2 1 0,1 1 0,1-1-268,-1 0 1,0 1-1,0-1 1,-1-1-526,-3-2 0,3-5 286,-3-8 0,-3-5 0,0-10-17,-4-5 1,-5-14 0,-2-3-1,0-4 1,-2-5-142,1-3 1,-3 3-1,5-1 1,-1 2 263,1 1 0,1 7 1,3-3-1,-2 6 778,-1 5 0,0 8 1,5 6-1,3 3-282,4 5 0,3 12 0,1 10 0,1 6-189,-1 7 1,4-5 0,2 8 0,1 0-651,2-1 0,-2-4 0,2-4 1,0-3-934,2-4 1,-2-11-1,-2-2 1,-2-9 1352,-2-10 0,-5-9 0,-4-9 0,0-1 0,3-12 0,-2 2 0</inkml:trace>
  <inkml:trace contextRef="#ctx0" brushRef="#br0" timeOffset="4532">2787 1013 8011,'-5'-7'475,"-2"2"1,-5 5 407,0 0 1,1 1 0,1 2 0,4 4-424,0 4 0,-2-1 0,4 9 0,1 0-34,2 0 0,1 0 0,1 3 1,3-3-725,4-1 0,7-4 0,2-5 0,-1-5-132,1-3 0,-2-2 1,4-3-1,-1-5-64,-3-1 0,0-4 1,-2-1-1,2 0 136,0 4 0,-4 1 0,5 5 1,-1 3 1178,1 0 0,-1 13 1,6 7-1,0 9 143,2 10 1,-2 6-1,-2 10 1,-2 5-352,-2 6 0,-5-2 0,-4 2 0,0-6-448,-3-5 1,-12-14 0,-4-6 0,-6-8-570,-7-4 1,0-8 0,-6-6 0,-3-1-3874,-5-4 4277,2 5 0,-9 0 0,4 5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0:45.6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1568 735 8863,'0'-5'2082,"0"3"-1600,0 4 0,1 1 0,3 6 0,4 5-130,6 4 0,3 3 1,1 5-1,3 5-161,2 2 0,3 3 1,-1 0-330,-1 0 1,-3 0 0,-3-8 0,-2-2 0,-1-5-598,-3-2 1,-2-9 0,-3-1 734,-1-1 0,2 0 0,-3 1 0</inkml:trace>
  <inkml:trace contextRef="#ctx0" brushRef="#br0" timeOffset="701">168 49 8625,'-4'5'1037,"2"3"0,-3-2 1,0 5-572,-3 4 0,1 2 1,-5 4-1,1 2-157,0 3 0,0 4 0,-3 1 0,2 2-40,1-1 0,0-3 0,1 2 0,0-2-1503,3-1 0,3-9 1,-1 0-231,1-4 1,1-8-1,4-8-18,2-7 1482,2-5 0,8-12 0,0-2 0</inkml:trace>
  <inkml:trace contextRef="#ctx0" brushRef="#br0" timeOffset="1042">195 58 7853,'3'9'346,"-1"3"1,1-1 0,-3 3-1,0 0 1,0 2 0,0 3-1,1 3 1,1 3 0,1 2-1,-1 1 1,-1 0 0,-1 0-467,0-1 1,0 1 0,0-4 0,0-2-3652,0-5 3771,0-5 0,-8 1 0,-1-5 0</inkml:trace>
  <inkml:trace contextRef="#ctx0" brushRef="#br0" timeOffset="1152">107 304 8398,'0'-5'680,"1"1"1,2 3 0,2-1-940,3-1 0,2 0 0,2 2 0,2 0-1030,3-2 0,4-3 1289,-1 3 0,5-8 0,-3 1 0</inkml:trace>
  <inkml:trace contextRef="#ctx0" brushRef="#br0" timeOffset="1394">432 110 6352,'-9'4'0,"2"2"0,0 2 827,1 1 0,4 3 0,-2 0 0,1 2 0,0 3 187,1 2 0,1 1 1,1 3-1,0 2-1103,0 0 1,3-1-1,1-1 1,0 0-828,0 0 0,0-3 1,-2-5-1,1-3-2530,-1-2 3446,-1-5 0,-1-5 0,0-5 0</inkml:trace>
  <inkml:trace contextRef="#ctx0" brushRef="#br0" timeOffset="1521">397 172 10922,'9'0'552,"-3"0"1,1 0-1,1 0-638,3 0 1,2 0 0,-1 0 0,2-1-694,3-2 1,0 2-1,0-2 1,-1 2 778,-2 1 0,1 0 0,3 0 0</inkml:trace>
  <inkml:trace contextRef="#ctx0" brushRef="#br0" timeOffset="1913">432 260 7853,'-5'9'227,"0"-1"0,4-1 1001,-2-2 1,1-3-1,6 1-642,4-2 0,2-2 0,5-1 0,0-2-823,2 0 0,-2-2 0,-1-3 0,2 1-257,1 2 1,-3-1 0,0 4 0,-1 1-166,-2 1 659,-2 1 0,4 0 0,1 0 0</inkml:trace>
  <inkml:trace contextRef="#ctx0" brushRef="#br0" timeOffset="2123">432 410 8327,'-3'8'474,"0"1"0,-1-1 0,3-1 764,-2-1 1,1-4-1187,5 1 0,2-2 1,6-2-1,2-2-453,1-3 0,0-2 0,4-1 0,0-1-2584,3-1 2985,-2-3 0,6-4 0,-2 1 0</inkml:trace>
  <inkml:trace contextRef="#ctx0" brushRef="#br0" timeOffset="2124">696 163 8870,'-9'15'0,"-3"0"816,-3 0 1,2-1-1,2 0 1,2-1-205,3 1 1,2-2 0,4 2-164,0 2 0,4-2 0,3-1 1,3 1-243,1 0 0,2-2 0,-2 1 1,1 1-433,-2 0 0,0-3 0,-2 3 0,-1-1-373,-1-2 1,-4-2 0,0 0-1,-4 0-186,-4 0 0,-2-3 0,-2-2 0,-2 0-279,-2-2 0,-3-2 1,0-4 1062,3-4 0,-7-5 0,3-5 0</inkml:trace>
  <inkml:trace contextRef="#ctx0" brushRef="#br0" timeOffset="2566">855 163 7853,'0'-9'269,"0"4"450,0-1 1,1 4 200,2-1 0,-2 3 0,3 3-252,-1 3 0,-1 5 1,3 4-1,-1 2-241,-2 0 0,2 2 1,-1 0-369,-1 2 0,-1 3 1,-1 0-1,0 0 1,0 1-593,0-2 0,0-1 0,0 2 0,0 1-1384,0-4 0,1-2 1,1-5-710,1-2 2626,0-6 0,1-6 0,1-5 0</inkml:trace>
  <inkml:trace contextRef="#ctx0" brushRef="#br0" timeOffset="2849">1066 163 7289,'-9'0'2146,"3"3"1,0 1-1674,0 1 0,1 1 0,-1 3 1,-1-1-310,-1 1 0,2 1 0,0 2 0,0 2-27,-2 3 0,-1 1 0,1-1 0,1 1 103,1-1 0,4 1 0,-3-1 0,1-2-123,2 0 0,2-7 0,3 1 0,3-3-174,1-1 0,2-1 1,1-4-1,1-1-173,0-2 0,4-2 0,-2-3 0,1-1-896,1 0 1,-1 0-1,0-1 1,-1 0 1125,1-2 0,-3-4 0,1 3 0</inkml:trace>
  <inkml:trace contextRef="#ctx0" brushRef="#br0" timeOffset="3132">1198 278 8343,'0'6'1338,"0"-1"1,4-3-1,2 0-786,2-4 0,0-1 1,1-4-1,0-4-367,0-2 1,0 1 0,-1-2 0,0-2-290,-2-1 0,1 3 0,-4 0 0,-1 1-63,-1 3 0,-5 0 1,-3 2-1,-4 2-18,-3 3 0,0 2 0,0 1 0,1 2 75,-1 4 1,3 1 0,-1 8-1,3 1 490,0 4 1,4 1-1,2 4 1,2-2-91,1 2 0,0-2 0,1 2 0,2-1-551,3-2 0,3-3 1,1-2-1,2-3-847,-1-2 0,2-3 0,-1-3 0,2-3-587,2-2 0,-4-9 1695,0-4 0,-2-4 0,-1-1 0</inkml:trace>
  <inkml:trace contextRef="#ctx0" brushRef="#br0" timeOffset="3499">1365 163 8231,'-9'4'717,"2"1"0,1 4 0,2 0-223,0-1 0,3 1 0,-2 0 1,2 0-89,1 0 0,4-1 1,2 1-1,2-1-420,0-2 0,4 1 1,1-3-1,0 0-308,-1 0 0,4-2 0,-2-3 0,0-1 2,1-4 0,-4-2 0,0-1 0,-4-1 76,-1-1 1,-1 1 0,1-2 0,-3 2 765,-2 1 0,-1 4 125,0-1 0,1 6-266,2 3 0,-1 2 0,3 10 0,0 2 43,-1 2 1,-1 1-1,2 3 1,-1 3-201,-2 2 0,-1 1 0,-2 3 0,-2 1-49,-3 1 1,-5 1-1,-4-4 1,-3-4-417,-2-2 1,-1-10 0,-4-1-1,-4-6-792,-1-5 0,2-4 1,-1-5-1,4-8 1033,2-7 0,3-3 0,-2-6 0</inkml:trace>
  <inkml:trace contextRef="#ctx0" brushRef="#br0" timeOffset="4032">1920 84 7853,'0'-6'712,"0"0"0,0 5-94,0 1 1,0 8 0,1 8 0,1 4-110,1 7 1,3 1 0,-4 6-379,0 2 1,3 2 0,0-2-1,0 0 1,-1 0-845,0-2 0,-3-2 1,2-3-1,-1-4-1319,1-3 1,-2-10 2031,2-1 0,-6-7 0,-2 0 0</inkml:trace>
  <inkml:trace contextRef="#ctx0" brushRef="#br0" timeOffset="4291">1832 374 9063,'0'-8'946,"0"2"0,1 1-475,2 1 0,3-2 0,5 2 0,5 0-640,3 0 1,5-2 0,6 0 0,4-2-3142,4-1 3310,0 0 0,5-7 0,2-3 0</inkml:trace>
  <inkml:trace contextRef="#ctx0" brushRef="#br0" timeOffset="5032">2536 181 7853,'-9'-5'179,"0"1"0,0 4 1,0 0 379,-3 0 0,2 1 0,-2 3 0,2 4-71,-2 2 0,2 6 0,-1 0-349,5 3 0,-1 1 0,4 3 1,1 2-1,1 0 87,1 2 0,4-4 0,3-1-412,3-4 0,1 4 1,3-8-1,0-2 1,-2-4-155,1-5 0,2-6 1,-4-4-1,0-5 330,-1-5 1,-1-2 0,-1-4 0,-2-2-109,0 0 1,-3-2 0,2 2-1,-1 2 66,-2 2 0,-1 6 0,-1 4 84,0 1 1,1 5-1,1 4 276,1 6 0,4 5 1,-2 8-1,3 2 1,1 1-163,0 2 0,1-3 1,1 3-1,3-3-330,0-3 0,1 1 0,-2-6 0,0 0 184,0-3 0,2-2 0,-1 1 0</inkml:trace>
  <inkml:trace contextRef="#ctx0" brushRef="#br0" timeOffset="5326">2976 225 7853,'-9'9'0,"0"0"0,2 3 354,1 3 1,-2 1 0,3 3 0,-1 1-1,1 1-21,1 2 1,0-3-1,2 2 1,-1-3-1748,2-2 0,0-8 1414,1-1 0,3-9 0,2 0 0</inkml:trace>
  <inkml:trace contextRef="#ctx0" brushRef="#br0" timeOffset="5417">2958 93 7853,'-8'3'259,"-1"0"0,1 4 0,2-2-444,3 3 1,2-2 0,1 0 0,1 1-1417,2 1 1601,2-3 0,4 6 0,0-1 0</inkml:trace>
  <inkml:trace contextRef="#ctx0" brushRef="#br0" timeOffset="5985">3038 163 7853,'-1'10'0,"-1"1"409,-1 0 1,0 2 0,3-2-1,0 2 92,0 0 0,0 0 1,0 3-1,0 1-40,0 2 1,0-2 0,0 4 0,0 0-356,0-1 1,1 2 0,1-4 0,1 1-88,-1-3 0,-1-4 0,0-1-204,1-4 1,-1-4 0,2-7 0,-2-5-3,-1-5 1,3-6-1,0-4 1,0-2-49,1-3 1,0 0-1,3-2 1,-1 1 232,1 1 0,0 6 0,2 2 1,0 3 254,0 0 0,-3 4 1,0 4-14,0 3 0,1 10 0,0 7 0,-2 5 22,-1 4 0,-1 4 0,-3 1 0,1 2-275,2 3 0,-2-4 0,2 0 0,-1-2-1535,1-4 0,-2-1 0,2-4 1548,1-6 0,1 1 0,4-4 0</inkml:trace>
  <inkml:trace contextRef="#ctx0" brushRef="#br0" timeOffset="6326">3293 198 7853,'-3'12'0,"-1"2"0,-1 2 0,2-2 0,-2 6 0,0 0 516,0 2 0,4-2 1,-2 3-1,2-2-1196,1-1 0,0-5 0,1-5-1038,2-3 1718,1-7 0,5-9 0,0-4 0</inkml:trace>
  <inkml:trace contextRef="#ctx0" brushRef="#br0" timeOffset="6327">3337 137 8566,'-9'-4'-178,"4"3"0,5 1 1,5 5-1</inkml:trace>
  <inkml:trace contextRef="#ctx0" brushRef="#br0" timeOffset="6661">3460 84 7853,'0'9'0,"-3"0"0,0-1 0,1 1 713,1 0 1,1 1 0,0 1 0,0 2 31,0 4 0,1-1 0,1 5 0,2 1-709,1 1 0,0 2 1,2 2-474,-1-1 0,-4 3 1,0-2-1,-1-2 0,-1 0-1839,0-3 1,0 0 2275,0-5 0,-3-3 0,-2-1 0</inkml:trace>
  <inkml:trace contextRef="#ctx0" brushRef="#br0" timeOffset="6662">3398 339 8414,'1'-5'793,"1"1"0,2 2-402,1-1 1,-2-3 0,3 2 0,2 0-1196,3 0 1,-2 0 0,4 1 0,-1-2 803,0 0 0,3-2 0,-1 2 0</inkml:trace>
  <inkml:trace contextRef="#ctx0" brushRef="#br0" timeOffset="6994">3592 242 7853,'0'9'1017,"0"0"-482,0 0 1,0 0-1,0-1 1,0 1-263,0 0 1,0 0-1,0 0 1,0 0-126,0 3 0,1-1 1,1 3-1,2-1-804,1 1 1,-3-2 0,2 1 0,-1 0-834,0-2 0,-1-1 1489,-2-2 0,4-3 0,1-1 0</inkml:trace>
  <inkml:trace contextRef="#ctx0" brushRef="#br0" timeOffset="7333">3689 190 7853,'-9'0'313,"0"0"1,1 0-1,-1 0 191,0 0 1,-1 2 0,-1 2 0,0 6-49,0 3 1,1 3-1,1 4 1,0 5-131,1 3 0,0 0 0,2 4 1,3-1-144,2 0 1,2-2 0,2 0-1,3-3-280,2-2 1,1-6 0,2-5 0,2-2-323,1-3 0,0-5 0,4-2 0,0-6-194,-1-7 1,-2-9-1,-2-4 1,0-4 238,-2-3 1,-1 0 0,-2-2 0,-3 1 341,-2 0 1,-2 5 0,-1 0 0,0 4 942,0 7 1,-4 3 0,-1 6-3,-3 2 1,-1 6-1,1 6 1,2 3-554,3 3 1,-1 2 0,1 6 0,1 1-230,2 2 0,0-4 0,2 2 0,2-2-902,1 2 0,-2-5 0,3 0 0,1-2-505,1-3 0,1-2 1,-1-4-1,1-2 1280,0-2 0,0-9 0,0-1 0</inkml:trace>
  <inkml:trace contextRef="#ctx0" brushRef="#br0" timeOffset="7669">3900 102 8329,'-4'-5'720,"3"1"0,-4 5 1,3 2-1,-1 4 1,2 3-1,0 7-76,1 5 0,0 4 0,0 8 0,0 4-383,0 4 1,0-2 0,0 4 0,1-2-433,1-2 0,0-8 0,4 1 0,1-6 598,1-7-427,1-5 0,0-6 0,-1-1 0</inkml:trace>
  <inkml:trace contextRef="#ctx0" brushRef="#br0" timeOffset="8008">4199 146 7853,'0'-5'1073,"0"3"-760,0 8 1,0 0 0,1 10 0,1 3-106,1 3 1,4 5-1,-1 2 1,2 3-33,1 2 0,-1 1 1,1-3-1,0-3-23,0-1 0,0-9 1,-1-3-1,1-4-75,0-5 1,0-5 0,0-3 0,-1-6 107,1-7 0,1-8 1,1-3-1,1-5-47,-2-5 0,3 0 0,0-7 0,0-1-355,3 1 1,-3 4 0,-2 1 0,-1 3-871,-1 1 1,0 9 0,0 1-64,-1 7 1,-3 8-1,-2 8 1149,-2 5 0,-5 10 0,-1 4 0</inkml:trace>
  <inkml:trace contextRef="#ctx0" brushRef="#br0" timeOffset="8680">4578 295 8074,'9'0'0,"-1"0"294,1 0 1,-3-4 0,0-2 0,1-2 145,1-4 1,0 1 0,0-3-1,-2-3-253,-3-3 1,-2 5 0,-1-3-1,0 1 11,0 1 1,-5 1 0,-3 2-1,-3 3 104,-3 2 0,2 5 0,-1 0 0,0 4-126,2 5 0,0 2 0,1 9 0,-2 5-173,1 2 1,4 4 0,2 0 0,1 3-188,2 3 1,1-3 0,1 3 0,1-2-242,2 0 1,6-7 0,5-1 0,2-3 85,1-4 0,-1-10 0,4-1 0,1-6-612,2-6 1,-1-4 0,5-11 0,0-2 950,-3-3 0,-2-4 0,0-1 0,1-2 0,-1 1 0,-6 3 0,-3-2 0,-4 3 109,-3 3 0,-5 5 0,-1 3 0,-6 8 438,-5 5 1,1 3 0,-5 1 0,0 1-26,2 2 0,-1 3 0,3 5 0,-1 5 375,2 4 1,1 2 0,2 4 0,2 1-469,1-1 0,1 2 1,3 1-1,0 2-811,0 1 1,1 1-1,3-5 1,5-2-780,5-5 0,2-6 0,2-4 0,1-6 222,1-5 0,0-9 1,2-11-1,0-7 939,-3-7 0,0 0 0,-3-5 0,-1 1 0,-3 1 0,-2 3 0,-2-4 0,0 5-40,-2 4 0,-2 5 0,-4 5 1,-1 4 692,-2 6 1,1 4-1,-3 6 1,0 2 256,0 3 0,1 4 0,-3 4 0,2 4-506,1 4 1,-2-2-1,3 4 1,1 0-462,1 2 0,1 3 0,-1-1 0,-1 0-502,-1-1 0,0-5 0,3 3 0,0-2-928,0-4 1,0-4-1,-1-4 1043,-2-5 0,-1-4 1,-4-7-1,1-4 505,1-4 1,0 1 0,-2-1 0,1-1-38,2 0 0,0 3 0,-2 0 0,2 1 250,1 1 1,1 3-1,3 0 1,0-1 543,0 0 0,4 1 0,2 1 0,3 0-647,2 0 0,0 2 1,4-3-1,1-1-114,0 0 1,2-2 0,-1 0 0,1 0-4,0 0 0,-4 2 0,0 0 0,-1 1-3329,-3-1 3106,-4 3 1,-6 1 0,-5 6-1,0 4 1428,-1 4 1,0 2-1,-2 5 1,1 0-781,1-1 1,4 1 0,-1-1-1,2 0-361,1-2 1,4-3 0,2-4-1,2-2-211,1-3 1,3-4-1,-1-4 1,1-6-92,1-4 0,-6-1 0,0-5 0,-2 0 115,-3 1 1,-1-1 0,-2 4-1,-2 2 48,-3 0 1,-2 5 0,-3 1 0,-2 3-95,-1 2 0,4 1 0,-2 3 0,2 0-1934,1 0 1,2 1-673,1 2 2721,2 2 0,8 3 0,1 1 0</inkml:trace>
  <inkml:trace contextRef="#ctx0" brushRef="#br0" timeOffset="9072">5220 251 7853,'5'9'488,"0"0"0,-3 0 0,1 0 344,-1 3 0,-1-2 0,-1 2 0,0-2-121,0 2 0,0 2 1,0 3-1,0 1-510,0 0 0,-1 0 0,-2 1 1,-3-1-57,-2-1 0,0-1 0,-2 0 4,-2-1 0,5-6 1,-2-6-99,2-2 1,0-9-1,1-4 1,3-4-206,2-5 1,2-2 0,2-3 0,3 0 104,2-1 1,4 1 0,2-1 0,1 1-626,-1 0 0,1 2 0,3 3 1,-1 1-2304,1 3 0,-1 6 2977,1-1 0,0 2 0,-1 1 0</inkml:trace>
  <inkml:trace contextRef="#ctx0" brushRef="#br0" timeOffset="9160">5467 313 7853,'-1'9'0,"-2"-1"0,-3 1 0,1-1 0,-1-2 0,4-2 0,-2-4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2:30.5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44 8079,'8'-2'477,"-2"-1"-264,1-2 0,-4 1-2,7 4 1,-1 0 0,5 0 0,2 0 26,4 0 0,-3 0 0,7 0 0,3 0-28,5 0 1,0 0 0,7 0 0,-1 0-27,-1 0 1,4 0 0,-3-2-1,4-1 1,1-2-79,0 2 1,-4 1-1,-3 1 1,1-2-50,0-2 1,-4 0-1,4 5 1,0 0 8,-1 0 1,-7 0 0,3 0 42,0 0 0,5 5 0,-2 1 0,-1 0 0,-1 2 9,-1 0 1,-5-3 0,7 5-1,-4-1-42,-1-1 0,0 5 1,-2-5-1,0 0 25,2-3 1,-9 1-1,7-1-36,-4-2 0,6 1 0,-4-1 0,1 1 0,1 0-6,0-3 1,-3-1 0,0 0 0,1 0 13,3 0 1,-4 0 0,0 0-1,1 0-106,2 0 0,-1 0 0,-1 0 0,2 0-23,-1 0 0,-5 0 0,1 0-191,-1 0 1,4 2 0,-2 1 0,-1 2-209,-3-2 1,-3 3 0,-3 1-1,-2-1-300,-1 1 0,-5 2 0,3-2-2134,-2 1 2889,-1 1 0,-5 6 0,0-1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2:33.0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43 157 7972,'-6'-8'449,"3"2"1,-5 4 488,1-2-714,3 2 0,-1-3 1,0 10-1,2 6-42,1 7 1,2 6 0,0 9 0,2 7-50,3 7 0,-4 4 0,4 6 0,-2 2-349,2 4 0,-3-3 1,2 4-1,-2-3 133,-2-5 1,2-18-404,2 0 0,-2-18 0,4-8-2434,1-18 2920,-6-13 0,12-16 0,-5-2 0</inkml:trace>
  <inkml:trace contextRef="#ctx0" brushRef="#br0" timeOffset="297">101 172 7853,'-8'16'0,"3"1"0,3 6 300,2 4 1,0 5 0,2 11 0,3 3 179,4 7 1,6-5 0,2 8 0,4-4-172,1 0 0,-2-11 1,4 1-1,0-7-298,-2-8 0,-1-6 0,-7-12 1,0-4-51,1-3 1,-6-10-1,-1-5 1,-1-6 25,-4-4 0,-1-2 0,-2-9 0,0-4-78,0-4 1,-7-2-1,-1-3 1,-1-1-57,-1 2 1,2 1 0,-3 2-1,1 0-425,-1 0 0,5 13 1,1 6 206,3 6 1,4 10 0,3 5-283,4 6 0,4 7 0,1 7 647,1 3 0,6-1 0,1-5 0</inkml:trace>
  <inkml:trace contextRef="#ctx0" brushRef="#br0" timeOffset="547">489 287 7853,'-2'25'0,"-1"1"165,-2-1 0,-4 6 0,4-7 1,2 3-1,1 3 459,2 4 0,2-4 0,3 2 0,4-5-335,4-3 0,6-6 1,0-1-1,0-5-401,2-8 1,-3-2 0,4-4 0,-1-4-18,-4-8 1,-1-7 0,-3-8 0,-3-1 35,-5-4 0,-4 2 1,-1-5-1,0 1-28,0-1 0,-6 5 1,-4 0-1,-3 5-107,-1 3 0,0 5 0,1-4 1,2 3-697,1 2 0,2 2 0,-3 3 924,1 4 0,7-4 0,-3-1 0,6-9 0</inkml:trace>
  <inkml:trace contextRef="#ctx0" brushRef="#br0" timeOffset="697">748 14 7853,'0'19'84,"0"0"0,0 5 0,1-2 0,2 4 0,4 7 377,1 7 1,-3-1 0,4 10-1,2 6-73,2 2 1,1 1-1,1 5 1,-1-4-913,1-7 0,-1-11 0,0-4 0,1-2-882,-1-3 1,-6-13 1405,-3-5 0,-4-9 0,-1 2 0</inkml:trace>
  <inkml:trace contextRef="#ctx0" brushRef="#br0" timeOffset="864">704 574 7853,'0'-9'0,"-1"1"0,-2 0 369,-2 0 1,0 3 0,5-5 304,0-1 0,7-2 0,2 1 0,4 0-724,1 3 1,7-2 0,3-7-1,3-1-605,2 1 0,-4 1 0,3-1 0,4-2-974,3-3 1629,-3 6 0,9-11 0,-4 6 0</inkml:trace>
  <inkml:trace contextRef="#ctx0" brushRef="#br0" timeOffset="1130">1308 28 9223,'2'14'759,"1"1"1,2 2-404,-2 7 0,5 4 0,2 15 1,2 6-238,3 5 1,-1 6 0,0 0 0,1 3-47,-1-3 1,1-6-1,-1-6 1,-1-6-1756,-4-10 0,2-11 1682,-6-2 0,0-3 0,-5-2 0</inkml:trace>
  <inkml:trace contextRef="#ctx0" brushRef="#br0" timeOffset="1280">1294 531 7853,'0'-14'78,"-2"4"1,-1 1 0,-2-3 418,2 0 1,1-3 0,2 1 0,0 0-122,0-1 1,2 1 0,1-1 0,4 1-537,1 0 0,3-1 0,6 1 0,3 0-691,-3-1 0,4 1 0,0-1 0,-1 1-101,1 0 952,-2-1 0,2 1 0,1 0 0</inkml:trace>
  <inkml:trace contextRef="#ctx0" brushRef="#br0" timeOffset="1564">1610 86 7853,'0'14'575,"0"-4"0,0-1-183,0 2 0,0-3 0,2 2 1,1 1-108,2 2 0,1 3 0,-3 1 1,4 6-197,1 4 1,-4 0 0,4 10 0,0-1-64,0 1 1,-4 2 0,0 4-1,-2-2-217,-2-2 1,0-3 0,-2-4 98,-2 2 0,0-13 70,-5-12 0,4-14 0,-3-9 0,2-10 95,2-8 0,3-2 0,1-5 0,0-3-59,0 2 1,0 0-1,1-1 1,3 2-245,0 6 0,6 2 1,-4 3-1,1 1-391,-1 3 0,5 3 0,-1 6-209,3 1 1,-4 6 0,1 3 829,1 4 0,2-6 0,1-1 0</inkml:trace>
  <inkml:trace contextRef="#ctx0" brushRef="#br0" timeOffset="1882">1854 143 8152,'-12'14'0,"0"1"535,3-1 0,-1 2 0,-3 2 0,2 2-183,2 3 0,6 1 1,-2 3-1,3-1 91,2-3 1,2 1-1,3 4 1,4-4-522,4-5 1,1-3 0,1-2 0,1 0-213,3 1 1,-6-7 0,4-3 0,1-5-57,-2-5 1,-5-5 0,-3-9 130,-2-5 1,4-8-1,-5-5 1,-2-3-1,-2-4 262,-1-1 1,-4 7 0,-1 4-1,2 5 339,1 5 1,2 4 0,-2 7-75,-2 3 0,2 10 0,-3 13 1,5 9-271,5 12 1,-2 6 0,7 3-1,-1 2-252,-1 3 0,5-8 0,-3 1 1,3-4-1338,1-5 0,-5-13 0,1-6 1547,1-5 0,2-10 0,1-6 0</inkml:trace>
  <inkml:trace contextRef="#ctx0" brushRef="#br0" timeOffset="2063">2056 14 8157,'0'-8'2295,"0"3"1,0 11-1999,0 9 0,4 2 0,3 10 1,1 5-311,3 3 0,2 5 0,1 8 0,0 5-644,1 3 1,-1-8 0,1-3 0,-1-2-1088,0-3 0,-4-8 1744,0-4 0,-7-5 0,3-9 0</inkml:trace>
  <inkml:trace contextRef="#ctx0" brushRef="#br0" timeOffset="2213">2214 316 11529,'9'0'309,"1"0"1,1 0-864,2 0 1,1-2 0,1-1 0,-1-4-173,0-1 1,6-1 0,-1-7 0,-2-2 725,-1-1 0,-1-6 0,5 2 0,3-6 0</inkml:trace>
  <inkml:trace contextRef="#ctx0" brushRef="#br0" timeOffset="2360">2458 42 8101,'-8'7'2109,"3"4"-1440,4 7 1,-4 6 0,0 9 0,2 7-479,1 6 1,7 10 0,2 7-1,-1-1-967,0 2 1,1-10 0,-4 0 0,2-7-1039,-2-11 1814,-2-10 0,-1 7 0,0-2 0</inkml:trace>
  <inkml:trace contextRef="#ctx0" brushRef="#br0" timeOffset="3081">273 1307 7473,'0'-14'488,"0"0"1,2 6 0,1 4 0,3 8-127,2 5 1,2 10 0,4 4-1,1 2-191,-1 4 1,-4-3 0,-2 7 0,0-1-160,0 2 1,-4-2-1,4 4 1,-1-1-90,-4-3 1,-1-3 0,-4-5 0,-1-5-5,-2-3 55,-6-1 1,4-9-1,-2-8 1,4-9-1,4-10-225,1-6 1,0 5 0,0-10-86,0 0 0,1-2 0,4 3 0,4-3-94,4 2 1,6 2 0,2 1-1,2 0 1,2 0 429,2 1 0,2 4 0,-2 1 0,-1 1 0,-2 0 0,-7 4 0,2 1 0,-3 5 87,-8 6 0,-3 8 0,-10 4 1,-4 7 401,-4 4 0,-6 4 0,0-2 0,1 4 0,4 1-20,4 0 0,-1-5 1,5 5-1,-1 0-211,1-2 0,1 0 0,5-4 1,0 1-290,0-1 1,6-2 0,4-4 0,4 0-217,6-3 0,-3-6 0,5 1 0,1-9 5,-1-10 1,-4-1-1,1-8 1,-3-1 59,-2-2 0,-1-2 1,-3 2-1,-4 1 299,0 2 0,-4 12 0,3-3 380,-4 2 1,-1 9-385,0 4 1,2 6-1,3 10-333,4 3 0,-1 2 0,2 4 1,1-1-102,2 2 0,0-1 0,-2-1 1,-2-4 320,3-4 0,7-2 0,3 0 0</inkml:trace>
  <inkml:trace contextRef="#ctx0" brushRef="#br0" timeOffset="3413">934 1279 9636,'0'9'603,"0"1"0,2 3-372,3 4 1,-2 1 0,7 6 0,1 1-1,2 2 1,1 2 0,-1-2 0,-2-1-170,-1-2 0,-3-2 0,5 2 1,-4-5-521,-2-3 1,4-11 196,-6-10 1,1-6 0,-5-16 0,0-5 139,0-3 0,0-4 1,0-4-1,0 0 31,0 0 0,0 2 0,0 2 0,2 6 140,3 2 0,-2 9 0,6 4 294,3 7 1,0 11-1,1 11 1,-2 9-88,-1 8 0,-1 3 0,4 7 1,-2 2-496,-1 1 1,0-2 0,2-4 0,0-3-347,-3-5 1,1-3-1,4 0-214,0-5 0,-1-11 1,-3-8 797,-5-8 0,3-17 0,0-6 0</inkml:trace>
  <inkml:trace contextRef="#ctx0" brushRef="#br0" timeOffset="3933">1337 891 8241,'5'14'0,"0"0"389,-2 1 1,5 2 0,0 6 0,3 7 94,3 5 1,-3 5 0,10 6 0,-2 4-229,1 1 0,0-10 1,-2 1-1,1-7-20,-1-8 0,-7-4-275,-2-9 1,-7-6 0,-2-3-123,-8-4 1,-6-1 0,-4 0 0,-3 0 1,-1 0 1,-2 2-1,-3 1 1,1 4 223,2 1 0,7-4 0,-1 6 0,5 1-24,4 2 0,6 1 1,-2 1-1,3-1-27,2 0 1,7 1-1,2-3 1,6 0-756,4-3 1,-2-6-1,7 2 198,2-3 1,-1-4 0,1-4 0,-4-7 0,1-8 542,-1-6 0,-3 2 0,3-9 0,-2 4 0,-8 1 0,3 0 0,-7 2-33,0 3 0,-2-1 0,-7 7 265,-4 5 0,2 7 1,-5 11-1,0 6 592,0 6 1,4 1 0,-2 6 0,1 0-463,0-2 1,2 4 0,6-5 0,4-1-58,1 1 1,1-7 0,6-6 0,-1-1-291,1-4 1,-1-3-1,0-5 1,1-6-373,-1-7 1,-6-4 0,-3-8 0,-4-2 245,-1-2 0,0 1 1,-1 4-1,-6 0 109,-7 0 0,0 2 1,-5 5-1,1 6-187,-1 5 1,3 8 0,-3-2 0,3 3-465,1 2 1,6 2 0,1 3-1,1 4-210,4 4 0,2 1 0,2 1 863,4-1 0,-3 0 0,17 1 0,-3-1 0</inkml:trace>
  <inkml:trace contextRef="#ctx0" brushRef="#br0" timeOffset="4398">1768 1049 7897,'0'14'0,"0"0"0,0 1 656,0-1 1,0 0-1,0 2 1,0 2-171,0 1 1,5 7 0,1-4 0,2 2-429,3 0 0,1-5 0,-1 4 1,-2-1-1,1-1 0,0-1 1,-1-2-1,1-2-413,-2-2 0,0-6 122,-3-3 0,-4-10 0,4-4 0,-3-6 116,-2-4 1,0-3 0,0-7 0,0-1 54,0-4 1,-2 4-1,-1-4 1,-2 4 66,2 1 0,1 5 0,2 2 1,0 1 112,0 4 0,7 7 0,2 7-62,4 6 0,-4 11 0,1 10 1,1 5 293,2 5 0,1 2 1,-1 6-1,-2-2-76,-1-2 0,0-6 0,2 2 1,-1-4-62,-1-1 1,-7-12-478,2-2 1,-3-12 0,-2-5 154,0-11 0,0-2 0,0-9 0,0-4-69,0-4 1,0 1 0,0-6 0,0 2-16,0 3 0,4 1 0,1 3 0,0 0 108,1 5 1,-2 7-1,5 8 1,4 3 528,5 6 1,-1 9 0,5 12 0,2 10-275,4 8 1,-4 0 0,6 8 0,-5-3-541,1-2 1,-5-5 0,-2-1 0,-3-2-2421,-2-3 2790,-6-8 0,5 3 0,-5-5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4:31.0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1 220 8317,'0'11'307,"3"-3"0,2 3 0,3-1 129,5 0 0,1 1 1,8-2-31,2 1 0,1-3 0,-1-5 0,2-5-310,-2-4 1,-1-7 0,-3-5 0,-3-2 0,-3-3-489,-1-3 0,-8 0 1,0-3-1,-4 3-4,-3 1 1,-6 3-1,-5 2 410,-4 3 1,-2 7-1,-4 9 1,1 2 293,2 2 1,-1 7 0,3 6 0,1 5 0,2 4 37,3 4 1,1 3 0,4 4 0,2 3-246,2 4 0,3 0 0,4 0 1,3-1-933,5-2 1,3-11 0,3-4-1,1-8-1100,1-6 1931,1-5 0,-1-12 0,2-1 0</inkml:trace>
  <inkml:trace contextRef="#ctx0" brushRef="#br0" timeOffset="316">349 53 8043,'-4'11'0,"-1"2"584,-1 1 0,1 5 1,0 2-1,2 4-14,1 5 1,1 4 0,-1 4 0,-1 3-186,2 2 0,0-4 1,1-1-1,0-2-285,0-2 1,0-7-1,0 0 1,1-5-265,1-5 0,0-8 0,3-4 0,1-4-188,1-3 1,-2-7 0,1-8 0,2-8-52,0-6 0,0 0 0,4-8 0,-1-2 98,-2 0 0,3 1 1,-1-2-1,2 3 387,0 2 0,-4 9 0,1 4 0,-2 5 316,0 8 1,-1 8 0,-2 5 0,-3 7-165,-1 8 0,-1 8 1,0 4-1,0 4-193,0 2 1,0-3 0,0 2 0,-1-2-721,-1-3 0,1-2 0,-1-2 1,4-4-594,3-7 0,5-7 1272,3-5 0,1-4 0,1-2 0</inkml:trace>
  <inkml:trace contextRef="#ctx0" brushRef="#br0" timeOffset="515">727 8 8875,'-14'3'0,"0"3"731,-2 3 1,5 4-1,-6 5 1,0 3-10,1 6 1,3 4 0,2 7 0,1 5-133,4 3 0,3-4 0,1 1 1,2-6-643,2-5 1,4-11-1,5-2 1,2-3-981,1-3 1,0-5-1,2-1 1,1-4 538,0-4 1,-2-3 0,3-6 0,0-4-3255,-1-2 3747,-6-4 0,7-9 0,-7-2 0</inkml:trace>
  <inkml:trace contextRef="#ctx0" brushRef="#br0" timeOffset="748">833 144 8248,'-7'4'1709,"2"4"-1353,-1 4 0,4 9 1,-3 6-1,0 4 1,0 7 155,0 4 0,0-4 0,-3 7 0,1-3-379,-1-3 1,3-5 0,1-4 0,0-2 337,-1-4 0,3-9-391,-3-3 1,4-12 0,1-6 0,4-7 61,3-6 1,0-2-1,2-5 1,1-2-215,3-4 1,1 1-1,1-3 1,1 0-757,2-1 1,-5 3 0,2 0 0,0 0-518,-1 1 1,1 3 0,-1 1 1344,-1 4 0,1-1 0,-2 4 0</inkml:trace>
  <inkml:trace contextRef="#ctx0" brushRef="#br0" timeOffset="903">954 303 8439,'-3'23'811,"-2"-1"1,1-4 0,2-2-1,1-2-502,1-3 1,3-1 0,3-4 0,1-1-49,3-2 1,-1-2-1,4-2 1,0-2-635,2-2 1,0-3-1,0-4 1,0-4-888,0-2 1,0-3 0,0-4-1,-2-1 1260,0-1 0,-4 6 0,2-7 0,-3 4 0</inkml:trace>
  <inkml:trace contextRef="#ctx0" brushRef="#br0" timeOffset="1215">1159 174 7759,'-4'8'418,"-1"-1"1,-2 2-1,0 1 1,0 3-1,0 2 587,0 2 0,3 4 1,-5 6-1,2 4-639,1 3 1,0-1 0,-1 0 0,2-1-329,3-2 0,-2-6 0,2-1 0,1-5-994,3-5 1,2-5-1,3-7 1,2-6-143,1-5 0,-1-7 0,3-4 0,0-3 1098,-1-4 0,0 1 0,1 0 0,2-2 0,0 0 0,-2 1 0,1 1 0,0 2-334,-1 3 1,-2 2 0,-3 8 420,-2 4 1,-4 7 0,-4 14-1,-2 6 1269,0 4 0,0 5 0,0 4 0,0 1-106,1 2 1,-2 1 0,4 3 0,-1 1-1043,0 2 1,2-3 0,-2 5 0,3-2-435,0-2 0,0-7 1,0-5-1,0-7-1455,0-6 1,0-7-1,0-5 32,0-6 1,0-9 0,-1-4 1648,-2-5 0,-1-7 0,-4-7 0</inkml:trace>
  <inkml:trace contextRef="#ctx0" brushRef="#br0" timeOffset="1387">1249 280 7857,'13'-32'0,"1"1"295,2 2 0,-1 6 1,2 3-1,0 5 310,1 5 1,-5 7 0,2 1 0,-4 2 115,-1 5 0,-5 5 0,-3 7 0,-1 2-174,-1 3 1,-1 2 0,-1 6 0,-3-1-522,-2 1 1,-2-3 0,0 4 0,-1-1-1310,1-4 1,0-8-770,2-3 1,3-9 0,1-7 2051,2-10 0,8-10 0,1-6 0</inkml:trace>
  <inkml:trace contextRef="#ctx0" brushRef="#br0" timeOffset="1550">1507 0 7759,'-3'9'0,"0"1"882,-1 2 0,1 3 0,-1 3 1,1 4 347,1 5 1,0 3 0,1 10 0,-2 4-924,1 4 1,2-5 0,0 0-1,0-1-1176,0-2 1,0-5-1,0-1 1,0-7 672,0-4 1,0-8 0,-1-1 195,-2-5 0,-4-3 0,-5-6 0</inkml:trace>
  <inkml:trace contextRef="#ctx0" brushRef="#br0" timeOffset="1831">1477 326 7759,'4'-18'281,"-2"0"0,-1 4 1,-1-3-1,1 3 490,1 1 0,0 3 0,3-2 0,1-1-693,1 1 1,-1 1 0,0 5 0,4 0-808,1 1 1,-1 0 0,1-3-1,1 0 97,0 1 1,1 2 0,1 1 0,-1 0 307,-3 3 1,-2 1 0,-1 2 402,-2 3 1,-2 3 0,-3 2 0,0 3 478,0 4 0,0 0 0,-1 3 0,0 2 290,-2 2 1,0 3 0,1 4 0,0 0-456,0 1 0,0 0 0,1 1 0,-2 0-769,1 0 1,1-5-1,1-6 1,0-2-834,0-7 0,1-5-462,2-8 1671,-2-9 0,9-13 0,-2-5 0</inkml:trace>
  <inkml:trace contextRef="#ctx0" brushRef="#br0" timeOffset="1998">1719 136 7891,'-3'-7'0,"0"-2"362,-1-1 0,1 4 499,-2-1 1,3 2 0,-3-1-1105,2 1 0,0 4 0,4 1-688,2 4 0,1 3 0,4 0 0,2-2 931,0-3 0,3 3 0,-1-1 0</inkml:trace>
  <inkml:trace contextRef="#ctx0" brushRef="#br0" timeOffset="2191">1825 121 7759,'0'15'252,"-4"2"1,0 2 0,-1 3 1295,0 5 0,0-1 1,-2 9-911,2-1 1,-1 0-1,4-3 1,0-3-1,1-4-173,1-4 0,4-8 0,3-4 1,3-5-586,2-2 1,-2-6 0,2-4 0,-1-7-387,-2-5 0,0-2 0,-3-6 0,0-3 112,-1-2 0,-3 1 0,0 0 1,-1 3 50,-1 3 0,-2 5 1,-2 0-1,0 6 235,-2 2 0,0 7 0,-2 1 1,0 2-1035,1 2 1,0 4-1,2 3-1446,3 2 2588,1-3 0,1 3 0,0-3 0</inkml:trace>
  <inkml:trace contextRef="#ctx0" brushRef="#br0" timeOffset="2481">1984 114 8656,'-1'12'0,"-1"0"0,0 0 955,0 0 1,-1-2 0,0 2 0,1 3-4,-2 2 0,3-1 0,-1 5 0,0 2-503,0 1 0,1 3 1,-3-4-1,2 1-362,-1 1 0,1-7 1,2 2-331,0-6 0,1-7 0,0-8-189,2-6 1,3-5 0,-2-8-1,1-4-136,0-5 1,0 0-1,3-6 1,0 1 157,2-1 1,-1 6-1,3-1 1,0 3 215,0 0 1,-2 8-1,2 3 540,2 6 0,0 6 1,0 10-1,-1 7 1,-3 8 242,-1 6 1,-4 7 0,-1 3 0,-1 4-131,-1 4 0,-1-7 0,-1 1-1072,0-4 0,-1 0 0,-2-5 0,-1-4 613,0-4 0,-3-3 0,3-4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4:28.70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23 118 7853,'0'-8'0,"0"1"0,0-1 110,0 1 1,0 2 792,0 0 1,0 3-395,-3-1 0,2 7 1,-1 3-1,1 6-128,1 4 1,0 4 0,0 6-1,0 5-127,0 4 1,0 2 0,0 7-1,0 5-149,0 3 0,0 0 0,0-1 1,0-3-387,0-6 1,-3-8 0,1-2-1,0-7-1015,1-5 0,-1-6 571,-1-5 0,1-6 0,2-4 725,0-4 0,0-10 0,0-2 0</inkml:trace>
  <inkml:trace contextRef="#ctx0" brushRef="#br0" timeOffset="281">31 80 7871,'3'-15'0,"0"1"246,1 1 0,2 2 0,3 4 1,2 0 92,1 2 0,1-1 0,2 4 1,0 3-112,0 3 0,0 4 1,-1 3-1,0 3-6,-1 3 0,-5 1 1,-1 0-1,-3 2 56,-3 2 1,-2 3-1,-3 1 1,-3-1-103,-5 1 0,-3-3 1,-3 3-1,-1-4-427,0-1 0,-3-3 1,3-4-1,1 0-270,0-2 1,7-3 0,-1-2-473,2-3 1,6-4 0,2-3 0,5-2 992,5-2 0,2-4 0,6 0 0</inkml:trace>
  <inkml:trace contextRef="#ctx0" brushRef="#br0" timeOffset="581">304 201 7871,'-18'8'492,"1"-1"1,0 1 352,1-1 1,0 4 0,2-1 0,1 2-396,0 2 1,6-2 0,0 3 0,3 1-313,3 0 1,1 0 0,2-2 0,4-1-457,3 0 1,4-5-1,4 0 1,1-5-214,1-2 1,2-8-1,1-4 1,1-5 5,0-4 1,-6 0 0,-1-1 0,0-2 300,-3 0 1,0 3 0,-2-1 0,-2 4-76,-3 3 1,-5 7 731,-1 2 0,-5 11 0,-4 6 1,-1 8 372,1 4 0,0 4 0,3 4 0,0 1-1169,1 2 0,3-5 1,-1 0-1,3-2-1035,0-4 0,3-9 0,2-3 1398,2-6 0,4-2 0,0-4 0</inkml:trace>
  <inkml:trace contextRef="#ctx0" brushRef="#br0" timeOffset="831">523 209 7871,'0'11'264,"0"-2"0,0 3 1,0 0 532,0 3 1,0-1 0,0 6 0,0 3-347,0 4 1,0 0-1,0 6 1,0 3-400,0-1 1,-2-4-1,-1-1 0,0-2 106,0-4 0,2-9-259,-1-3 1,1-10-1,1-7 1,0-7-66,0-5 0,3-3 0,2-5-62,2-3 1,3-4 0,1-1 0,0-1-1,1 0-395,0 2 0,0 4 0,3 1 0,0 1 149,1 1 0,0 4 0,0 3 474,2 2 0,3-1 0,-2 5 0</inkml:trace>
  <inkml:trace contextRef="#ctx0" brushRef="#br0" timeOffset="1080">743 224 9586,'-11'18'0,"-2"-1"0,-1 2 525,-1 2 1,2 0 0,1 6-1,1 0 229,2 0 1,1-2 0,1 1 0,2-3-445,2-3 1,4-8-1,3-4 1,5-5-468,2-2 1,1-6 0,4-5 0,1-8-662,1-5 1,2-6 0,-2-4 0,-1-4 265,2 1 1,-3 3 0,1 2-1,-3 4 536,-2 1 0,-5 13 0,0 1 505,-3 9 0,-2 7 0,-5 14 1,-2 6-19,-1 5 1,-2 2 0,1 4 0,1-1-645,1-2 1,3-4 0,-2-2 0,0-2-29,3-5 1,1-9 0,2-5-1,4-5 201,3-5 0,0-10 0,2-8 0</inkml:trace>
  <inkml:trace contextRef="#ctx0" brushRef="#br0" timeOffset="1263">977 12 7807,'-5'13'0,"0"-1"979,-1 2 1,2 1-1,0 2 1,0 4-59,-1 4 0,4 0 0,-2 5 0,2 3-705,1 1 1,0 4 0,0-1 0,0 3-200,0 2 0,1-6 0,2-1 1,2-7-1508,1-5 1,2-8 0,0-8-1,2-7 1490,0-7 0,3-7 0,-1-5 0</inkml:trace>
  <inkml:trace contextRef="#ctx0" brushRef="#br0" timeOffset="1430">1113 118 7807,'-4'3'1321,"-2"2"0,3 5 1,0 4-533,-1 3 0,-2 4 0,2 6 0,-1 5-697,0 4 1,3 0 0,-1 4 0,0-1-682,1-1 0,0-6 0,5-4 0,1-6-764,0-5 0,3-6 0,-2-2 1353,2-3 0,4-6 0,0-4 0</inkml:trace>
  <inkml:trace contextRef="#ctx0" brushRef="#br0" timeOffset="1647">1197 421 7807,'7'-4'0,"1"-1"373,-1-1 0,1-3 0,0-1 0,0-3 261,2-1 0,-2-3 0,3-1 0,-2-4-415,1-2 0,-4 4 1,1-4-1,-1-1-225,-2-1 1,-1 5 0,-6 1 0,-2 6 219,-1 4 1,-4 5 0,-1 4 0,-1 5 177,-2 6 1,3 8 0,-1 4 0,0 4-171,0 3 1,3 1-1,0 7 1,2 1-382,2 0 0,3 0 1,0 2-1,1-2 8,1-3 0,6-11 0,2 1 0,4-7-4260,4-6 4411,-1-5 0,4-10 0,-4-1 0</inkml:trace>
  <inkml:trace contextRef="#ctx0" brushRef="#br0" timeOffset="1814">1439 65 8146,'-10'7'0,"-1"4"873,-1 8 0,3 0 0,-1 8 0,2 4 321,3 5 0,-1 4 0,3 6 0,0 3-622,-1 3 1,2-7 0,2 6 0,3-6-1160,2-6 0,2-7 0,0-7 1,1-4-1774,-1 0 1,1-8 2359,0 0 0,-1-7 0,1-3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8:38.37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59 7853,'-7'0'768,"-1"0"1,3 0 137,0 0 1,7 0-1,1-2 1,5-1-273,5-1 0,5-1 1,4-2-1,6 1-270,6 1 0,2 1 0,8-2 1,2 2-585,2 1 0,-1 0 1,0 1-1,-2-1-593,-4 2 0,-6 0 0,-1 1 0,-6 1 813,-7 1 0,-8 2 0,1 4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8:38.9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 17 7608,'-1'-7'813,"-1"2"0,2 0-293,0 5 0,3 5 0,5 9 0,0 5 19,2 6 0,-1 8 0,2 6 1,0 7-252,-2 7 0,-1 2 0,0 5 0,-1-4-433,-3-4 1,1-11 0,-4-4 0,2-7-434,-2-8 1,0-6 0,-2-4-360,-1-5 0,0-6 937,-3-6 0,-3-8 0,-4-3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8:39.2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89 7853,'13'-15'350,"-1"3"0,0-2 0,4 3 0,1-1 0,4 2 140,3 2 0,0 4 0,1 1 1,-1 3 13,-5 3 0,-3 2 0,-3 5 0,-2 3-270,-4 3 0,-4 3 1,-1 4-1,-2-1-473,-2 0 1,-3 0 0,-5 1-1,-3-1 4,-4 0 0,-2-2 1,-3-2-1,0 0-209,0-2 1,-1-5 0,2 2-1,1-1 347,3 0 1,3-1 0,3-1-1,1 0 1056,3 0 0,3 0 1,5-2-1,2 0-614,5 2 1,3-2 0,7 2 0,1-2-294,3 0 1,1-4-1,1-2 1,2-1-1096,0-1 1,1-1 0,1-1 0,-1-3-2991,-2-2 4033,-4-4 0,5 0 0,-4-4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8:42.6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15 153 9306,'0'8'245,"0"2"0,0 3 0,1 7 0,1 5-127,0 6 1,0 3-1,-2 2 1,0 1-86,0 0 1,0-5 0,-2 2 0,-1-5 0,-1-5 1,2-7 0,-1-5-260,3-3 1,-3-5-1,1-4 1,0-5-1,1-4-22,1-4 0,1-2 0,1-4 1,1-5 68,1-1 1,0-2 0,2-3 47,-1 0 1,1 0 0,3 1 0,1 1-1,0 2 237,0 4 1,-1 5 0,1 3 0,0 6 145,0 5 1,0 9 0,-3 7 0,0 6 14,-2 5 0,1 0 0,-3 3 1,0 1-73,1 1 0,-2-3 0,-2-1 0,0-2-7,0-1 1,0-3 0,0-1 0,1-3-354,2-3 0,-3-5 149,3-7 0,0-8 1,0-8-1,1-6-261,-1-7 0,4-2 0,-1-5-8,3-2 0,4-4 0,-3 2 0,2 1 213,1 4 0,1-1 1,1 11-1,-1 6 0,-1 7 415,-4 7 0,-3 7 0,-2 7 1,0 5 92,-3 5 1,0 5-1,-1 4 1,0 1-327,0 4 0,0-5 0,0 3-542,0-2 1,0-1-1,1-7 1,1-3-1,0-3-697,0-5 1,2-4-1,1-3 1128,1-3 0,2-6 0,-1-2 0</inkml:trace>
  <inkml:trace contextRef="#ctx0" brushRef="#br0" timeOffset="367">461 26 7971,'0'-4'1780,"0"2"0,1 5-1289,1 5 0,-1 3 0,1 7 1,-1 5-286,-1 3 0,0 7 0,0 3 0,0 4-81,0 1 1,0-1 0,0 1-1,0 0-30,0-3 1,0-8 0,0-5 0,0-4-403,0-6 0,0-7 0,0-2-239,0-4 1,1-7 0,2-8 318,2-4 1,2 1-1,2-4 1,2-2 33,0-2 1,3 4 0,1-1 0,2 4 58,-1 3 1,-4 5 0,3 1 0,-1 5 453,0 2 1,-2 5 0,-1 5 0,-2 5 246,-2 8 1,-5 2 0,1 4 0,-3 2-180,-3 0 1,-4-3 0,-5 1 0,-1-2-234,-2-4 0,1-6 0,-5-5 1,1-3-876,1-4 1,-1-2 0,1-3-82,0-1 1,2-3 0,3-3 0,3-2 0,3-2-2835,4-2 3635,1-1 0,1-3 0,0-1 0</inkml:trace>
  <inkml:trace contextRef="#ctx0" brushRef="#br0" timeOffset="598">922 398 8214,'-4'-4'1341,"0"0"1,-3 4-851,-1 0 0,1 5 0,-1 2 0,0 5-351,-2 2 0,2 5 0,-2 3 0,2 5-612,0 5 0,-1 1 1,1 5-1,1-1-755,1 0 1,3-8 1226,0-2 0,2-8 0,1 2 0</inkml:trace>
  <inkml:trace contextRef="#ctx0" brushRef="#br0" timeOffset="1350">1286 123 7853,'-4'-18'94,"0"2"1,-3 0 104,-1 2 1,0 1 0,-2 3 0,-1 2-1,-2 2 181,1 4 1,2 3 0,-2 4 0,1 5-129,-1 6 1,6 4-1,-2 4 1,2 1-107,2 2 1,1-2 0,4 1 0,1 0-138,3-3 1,5-3-1,3-4-237,1-5 0,1 0 0,2-6 0,0-1 0,0-4-71,-2-5 1,1-5 0,0-6 0,0-3 129,1-2 0,-6-3 0,3-5 1,-4 1 106,-1 0 1,-2 4 0,2 1 231,-3 5 0,-3 12 0,-3 11 0,0 10 340,0 9 1,0 7 0,0 7 0,0 4-29,0 2 0,-1-1 0,0 4 0,-3-1-81,-3-3 0,1-6 0,-5 3 0,1-2-188,-3-2 0,2-7 0,-1 0 0,1-6-279,-1-4 0,0-6 0,-2-6 1,1-3-1101,3-4 1,2-5-1,1-3 1,0-1-489,2-2 1,1-1 1653,2-5 0,1-2 0,-3-4 0</inkml:trace>
  <inkml:trace contextRef="#ctx0" brushRef="#br0" timeOffset="1667">1494 405 7853,'7'-3'235,"-2"2"1,0-1 0,1 0 374,0 0 1,3 0-1,1-3 1,2-2-49,2-2 1,-1-1 0,1-4 0,2-5-464,0-5 1,2-3 0,-2-4-1,-1-3-145,-2-2 0,-6 3 0,0-3 0,-3 5-83,-3 4 0,-3 8 1,-3 4-1,-2 6 5,-3 4 0,1 4 0,-3 2 1,0 6 378,1 7 0,1 5 0,-2 6 63,2 2 0,-3 5 0,3 4 0,1 1 1,2 2-53,2 0 1,-1-3 0,4 3-1,1-3-394,2-1 1,7-7 0,4-2 0,2-5-1006,1-6 0,3-5 0,2-5 0,2-7-477,0-7 0,0-6 1610,1-7 0,-4-7 0,-1-2 0</inkml:trace>
  <inkml:trace contextRef="#ctx0" brushRef="#br0" timeOffset="1817">1873 49 8287,'-8'7'843,"1"1"1,0 2 0,1 3-365,2 4 1,1 5 0,-1 6-1,0 5-173,0 7 0,2-1 0,0 5 0,1-3-623,1-2 1,0-2-1,0-3 1,1-5-717,1-3 1,-1-5-1,1-2 1033,-1-5 0,-1-4 0,0 1 0</inkml:trace>
  <inkml:trace contextRef="#ctx0" brushRef="#br0" timeOffset="1965">1761 398 8170,'0'-8'851,"3"4"1,0-1-1,2 1-455,3 0 1,1 2 0,5-1 0,4 0-683,2-2 0,5 0 0,6-2 0,3-1-745,3 0 1031,-2-4 0,9 1 0,-3-4 0</inkml:trace>
  <inkml:trace contextRef="#ctx0" brushRef="#br0" timeOffset="2450">2348 26 7853,'0'-7'203,"0"0"0,0 2 966,0 0 0,0 4 1,0 1-742,0 4 0,0 9 0,0 4 37,0 4 1,0 7 0,0 4 0,0 2 0,0 5-123,0 1 0,-1 1 0,0 2-584,-2 0 1,0 1 0,1-7 0,0-5 0,0-5-1449,1-5 0,1-8 800,0-1 0,4-11 0,1-5 0,2-6-535,3-6 1424,-2-3 0,6-8 0,-2 0 0</inkml:trace>
  <inkml:trace contextRef="#ctx0" brushRef="#br0" timeOffset="2731">2571 71 7853,'0'-12'207,"0"2"0,0 5 0,0 0 1311,0-1 1,-1 3-945,-1 0 0,-2 8 0,-5 3 1,0 4-281,0 4 1,-5 0 0,3 6 0,-2 2-7,1 1 0,0 2 0,-2 2 0,0-1-110,2 0 1,3-6-1,0 2 1,2 0-111,2-1 0,4-6 0,-2-3 0,3-3-113,3-4 0,2-1 0,4-3 0,1-2 95,2 0 1,1-4 0,4-2 0,2-2-334,0-3 1,3 1 0,-2-4 0,1 0-662,1-1 0,1-3 0,-2-1 0,1 1-11,0-1 1,-5 4 0,4-2 0,-4 1 262,-2 2 1,1 2 0,-6 0 691,-1 3 0,-1-1 0,0 5 0</inkml:trace>
  <inkml:trace contextRef="#ctx0" brushRef="#br0" timeOffset="3015">2794 197 8104,'0'8'661,"0"-1"0,0 1 0,1-2-269,1-1 1,0-2-1,3-3 1,1 0-161,0-3 1,4-2-1,1-5 1,0-2 176,-1-2 1,3-3-1,-3-2 1,-1 1-133,-1 0 0,-4-2 0,-1 3 0,-3 0-262,-3 2 0,-2 1 1,-5 1-1,-3 4 15,-3 3 1,-2 3-1,-3 5 1,1 3-107,-1 5 1,2 4-1,1 6 1,2 6 328,2 4 0,3 3 1,0 2-1,3 2-70,4 1 1,3-2-1,4 0 1,2-5-76,4-2 0,3-9 0,3-1 1,0-5-771,3-4 1,-2-5-1,3-2 1,1-3-740,2-3 1,-4-4 0,4-6 0,0-2 387,-1-2 0,-2 1 1013,-2-4 0,-1 0 0,-1-2 0</inkml:trace>
  <inkml:trace contextRef="#ctx0" brushRef="#br0" timeOffset="3450">3010 145 7458,'-4'-4'-552,"3"1"1802,-4 3 1,0 0-547,-3 0 0,4 1 0,2 1 0,1 3-455,1 2 1,0 0 0,1 1 0,0 1-312,2 1 1,3 0 0,-1-3-1,2-1-137,3-1 1,-1-4 0,3 2 0,-1-2 39,1-1 0,-2-7 1,1-3-1,1-3 56,-1-2 0,-1-3 0,2-1 0,-2-1 76,0 0 0,-3 4 0,-1 0 0,-2 4 334,-1 5 1,2 5 0,-2 2 0,2 6 15,0 6 0,-1 5 0,1 9-64,1 4 0,-2 5 0,0 0 0,0 3 186,-3-1 0,3 6 0,-3-4 0,-1 2-35,-1 1 1,-8 0 0,1-5 0,-3-3-159,-2-2 1,-4 3 0,-3-8-1,-1-4-506,2-6 0,-4-2 1,2-11-1,0-1-220,0-4 0,1-3 1,2-4-1,4-2-105,2-3 1,3-3 0,4-2 0,3-1 578,1-2 0,1-4 0,0-1 0</inkml:trace>
  <inkml:trace contextRef="#ctx0" brushRef="#br0" timeOffset="3731">3366 442 7853,'-5'8'255,"0"-1"1,0 2 667,-2 4 1,-3-2 0,0 6-1,0 3-235,0 3 1,0 4 0,-1 4 0,-1 2-620,1-2 0,4-4 1,1-3-1,1-3-69,0-4 0,4-1 0,-2-1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8:51.6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192 84 7853,'-9'-10'0,"-1"3"0,-3-1 0,1 1 420,-1 3 0,1 1 0,0 4 0,-2 4 308,-2 6 1,1 8 0,-1 6-1,0 7-156,2 5 1,5 6-1,4 9 1,1 5-195,3 3 0,6-7 1,5-3-1,5-3-172,4-7 0,-1-10 0,3-6 0,0-9-441,0-9 0,0-10 0,2-7 0,2-9-230,0-7 1,-3-4 0,-1-8-1,-2-5 54,-2-6 1,-4 3 0,-1-5 0,-5 3 73,-4 6 1,-6 11-1,-6 3 1,-7 6 567,-6 4 0,0 5 1,-4 4-1,0 3-217,2 1 0,2 4 1,1 0-1,2 2-580,5 5 0,4 2 1,1 6-1,1 0-2290,5 2 2856,1-1 0,2 7 0,0-1 0</inkml:trace>
  <inkml:trace contextRef="#ctx0" brushRef="#br0" timeOffset="367">455 193 7853,'-2'6'180,"0"1"0,-1 2 0,-1 1 802,0 2 0,0 3 1,-2 2-1,-1 5-146,1 4 1,0 1-1,-1 3 1,1 0-520,-1 1 0,2-4 1,0 1-1,1-5-420,1-1 0,1-7 0,2 0 0,1-5-234,1-5 1,1-2 0,5-5 135,0-2 0,-1-8 0,2-3 0,-1-4-493,0-4 0,2 0 0,3-6 0,0-1 378,0 0 0,-1 2 0,1-1 0,0 2 455,0 0 0,1 5 1,0 1-1,1 5-9,-1 5 0,-3 5 0,-1 7 1,-2 5 794,-3 6 1,-3 7 0,0 4 0,-1 4-483,-1 3 0,-1-3 0,-1 5 1,-1-2-1041,-1 2 1,-1-6 0,1 3 0,0-4-1089,2-3 0,2-5 0,0-4-1240,2-6 2925,2-7 0,5-9 0,1-4 0</inkml:trace>
  <inkml:trace contextRef="#ctx0" brushRef="#br0" timeOffset="633">789 359 7853,'6'-3'160,"1"-1"0,-1 1 0,1-2 0,-1 0 0,0-1 675,1-3 1,-1-1-1,0-2 1,-1-2-247,-1-1 1,0-1-1,0-4 1,-2 1-449,-1-3 1,-1 2-1,-1 0 1,-1 2-86,-2 3 0,-4 5 1,-1 3-1,-2 4 142,-3 3 0,3 6 0,-3 5 0,0 5 293,0 5 0,3 3 1,1 5-1,0 5 49,3 3 1,2-2 0,1 3-1,1 0-437,2 0 1,4-5 0,3-1 0,4-4-376,2-3 0,2-5 1,0-6-1,2-4-493,0-4 0,1-5 0,2-3 0,-2-5-5366,0-4 6131,-2-1 0,3-6 0,-1 2 0</inkml:trace>
  <inkml:trace contextRef="#ctx0" brushRef="#br0" timeOffset="786">969 379 7853,'-3'6'214,"1"0"0,0 1 1,2-1 848,0 1 0,4-4 0,1-1 0,4-1-1253,1-1 0,1 0 0,4 0 1,0-1 189,2-1 0,0-1 0,2-4 0</inkml:trace>
  <inkml:trace contextRef="#ctx0" brushRef="#br0" timeOffset="1234">1296 0 7853,'4'1'582,"0"1"0,-2 3 0,0 5 0,-1 5 114,1 5 1,-1 6 0,1 11 0,-2 6-384,-2 7 0,-1 3 0,-4 4 1,1 2-96,2-1 1,-2-11 0,2 0 0,-2-5-536,0-5 1,0-7 0,-1 2 0,1-2-2457,-1-7 1,3-6 2772,0-11 0,-3-11 0,-3-6 0</inkml:trace>
  <inkml:trace contextRef="#ctx0" brushRef="#br0" timeOffset="1401">1193 430 7853,'0'-13'412,"2"2"1,0 1 0,0 1 191,1 1 0,3 2 0,3 2 0,2 1-229,3 3 0,-1 0 0,3 0 0,2 3-581,0 1 0,-2-1 0,4 1 0,0-1-856,-3-2 1,-1 2-1,1-1 1,-2-1-955,-1-2 2016,0 0 0,-4-8 0,-1 2 0</inkml:trace>
  <inkml:trace contextRef="#ctx0" brushRef="#br0" timeOffset="1555">1495 302 8319,'-4'15'714,"-2"2"1,1 0 0,-1 2-564,0 1 0,3 3 1,-1 0-1,0-1 1,2 2-308,-1-2 0,1-6 0,2 1 0,0-5-569,0-4 0,0-4 725,2-4 0,2-9 0,2-4 0</inkml:trace>
  <inkml:trace contextRef="#ctx0" brushRef="#br0" timeOffset="1709">1533 199 7853,'-3'-4'434,"0"-1"-1182,-4 3-616,1 0 1364,2 2 0,4 3 0,4 1 0</inkml:trace>
  <inkml:trace contextRef="#ctx0" brushRef="#br0" timeOffset="2150">1629 180 7853,'0'6'0,"0"3"0,-1 0 0,0 1 775,-1 1 0,0 2 1,2 2-1,-1 3 41,-1 3 1,1 0 0,-1 3 0,1 2-293,1 0 1,0 1 0,0 3 0,-2-3-251,0-1 0,0-6 1,2 2-1,-1-3-99,-1-3 0,1-7 0,0-3-614,2-2 1,1-8-1,2-5 1,1-3-312,1-6 0,1 0 0,1-8 0,1-2 193,1-3 1,-1 1 0,1 1 0,0 0 199,-1 0 1,2 4 0,1 0 0,0 5 380,-2 3 0,-2 9 0,1 4 74,-2 5 0,-4 8 0,0 7 0,-3 4 331,0 3 0,0 2 1,0 0-1,-2 0 113,0 1 0,-2-4 0,1 3 0,0-2-239,0-3 1,1-3 0,2-2-1,0-4-147,0-2 0,1-6 1,1-4-391,2-4 1,0-7-1,2-6 1,1-3-303,0-2 1,1 0 0,-2 0 0,1 0 261,2 0 0,-2 2 0,2-1 1,0 1 629,-1 3 0,3 5 0,-2 1 0,1 2 106,1 2 1,-3 4 0,-2 3-1,-1 5-29,-1 4 1,1 6-1,-3 3 1,-1 3-274,0 1 0,-2 0 0,0 4 0,-2 2-518,-1-1 1,1-1 0,-2-1-1,1-1-1512,1-1 1,1-5 0,2-1-1067,0-4 2936,0-5 0,3-7 0,1-4 0</inkml:trace>
  <inkml:trace contextRef="#ctx0" brushRef="#br0" timeOffset="2416">2072 398 7853,'6'-3'153,"1"2"0,-1-4 0,0 0 750,1 0 0,0-5 0,2 0 0,1-3-393,-1-2 0,3 0 1,-4-3-1,0-1-495,-1-1 1,-3 3 0,-2-1 0,-1 2-128,-1 1 0,-4 7 0,-1 2 1,-4 2 73,-1 3 1,-1 2 0,-3 3 0,0 5 406,0 5 0,4 3 1,-3 4-1,3 4-91,0 4 0,4 1 1,0 5-1,1 1 419,1 0 0,1-1 0,4-3 0,2-2-795,3-5 1,6-6-1,6-3 1,0-4-217,1-6 1,1-3 0,1-5-1,0-3 314,0-3 0,2-5 0,0-3 0</inkml:trace>
  <inkml:trace contextRef="#ctx0" brushRef="#br0" timeOffset="2751">2399 462 8135,'-4'-4'682,"2"-1"1,2 2-1,2-1 1,3 1-572,3 3 1,3-1 0,3 0 0,3-2-812,1 2 1,0 0-1,4 1 700,0 0 0,-2 0 0,2 0 0</inkml:trace>
  <inkml:trace contextRef="#ctx0" brushRef="#br0" timeOffset="3433">2809 250 7853,'0'-6'-247,"0"2"774,0-1 0,1 5 0,1 3 28,0 7 0,0 7 0,-1 6 0,0 6-241,1 6-1,0 3 1,-2 7 0,-2 3 65,0 4 0,-3-3 1,1 0-1,-2-1-286,0 0 1,-1-9-1,1-3 1,1-7-492,1-5 1,2-9-1,-1 0 1,0-2-848,1-3 0,-1-5 1,-2-5 692,0-3 0,0-3 0,1-7 0,-1-3 315,-1-4 1,0-4-1,-1-4 1,-1-2 172,0-4 0,0 0 0,3-2 1,1-1 293,1 0 1,1 1-1,3-3 1,2 2 282,3 0 0,4 9 1,5-5-1,2 2-92,2 1 0,1 6 0,1 3 0,3 2-34,0 4 1,2 3-1,-1-1 1,-1 6-147,-3 5 0,-3 2 1,-3 2-1,-1 5 68,-4 6 1,-5 3 0,-4 5 0,-2 1-10,-3 1 1,-3 1 0,-1 2 0,-3 1-132,-1-3 1,-2-1 0,-1 2 0,-2-1-34,-1-2 0,1-4 1,0-2-1,2-2-1836,0-2 1,3-6 0,1-2 164,2-2 0,6-3 0,3-1 1535,3-2 0,9-2 0,1 0 0</inkml:trace>
  <inkml:trace contextRef="#ctx0" brushRef="#br0" timeOffset="3766">3098 411 7853,'-3'-6'0,"-2"1"0,-2 1 696,-1 2 1,-4-1 0,2 4-1,-1 2-80,1 3 0,0 4 0,-1 2 0,2 2-434,0 1 1,4-1 0,1 3-1,3 0-295,1 0 0,0-1-50,2-4 1,5-1-49,4 0 0,1-6 0,0-2 1,1-3-89,0-5 0,1-5-429,1-5 0,-2-2 522,2-6 1,-3-1 0,0-1 0,0-1 342,-1 0 0,-2 4 1,-1 3-1,-1 4 420,-3 4 1,-1 6 0,-3 7 0,0 8-68,0 6 1,-3 8 0,-1 1-1,0 3-274,0 3 1,2-4 0,-2 3 0,1-3-659,2 1 1,0-6 0,2 0-1,1-3-656,2-5 0,3-7 1,1-5-1,3-4 1098,1-5 0,1-8 0,0-5 0</inkml:trace>
  <inkml:trace contextRef="#ctx0" brushRef="#br0" timeOffset="4099">3367 199 8305,'0'7'887,"0"2"0,-2 1 0,0 5 1,1 3-76,0 3 0,1 2 0,0 4 0,1 1-431,1-1 1,-1 0 0,4-2-1,-1-1-261,-1-1 1,2-4 0,-2-1 0,-2-1-340,0-3 0,-1-3 1,-1-1-1,-2-1-563,-3-3 0,-1 0 0,-4-2 0,-1-1 236,-2-1 1,-1 0 0,-3-1 0,-1 1 329,1 0 0,3-1 1,-1 1-1,2 3 93,2 3 0,3 2 149,1 3 0,3 3 759,0 4 1,4-3-1,-1 4 1,4 0-311,2-1 0,2-3 0,1-3 1,2-2-275,1-1 0,2-6 0,1-1 0,1-3-399,1-3 0,-1-5 0,3-4 0,2-5-614,1-5 0,-1-1 0,1-7 0,0-2-1447,0-3 1,-4 1 2258,3-6 0,-4 8 0,1 0 0</inkml:trace>
  <inkml:trace contextRef="#ctx0" brushRef="#br0" timeOffset="4450">3586 173 8467,'0'7'855,"-3"0"1,1 1-1,1 4-149,0 2 1,1 5-1,1 6 1,0 2-216,1 3 0,3 1 1,0 0-1,0 0-17,2-1 1,-1-6 0,1-1 0,-2-5-307,0-3 0,0-3 0,-3-2-565,-1-1 1,-1-3-1,-2-4 1,-3-1-71,-3 1 1,0-1 0,-4 1 0,-1-1-137,0-1 0,0 1 1,-3 0-1,-1 2 624,1 1 0,4 0 1,0 3-1,2 2 335,2 1 0,1 3 1,3 1-1,2 2-18,1 0 0,2-1 0,1 2 0,2-2-80,2 0 0,3-5 0,0-2 0,0-2-308,0-2 0,3-2 1,-1-1-1,1-2-503,0-4 0,3-6 0,0-5 0,3-4 84,0-3 1,0-3-1,0-1 1,-2-1 468,-1 1 0,-3-2 0,4 0 0</inkml:trace>
  <inkml:trace contextRef="#ctx0" brushRef="#br0" timeOffset="4625">3759 398 7993,'-3'11'0,"-1"-2"383,-2 1 0,2 1 1,-1 0-1,1 1 1,0 1 392,-1 0 1,3-1 0,-1 2 0,-1 0-1297,1 1 0,1-2-322,0-2 842,4-6 0,5-2 0,3-7 0</inkml:trace>
  <inkml:trace contextRef="#ctx0" brushRef="#br0" timeOffset="4721">3804 276 7983,'-4'-4'129,"-2"1"0,2 1 1,-2 0 527,0 1-657,2 0 0,2 7 0,2 1 0</inkml:trace>
  <inkml:trace contextRef="#ctx0" brushRef="#br0" timeOffset="5050">3874 308 7983,'-1'6'468,"-1"1"0,2-1 0,-3 1 0,3 0 0,0 1 117,0 0 0,0 4 0,0 1 0,0 4 183,0 4 1,-1 0-1,0 2 1,-2 2-521,2 2 0,0-2 0,1 2 0,0 0-134,-3-3 1,3-2-1,-2-6 1,1-3 130,1-4 0,1-4 1,1-5-632,2-3 1,0-7 0,2-8 0,1-3-276,0-2 1,3-3-1,-2 0 1,1-1 337,0 0 1,-1 4 0,2-2 0,-1 2 529,-1 2 1,-1 6 0,-1 4 343,1 3 1,-4 4 0,-1 7-1,-1 4 188,-1 5 0,-1 4 0,-1 3 1,-2 1-945,-2 1 1,1 0 0,0 1 0,1-1-1145,1-3 1,1-2 0,4 0-1536,2 0 2884,3-7 0,9-6 0,0-7 0</inkml:trace>
  <inkml:trace contextRef="#ctx0" brushRef="#br0" timeOffset="5399">4156 411 7855,'0'-15'-165,"0"3"0,-2 3 1,-3 1 670,0 3 1,-3 2-1,1 3 1,-3 2-1,1 1 1517,0 4 0,-3 3 0,2 1 0,0 1-1628,2 1 0,1-2 0,1-1 0,2 1-512,2-1 0,2 0 1,2-3-1,2 0 86,2-1 0,4-4 0,2 0 0,3-4-1224,1-2 0,-1-5 1,2-1-1,-1-3 558,0-2 0,-1 1 1,1-3-1,-1 2 581,-1 3 0,-3 2 0,3 4 0,0 3 847,0 3 0,-5 7 0,-2 7 0,-1 6-168,-3 4 1,-2 4-1,-1 3 1,0 0 530,-3 1 0,-1-2 1,-4 2-1,-2 0-329,-2-1 0,2-5 1,-5 1-1,-2-2-269,-3 0 1,0-1 0,-3 0-1,0-2-624,0-3 1,0-5 0,-2-1 0,1-2-186,3-4 1,6-4 0,3-2-1,2-3-2145,2-5 0,4 1 1,2-3-1,2 2 2126,4-2 0,1-1 1,4-3-1</inkml:trace>
  <inkml:trace contextRef="#ctx0" brushRef="#br0" timeOffset="5580">4323 789 7875,'-7'9'0,"-2"-1"493,-1 0 1,2-4-1,0-2-1314,0-1 821,3-4 0,0 0 0,1-4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8:50.1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39 7853,'3'-10'60,"-1"1"1,-1 2 0,-2 1 875,-1 2 0,2 2-449,-3 4 0,1 2 0,-1 5 1,3 4 0,1 4 0,1 2 0,2 2 1,1 4-178,1 2 0,-2 3 0,0 3 0,1 3-526,1 1 1,-2 1 0,0 3 0,1-3-974,-2-2 0,2-7 1,-3-1-1,0-7-1281,-2-6 2469,0-5 0,-5-1 0,-2-3 0</inkml:trace>
  <inkml:trace contextRef="#ctx0" brushRef="#br0" timeOffset="173">6 385 7973,'0'-10'121,"-1"1"168,-1 2 1,1 3 0,0 0 0,2 1 0,3-1 0,3-1 147,1 0 0,2 0 0,4 1 0,1-1-742,2-1 1,2 0-1,2 0 1,1-2-777,1 0 0,-2-2 1081,3-3 0,-4-3 0,2 0 0</inkml:trace>
  <inkml:trace contextRef="#ctx0" brushRef="#br0" timeOffset="517">339 32 10388,'-3'7'0,"0"0"0,-2 1 0,2 4 0,0 2 0,1 4 0,0 4 0,0 6 0,0 1 0,1 4 1465,1 1 1,0-1 0,0 5 0,0-2-1319,0-3 0,3-6 0,1-4 0,0-4-15,0-4 0,1-5 0,1-2 0,0-3-391,1-3 1,0-4 0,1-3 0,0-3-849,0-2 1,0-6 0,0-3 762,0-1 1,3-7-1,-2 0 1,-1-1-1,-1-3 139,2 0 0,-2 7 1,2-3-1,-2 4 510,-1 2 0,1 7 0,-2 4 563,0 7 1,-3 8 0,-2 10-580,0 5 0,0 8 0,0 3 0,0 3 1,0 3-300,-2 0 1,1-6 0,-1-2-1,1-2-43,1-3 1,2-7 0,1-2 0,1-5-2124,1-5 1,0-5-1,2-2 2176,-1-2 0,0-5 0,1 0 0</inkml:trace>
  <inkml:trace contextRef="#ctx0" brushRef="#br0" timeOffset="750">608 327 8371,'7'-6'0,"0"1"369,2 1 0,-4 2 0,3-2 0,0-1 0,-1 0 0,1-1 1,0 0-1,0-1 388,0-3 1,-1-1 0,-1-3 0,-2-2-413,-2 0 0,-1-1 1,-2 0-168,-1 2 0,-2 1 0,-5 2 0,-1 5 0,-2 3 114,-1 3 0,0 3 0,1 5-486,1 3 1,0 6 0,2 3 0,1 4-1,2 5 679,2 4 1,1 0 0,4 2-322,1 2 1,3-2 0,5-5 0,5-1 0,4-3-1021,2-3 1,2-9 0,3-5 0,3-7-426,3-7 1,-1-7 1280,6-6 0,-2-3 0,6-4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6:04.4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94 189 7738,'0'5'207,"0"0"212,0 1 1,0-2 0,-1 2-1,0 1 88,-2 2 1,0 1 0,3 3 0,0 2-255,0 2 1,0 4 0,0 4-1,0 1-109,-3 0 0,2-1 0,-2-1 0,3 1-550,0-3 1,-3-3-1,0-2 1,2-3-3881,0-3 4286,1-3 0,0-3 0,0-2 0</inkml:trace>
  <inkml:trace contextRef="#ctx0" brushRef="#br0" timeOffset="333">141 55 7759,'0'-8'387,"0"1"1,0 1-1,0 1-47,0-1 0,1 0 0,1 0 0,1 2 112,2 0 0,-2 1 0,3 4 0,2 3 27,1 4 1,-2 4 0,4 7 0,0 5-96,-1 7 1,1 1 0,-4 5 0,0 1-4,-1 3 0,-3 1 1,-3 4-1,0 2-214,0 0 1,-4 1 0,-3-2 0,-4-1-329,-1-3 0,-1-7 1,-3 0-1,0-6-504,-2-4 0,1-7 1,-1-5-1,0-4-913,0-3 0,1-4 0,0-2 1578,3-2 0,-4-7 0,1-4 0</inkml:trace>
  <inkml:trace contextRef="#ctx0" brushRef="#br0" timeOffset="818">502 181 7464,'0'-5'769,"3"3"0,0 5-100,1 5 0,-2 4 0,1 7 1,-1 6-252,0 5 1,-1 3 0,2 6-507,-3 1 1,0 3 0,0-3-1,0-5 1,0-2-752,0-6 0,0-9 1,-3-2 197,-2-5 1,0-5-1,0-8-225,-1-3 1,-1-4 865,-1-6 0,-3-8 0,-1-1 0</inkml:trace>
  <inkml:trace contextRef="#ctx0" brushRef="#br0" timeOffset="1031">510 259 7209,'13'-12'0,"0"1"0,0 3 247,-1 0 0,3 1 0,-3 2 1,2 2 229,2 2 1,-5 6 0,3 2-1,-3 6-60,-1 1 0,-6 7 0,3 1 1,-2 4-171,-4 2 1,0-1 0,-2 3 0,-1 1-40,-3 1 1,-3-3 0,-2 2 0,-1-2-54,-1-4 1,-1-6-1,-2-1 1,1-2-686,1-3 0,6-5 0,-1-6-756,1-1 1,4-4 0,0-3 0,2-3 1285,1-2 0,0-6 0,0 0 0</inkml:trace>
  <inkml:trace contextRef="#ctx0" brushRef="#br0" timeOffset="1333">886 424 7941,'12'7'133,"-1"-2"0,-2-2 0,-2-3 0,2-4 124,2-4 0,-2-3 1,2-6-1,0-1-127,-2-3 0,-4 0 1,2-1-1,-3-3-103,-2 1 0,-1-1 0,-2 3 1,-2 1 107,-2 3 0,-3 5 1,-2 3-1,-3 4 392,-2 3 0,-1 4 0,1 3 0,0 5 81,2 3 0,-2 1 0,3 6 0,1 2-299,1 1 0,5 3 0,-2 0 1,3 2-265,2 1 0,1-2 1,2 3-1,3-1-522,4 0 1,0-3 0,6-6 0,2-3-1075,1-3 0,4-7 1,-2-4 506,1-1 0,1-11 0,3-6 1044,-1-5 0,1-9 0,-1-3 0</inkml:trace>
  <inkml:trace contextRef="#ctx0" brushRef="#br0" timeOffset="1531">1192 165 8099,'-13'0'0,"1"0"0,-1 0 967,1 0 1,0 7 0,-2 3 0,1 5-159,-1 4 1,5 1 0,2 7 0,0 2-330,3 4 0,-2 0 1,3 2-1,3-2-327,1-2 0,5-3 0,3-1 1,2-5-674,2-2 1,0-5 0,2-5 0,1-3-894,0-2 1,0-4 0,2-1 0,0-5 724,-1-5 0,0-2 0,-2-5 688,-2-1 0,2-5 0,-3-5 0</inkml:trace>
  <inkml:trace contextRef="#ctx0" brushRef="#br0" timeOffset="1782">1333 259 7928,'0'8'488,"0"2"1,-1 1-1,-1-1 1,0 3 263,0 2 0,1 2 0,1 4 0,0 0-341,0 2 1,0 2-1,0 0 1,0 2-192,0 1 1,0-3-1,0 1 1,-1-2-206,-1 0 0,-2-7 1,-1-4-1,2-5-60,-1-2 1,3-4 0,-2-5-30,-1-5 0,3-4 0,-1-7 0,2-2-13,2-5 0,0 1 0,3-3 0,1 0-294,1 0 1,1 3 0,0 0 0,0 1-576,0 1 0,0 6 0,-1-3 0,2 2-480,2 1 1436,-6 8 0,9-5 0,-6 5 0</inkml:trace>
  <inkml:trace contextRef="#ctx0" brushRef="#br0" timeOffset="1931">1482 361 7759,'3'12'347,"-2"0"0,3-2 0,-2 0 219,1 0 0,2-4 1,-1-1-1,0-1-465,2 0 1,-1-2 0,0 1 0,2-3-1000,2-3 0,-2-1 0,3-5 0,0-2-1111,-2-2 2009,1 2 0,2-7 0,1 1 0</inkml:trace>
  <inkml:trace contextRef="#ctx0" brushRef="#br0" timeOffset="2097">1654 267 7759,'-2'13'274,"-2"0"0,0 1 799,-2 1 0,2 1 0,-1 3 0,1 2-421,0 5 0,1 3 1,-1 3-1,0 1-451,2 0 0,1-3 0,1 2 0,0-7-1492,0-7 0,4-7 1,2-3 310,4-5 0,-3-9 0,2-5 0,1-7 980,-2-5 0,1-4 0,-1-5 0</inkml:trace>
  <inkml:trace contextRef="#ctx0" brushRef="#br0" timeOffset="2265">1733 338 7759,'4'-5'947,"0"3"0,-4 5 0,0 5 273,0 4 1,1 6 0,0 4 0,2 4-835,-1 6 0,1 3 0,0 3 0,-1-1-775,2 0 0,-3-4 1,2 0-1,0-4-1579,-1-6 1,4-5 1096,-4-5 0,4-11 1,-4-2-1,0-6-660,-1-4 1531,-1-2 0,-4-7 0,0-1 0</inkml:trace>
  <inkml:trace contextRef="#ctx0" brushRef="#br0" timeOffset="2447">1772 439 7825,'4'-20'0,"1"2"0,2 2 183,1 0 0,-1 3 0,1 1 0,1 0 310,1 3 1,0 4-1,2 2 1,0 3 368,-3 3 0,-3 3 1,-1 6-1,1 0-419,-2 2 0,0-1 1,-4 2-1,0 1-679,0 1 0,-1 0 1,-2 1-1,-1 0 307,-1-1 0,-2-3 1,3-1-1,-1 0-2069,0-4 1,-1 0 0,-1-9 1997,2-4 0,-2-5 0,3-3 0</inkml:trace>
  <inkml:trace contextRef="#ctx0" brushRef="#br0" timeOffset="2598">1960 212 7759,'8'-8'607,"-3"4"1,1 1 16,0 2 0,-2 8 0,0 1 0,0 4 0,-2 5 100,-2 3 0,3 4 0,0 2 0,-2 2-522,0 3 0,-1 0 0,0 1 0,1-1-548,2 0 0,-2-3 0,1-3 1,0-5-2403,1-5 0,-3-4 2748,3-1 0,-6-1 0,-1-1 0</inkml:trace>
  <inkml:trace contextRef="#ctx0" brushRef="#br0" timeOffset="2747">1921 432 7759,'0'-8'669,"0"0"0,0 0 0,1 0 334,2 0 0,-2 3 0,5 1 0,0-1-635,4 1 0,0 0 0,3-2 0,1 1-1486,0 2 1,5-3-1,0 1 1,1 0 1117,2 0 0,0 0 0,2-3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6:09.6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24 268 7449,'-8'-8'66,"1"0"0,2 0 643,2 0 0,2 0 1,3 0-1,3 1-174,6-1 1,4 0 0,2 1-159,1 2 1,4-1 0,-1 3 0,2 2-1,0 3-196,1 3 1,-4 6-1,-3 2 1,-2 2-124,-2 4 1,-4-2 0,-2 4-1,-3 1-271,-3 0 1,-3 2-1,-2-1 1,-5 1 72,-2-1 1,-3-2-1,-4-4 1,-1-2 337,-1-2 1,3-6 0,-1 1-1,3-2 829,2-2 0,4 0-518,-2-4 1,7-1 0,5-1-284,6-1 0,2-3 0,4 1-307,1-2 1,3-3-1,2-2 1,0 0-1,1-1-908,-3 1 1,-1-3 0,-1 2-1,0-2-754,1-1 1,-5 1 0,3-1 1742,-4 0 0,3-3 0,-5-1 0</inkml:trace>
  <inkml:trace contextRef="#ctx0" brushRef="#br0" timeOffset="215">345 1 8723,'8'3'0,"0"4"973,0 2 0,0 1 0,3 3 0,2 2 164,2 2 1,0 4 0,1 4 0,0 3-76,0 3 0,-3-1 1,-2 6-1,-1 0-581,-4 3 0,-3-3 0,0 7 0,-3 1-673,-3-3 0,-1-5 0,-5-4 0,-1 0-926,-3 1 1,-1-8-1,0 2 1,-4-3-1025,-1-2 0,1-3 0,-3 1 2142,-1 0 0,-4 1 0,-2-1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6:07.8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211 56 7759,'-5'-11'433,"0"3"1,-2 0-112,-3 2 0,2 0 0,-4-1 0,2 1 0,-1 4 1,-2 1-1,0 1 0,1 2 652,2 3 1,1 2-1,1 8 1,1 6-783,2 3 1,1 2-1,4 4 1,1 1-133,2 1 1,1-1 0,4 4 0,0-1-336,0 3 0,0-4 0,2-1 0,0-1-1687,0-4 1,-2-4 0,-2-4 1961,-1-3 0,-3 2 0,1-6 0</inkml:trace>
  <inkml:trace contextRef="#ctx0" brushRef="#br0" timeOffset="150">23 314 7759,'-2'-5'606,"-1"0"0,-3 0 0,2-3 0,-1 0-24,3 0 1,4 3-1,4 1 1,4 0-561,3 2 0,2 1 0,0-1 1,2-2-905,1 0 1,2 2 0,3-4 0,-1 0 881,-1-1 0,0-1 0,2 1 0</inkml:trace>
  <inkml:trace contextRef="#ctx0" brushRef="#br0" timeOffset="283">329 173 7759,'0'13'0,"0"0"325,0 1 1,-3 1 0,1 1 0,-1 0 0,1 0-82,-1 2 0,-1-2 1,3 1-1,-2-4-1443,1-2 0,1-2 698,1-7 1,4-13 0,0-10 0</inkml:trace>
  <inkml:trace contextRef="#ctx0" brushRef="#br0" timeOffset="422">337 118 7759,'0'-7'876,"-1"-1"-117,-2 0-1612,2 4 0,-2 1 1,3 6 852,0 2 0,0 2 0,0 1 0</inkml:trace>
  <inkml:trace contextRef="#ctx0" brushRef="#br0" timeOffset="853">501 103 7759,'4'4'242,"-3"6"1,2-2 0,0 0-1,0 2 1,1-1 0,-1 3 840,-1 0 1,-1-1 0,-1 4 0,0 2-671,0-1 1,0 2 0,-1-1 0,-1 1-238,0 0 0,-3 1 1,1-2-1,0-1-339,-2-2 0,1-4 0,0-1 95,-1-3 1,2-3 0,1-7-1,0-3-294,1-2 1,-1-8-1,3 2 1,0-3-108,0-1 1,1 2 0,2-4-1,2 0-60,2 1 1,1 1 0,-1 3-1,2 0-216,2 1 0,-2-1 1,3 1-1,1 1 745,-1 1 0,1 3 0,3-4 0,-1 1 0,1-2 0,-4 3 0,-1 1 0,-3 2 0,0 2 191,-4 2 1,0 8-1,-4 6 1,0 2 596,0 3 0,0 1 0,0 3 0,1 0 56,1 0 0,3 1 0,2-1 0,0 0-164,1 2 1,-2-3-1,4 3 1,-1 0-258,-1 0 0,-1-4 0,0 0 0,-1 1-289,-4-1 1,-1-3-1,-1 1-401,0-1 0,-3 0 1,-3-3-1,-1-1 1,-3-3-958,0-3 1,-2-3 0,3 0 0,-2-4-187,2-4 0,1-3 1,2-6-323,0-1 1732,5-2 0,-3-7 0,4-1 0</inkml:trace>
  <inkml:trace contextRef="#ctx0" brushRef="#br0" timeOffset="1004">807 32 7759,'12'0'580,"-1"0"1,-5 5-1,-1 2-9,1 2 1,0 6 0,0 1-1,-4 3 1,-1 3 242,-1 1 0,0 0 1,0 5-1,0 1-994,0-1 0,-3-1 1,0-4-1,0-1-1185,-1-2 1,-1-3-1,1-1-2405,0-5 3770,-1-6 0,-3-1 0,0-4 0</inkml:trace>
  <inkml:trace contextRef="#ctx0" brushRef="#br0" timeOffset="1122">823 236 6690,'8'-9'0,"0"1"434,-1 0 0,4-4 1,0 4 260,1-1 1,1-1 0,3 1 0,0-2-1,0 2-343,3 0 0,-3 1 0,3 0 1,-3 1-1344,0-1 0,-1 0 991,1 0 0,-4 0 0,0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6:34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1 8260,'-8'13'1143,"6"9"1,8 8-882,3 13 0,3 5 0,5 6 0,-1 3-261,-5 7 1,5 1 0,-5 0 0,3-5-1,-1-4-671,-1-6 0,-9-10 1,3-1-369,-4-9 0,-2-5-231,0-7 1269,-8-9 0,-1-9 0,-8-9 0</inkml:trace>
  <inkml:trace contextRef="#ctx0" brushRef="#br0" timeOffset="147">13 537 7759,'0'-11'-286,"-1"-1"402,-5-1 1,4-3 0,-2 1 174,8 4 0,0-5 0,7 5 1,3-3-429,1 3 0,8-5 0,0 5 1,0-5-329,2-1 1,-5 4-1,5-1 1,-2-1-234,0 1 698,0 1 0,2-12 0,2-2 0</inkml:trace>
  <inkml:trace contextRef="#ctx0" brushRef="#br0" timeOffset="714">342 18 7759,'0'18'235,"0"-1"1,-2-2 0,-2-1 44,-1-3 1,-1 1 0,6 5-1,0 2 22,0 4 0,0 4 1,0 6-199,0-4 1,2 4 0,2-5 0,3 3-86,3-2 1,-4 2 0,3-8 0,1-4 0,-2-4-265,-1-3 1,7-8-35,-3 2 0,3-6 1,-1-6-1,-1-8 89,1-7 1,-3 0 0,0-8-1,-3-2 152,-3-1 0,4-3 1,-1 2-1,1 3 78,0 1 0,3 8 1,-5-2-1,0 3 360,2 3 1,-5 8-202,9 3 0,-2 6 0,3 6 0,-3 5-97,-3 4 1,5 10 0,-4 2 0,-1 2-242,1 0 0,3-8 0,-3 2 1,0-4 25,0-1 1,3-7-1,-3-1-751,1-2 1,-3-3 544,6-5 1,-1-2-1,5-3 329,-5-7 0,3-3 0,-7-3 1,3 1-1,1 0 139,-1 0 1,5 5 0,-5 0 7,0-1 0,5-2 0,-5-3 0,1 1 1,1 0 0,-8-1 1,1 1-1,-3 0 72,-2 0 1,0-1 0,0 1-37,0 0 1,-7 1 0,-5 5 111,-3 5 0,-3 4 0,1 4-147,0 4 1,7 3-1,4 11 1,4 3-87,2 5 0,0 3 0,0 2 1,0-2-252,0-1 0,6 7 1,2-8-1,2 2 1,3-1-623,2-1 0,3-8 0,-1 0 346,0-7 0,1-6 1,-1-8-1,0-4 0,0-6 454,1-7 0,-1-12 0,0 2 0</inkml:trace>
  <inkml:trace contextRef="#ctx0" brushRef="#br0" timeOffset="1000">1034 105 7181,'0'17'889,"0"0"0,0 8 0,0 6 0,2 6-599,4 3 1,-4 6-1,6-5 1,-3-1-187,1 2 0,6-11 1,-6 2-1,-1-8-483,3-10 0,-4 0 134,7-9 1,-5-8-1,4-11 1,-3-10-27,-3-12 0,-2-1 0,-2-10 1,2-3-9,4-1 1,-4 4-1,6 2 1,-3 2 235,1 3 1,2 5 0,-4 5-1,3 6 208,3 4 0,-4 9 0,5 4 0,3 8 84,1 10 0,2 9 0,-1 17 0,-1 6-166,2 6 0,-3-1 0,7 8 0,-4-3-442,1-2 0,-11-12 0,11-3 359,-3-4 0,0-5 0,3-10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6:36.4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18 256 6187,'-2'10'2456,"-2"-3"-2118,-2 1 0,1-4 1,7 5-179,3-1 1,5 6-1,9-3 1,2 5-185,2 1 0,6 6 0,-4 0 1,2-2-148,4-2 1,0-1 0,-1-1 0,-3 0-430,-2 1 0,4-7 1,-6-1-1,-2-3 600,-1-3 0,-3-17 0,0-6 0</inkml:trace>
  <inkml:trace contextRef="#ctx0" brushRef="#br0" timeOffset="181">399 169 7759,'-12'2'332,"1"2"1,-1 4 148,2 2 1,-5 1 0,3 6 0,-1 1-207,1-1 0,-3 8 0,5 4 0,1 4-194,3 1 0,-2 6 0,3 1 1,1-1-155,2 3 0,4-13 1,2 5-1,3-4-524,3-4 1,1-8 0,7-10-1,-1-1 180,0-4 1,6-2 0,1-2 416,-3 0 0,6-15 0,-1-5 0</inkml:trace>
  <inkml:trace contextRef="#ctx0" brushRef="#br0" timeOffset="432">572 291 7759,'0'17'362,"0"0"1,0 2 0,-2 3 91,-4 1 0,4 7 0,-4-1 0,4 4-165,2 2 0,2-1 0,2 1 1,4-3-167,1-3 1,3-4 0,5-9-1,2-5-284,5-5 0,-5-6 0,4-6 0,-6-7-59,-5-8 0,3-14 0,-5-9 0,-1-2 25,-3-1 0,-4 1 1,-4-4-1,-4 2 123,-5 2 1,1 8 0,-1-1 0,-3 8-27,-1 8 1,-3 10 0,1 3-185,0 3 1,1 3 0,5 10-1,3 3-577,1 1 0,5 5 859,-4-3 0,12 3 0,3-5 0,9-3 0</inkml:trace>
  <inkml:trace contextRef="#ctx0" brushRef="#br0" timeOffset="901">866 100 7933,'9'18'356,"-1"-7"1,-8 1 0,0 1 0,2 2-39,4 3 0,-4 1 0,3 2 1,-3 4-104,-2 2 1,6 8-1,0 5-240,-2-2 0,-2 7 0,-2-1 0,2 0 0,1-2-592,3 1 1,0-14 0,-6-1-2277,0-6 2893,0-13 0,0-15 0,0-13 0,0-6 0,0-6 0,-6-3 0,-1-7 0,-1-5 0,0-4 0,0 4 0,5 2 0,-3 2 48,2 3 0,2 3 0,2 1 0,0 0 249,0 1 0,0 7 0,2 4 0,2 4 83,2 1 1,7 3 0,-1 3-1,3 5-12,2-1 1,1 6 0,-1-2-1,0 6-101,1 4 1,-1 9 0,-2 1 0,-1 5-79,-3 0 0,-7 6 1,2 2-1,-4 3-276,-2 3 1,0 0 0,0-1-1,-2 1 140,-4 0 0,2-7 0,-7-1-70,-3-2 1,-1 4-1,-1-6 1,3-4-1,3-3 229,3-5 1,-5 1-46,6 5 0,1-5 0,7-3-31,3-1 0,5-2 0,7-6 0,1 0 0,-1 2-375,0 3 0,0-3 0,3 4 0,1-6-845,2-6 0,0 4 0,-6-5 1084,1-1 0,7-2 0,1-7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6:41.8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225 36 7759,'-11'-6'0,"-1"0"190,-1 2 0,-3 2 0,-1 2 231,0 0 1,0 0-1,-1 2 1,1 4-1,0 7 40,-1 9 0,7-1 0,1 8 1,1 1-139,-1 3 1,6 4 0,-2 1 0,4 4-244,2 3 1,8-5-1,2 4 1,1-2-392,1-3 1,-1-8 0,7-6 0,-1-4-2,0-6 1,2-9-1,3 0 1,1-6-786,-2-6 0,0-6 0,0-11 0,2-6 1097,-2-3 0,-1-9 0,-3 1 0,0 0 0,0-3 0,-5 13 0,-2-5 0,-1 4 355,1 4 108,-6 2 1,3 18-1,-7 7-201,0 9 0,0 14 0,0 6 0,0 2 0,0 2-219,0 1 0,0-9 0,0 10 0,0-4-1055,0-4 0,0-2-339,0-8 1351,0-8 0,0-1 0</inkml:trace>
  <inkml:trace contextRef="#ctx0" brushRef="#br0" timeOffset="115">450 88 6055,'0'11'0,"0"1"0,0-1 0,0 6 0</inkml:trace>
  <inkml:trace contextRef="#ctx0" brushRef="#br0" timeOffset="484">589 122 7759,'5'17'152,"1"1"1,2-1 0,-4 0 0,2 1 366,-3-1 0,1 2 0,0 4 1,2 6-223,-2 4 0,-2 3 0,0 3 0,1 3-426,3 2 1,0 0 0,-4 3 0,2-7-609,1-3 1,1-5-1,-6-3-270,0-6 1,0-7 1006,0-11 0,-6-14 0,-1-20 0,-3-4 0,4-3 0,-5-3 0,-3-1 0,5-1 0,-1 5 0,2-1 0,3-1 33,-3-1 0,6 7 1,-4-7-1,2 7 277,-1 3 0,3 0 1,-4-4-1,6 2 117,6 3 1,-2 5 0,7-2 0,3 3-122,1 7 1,2 9 0,1 1 0,-1 3-17,0 2 0,-5 2 0,-1 5 1,3 9-57,1 5 1,-5 10-1,-4-3 1,-5 5-233,-1 2 0,0-1 1,0 1-1,0-1-398,0 1 1,-1-6 0,-3-2 0,-4-2-883,-2-4 1,7-8-1,-5-3-390,0-2 1668,6-10 0,-13-8 0,5-7 0</inkml:trace>
  <inkml:trace contextRef="#ctx0" brushRef="#br0" timeOffset="817">917 88 7759,'0'19'696,"0"2"-398,0 2 0,0 6 1,0-6-1,2 0 1,2 2 102,2 4 1,0-2-1,-6 2 1,0 1-22,0 3 0,6 2 0,-1-1 0,-1 1-358,-2-1 1,4-5-1,0-2 1,-1-4-535,3-7 0,-6-3 116,4-13 0,1-6 1,-1-17-1,-2-6 110,-2-3 1,4-5-1,0-1 1,-3-3 154,-1 3 0,-2 1 0,0 5 1,0 3 450,0 6 1,6 2 0,0-1 469,-2-1 1,0 8-495,1 9 0,-3 6 1,4 8-1,-2 7-113,2 6 0,-3 10 0,7-2 0,-2 2-1175,-4-2 1,3 1 0,1-5 0,0 0-56,-1 0 0,5-7 0,-4-9 1047,1-1 0,3-2 0,5-6 0</inkml:trace>
  <inkml:trace contextRef="#ctx0" brushRef="#br0" timeOffset="1048">1281 295 7940,'17'0'0,"0"0"0,-1-2 0,-3-2 480,-1-1 0,-3-3 0,5 4 0,-4-4-240,-3-1 1,5-3 0,-6-5-56,-3 0 0,-1-1 1,-2 1-1,-2 0-262,-3-1 1,1 1 0,-8 2 0,-1 1 132,-3 3 0,-1 7 0,0-2 254,-1 4 1,1 4 0,2 4 0,1 7-68,3 9 0,7-1 1,-2 8-1,4 3-214,2 7 1,2-3-1,2 5 1,4-5-777,1-1 1,1-1 0,3-1 0,-1-2-330,1-2 1,3-14 0,1 0 1075,0-5 0,1-4 0,-1-6 0</inkml:trace>
  <inkml:trace contextRef="#ctx0" brushRef="#br0" timeOffset="1299">1506 209 7759,'0'25'0,"0"-6"0,0 4 0,0-2 373,0 2 0,0-2 1,2 6-1,2-2 49,1-4 1,1 6 0,-6 0-1,0 2-341,0 0 1,0-6-1,0 4 1,0 0-15,0 0 0,0-12-1,0 2 1,0-13 18,0-4 1,0-15 0,0-14 0,0-4-12,0-1 1,0-3-1,0-1 1,0-6-73,0-6 1,0 7 0,0-5 0,0 6-86,0 3 1,0 12 0,0-7 0,0 1 110,0 1 1,6 8-29,0 1 0,7 8 0,-3-10 0</inkml:trace>
  <inkml:trace contextRef="#ctx0" brushRef="#br0" timeOffset="1414">1835 330 7759,'-10'11'0,"4"1"0,-3-8 0,-1 3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6:38.4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87 104 8235,'-10'2'352,"5"4"0,3 5 0,4 11 1,1 4-154,3 7 1,6 0 0,-5 13 0,1 2-686,0 2 1,3 2-1,-5-2 1,0-4-300,1-6 1,-5 3 0,4-5 784,-4-5 0,-10 1 0,-1-7 0</inkml:trace>
  <inkml:trace contextRef="#ctx0" brushRef="#br0" timeOffset="164">0 554 7759,'0'-17'645,"0"-1"1,0 1 0,0 0-609,0 0 1,6 5 0,0 0 0,0-1 109,1-2 1,1 3 0,6 1 0,-3-3-612,3-1 0,3 3 0,4 3 1,2-1-89,-2 0 1,0 5 0,0-7 0,3 1 551,-3 1 0,-2-5 0,-2 5 0</inkml:trace>
  <inkml:trace contextRef="#ctx0" brushRef="#br0" timeOffset="618">346 104 7759,'-11'0'557,"-1"0"0,7 0 1,-5 2-137,2 4 1,3-2-1,5 7 1,0 3-331,0 1 0,0 4 0,0 4 1,0 6-9,0 4 0,7 2 0,3-1 0,1 1-2,1-1 0,-6-1 1,3-4-1,1-8-653,0-8 0,-5 1 266,7-8 0,-1-1 0,5-6 147,-5-5 1,3-4-1,-7-7 1,1 0 41,0-1 1,3 1-1,-3 0 1,2-1 135,3 1 0,-3 2 0,-1 1 136,-1 3 1,4 5-1,-5-4 1,3 1 26,3-1 0,-3 4 1,0-5-111,-3-3 1,5 5 0,-6-3-31,-3-1 0,-1-3 0,-2-1 0,0 0-19,0-1 1,-2 7 0,-3 1 78,-7 3 0,-3 1 1,-3 6 43,1 0 1,2 4 0,1 5-1,5 10 84,1 6 1,2 0 0,6 8 0,2 6-167,4 3 0,3-4 1,11 3-142,3-5 1,-2-1 0,8-2 0,0-5-586,-2-5 1,-1-5 0,-4-7 0,1-9-1774,-2-11 2435,-2-3 0,6-21 0,2 6 0</inkml:trace>
  <inkml:trace contextRef="#ctx0" brushRef="#br0" timeOffset="1600">191 329 7759,'-18'0'249,"3"2"0,2 2-152,1 2 0,8 7 0,-2-1 0,4 5 30,2 6 0,2 4 0,4 8 0,8 1 68,7 4 0,-2-3 1,6 1-1,-2-5-51,0-4 0,2-10 1,-6 0-1,3-7-306,-1-4 0,-12-5 0,9-8 1,-3-7 34,0-3 1,-5-12 0,-4-6 0,-4-7 15,-2-4 0,0 3 0,0-3 0,0 2 71,0 3 0,0 8 1,0 5 238,0 1 0,2 9-76,3 10 1,-1 12-1,8 8 1,-1 5-66,-1 4 0,5 2 1,-3-4-1,3 2 13,2-2 1,-5-7 0,0-5 0,1-1-137,2-4 0,-3 4 0,-1-3-143,3-1 1,-6-10 0,-1-5 149,1-4 1,-6-3-1,6-1 1,-3-2 0,1-2 86,-2 2 0,4 1 0,-1 5 30,3 4 1,2 3 0,5 8-160,0 0 0,-5 6 0,-3 1-214,-1 3 1,5 1-1,-1 5 1,1-3-438,-1-1 1,3-8 750,-3 1 0,3-3 0,3-2 0</inkml:trace>
  <inkml:trace contextRef="#ctx0" brushRef="#br0" timeOffset="2016">1177 173 7759,'-11'0'782,"1"2"-238,2 4 0,2 4 0,6 7-279,0 0 0,0 3 0,2 1 0,4 4-139,6 2 1,-3-6-1,3 2 1,1-4-60,3-2 0,-5-1 1,1-3-268,1-1 0,3-10 1,-1-2-1,-2-12-43,-1-9 1,-8 0 0,2-8-1,-3-2 65,3-1 1,-4 5 0,4 4 0,-4 3-19,-2 3 1,2 2 272,3 3 0,-3 6 0,6 12 0,-2 8 182,0 7 0,5 0 0,-3 6-198,1-2 1,1-2 0,4-6 0,-5 0-1,1 1-32,-1-1 0,3-7-92,5-5 1,-5-3-1,-1-4-130,3-3 1,-7-5 0,-1-7-214,-4-1 1,-2 1 0,0 0 0,0 0-223,0-1 0,0 1 0,0 0 628,0-1 0,0 1 0,0 0 0</inkml:trace>
  <inkml:trace contextRef="#ctx0" brushRef="#br0" timeOffset="2164">1592 173 8400,'10'18'0,"-2"-1"0,-3 0 0,3 1 0,0-1 357,-1 0 1,1 2 0,-4 3 0,2 1-300,-2-2 1,3-2-1,-1-2 1,-2 1-569,-2-1 1,-2-6-367,0 1 1,0-10-1,0-2 876,0-10 0,0-13 0,0-4 0</inkml:trace>
  <inkml:trace contextRef="#ctx0" brushRef="#br0" timeOffset="2280">1713 52 7759,'8'-9'1289,"-6"-7"-1635,6 14-1592,-8-5 1660,0 7 278,0 7 0,7-5 0,3 6 0</inkml:trace>
  <inkml:trace contextRef="#ctx0" brushRef="#br0" timeOffset="2548">1800 0 8349,'10'18'1325,"-5"-1"-1024,-3 0 0,4 2 0,0 5 0,0 4-274,1 5 1,-5 2 0,6 1-1,-2 5-418,-1 5 1,1-4-1,-6-2 1,0-3-301,0-2 0,0-7 0,0-1 0,0-2 691,0-4 0,-2-9 0,-3-8 0,-7-8 0,4-8 0,3-11 0,1-4 27,-2 1 0,4-7 0,-4 6 0,4-2 302,2 0 0,0 8 0,2-2-24,4 4 0,-4-4 0,6 0 1,-3 2-1,3 1-466,2 3 0,-5 0 0,7 1 0,1 3-162,3 1 1,-5 7-1,1-5 1,1 0-879,3 1 1201,1-3 0,0-5 0,1 0 0</inkml:trace>
  <inkml:trace contextRef="#ctx0" brushRef="#br0" timeOffset="2815">2094 0 10514,'0'18'351,"0"-1"0,6 8 0,0 2 0,-1 4-267,3 3 0,-4 3 0,8 11 0,-1-2 28,-1 2 0,5-10 0,-5-1 1,-1-4-426,-3-8 0,2-10 1,-1-5-1,1-5-189,0-6 0,-2-15 1,-6-13-1,0-5 131,0-7 0,0 3 0,0-6 0,0-1 284,0 1 1,0 6 0,0-3 270,0 5 1,1 17-70,5 7 1,2 16 0,5 7-1,-3 7-181,-2 5 1,3 4 0,-3 7 0,0-1 0,1-4-1415,1-6 1480,-6-4 0,19-1 0,-4-1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7:35.6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1 129 7253,'5'-12'131,"-4"4"1,4 2-1,-1-1-92,0 1 0,4 2 0,-3-3 0,2 2 135,2 3 0,-2-1 0,4 1 0,2-2 11,0 1 1,1 2-1,0 1 1,3 0-6,1 0 1,1 0 0,3 0-101,-2 0 0,4-4 1,-2 0-1,2 1 1,2 2-58,-2 1 1,5 0 0,-2 0 0,0 0-12,2 0 1,-4 0-1,5 0 1,0 0 6,0 0 0,-7-4 0,3 0 1,0 2 3,-2 0 1,5 2 0,-2 0 0,-1 0 12,-1 0 1,-2 0-1,0 0 1,2 2-70,2 2 0,-5-3 0,4 3 0,0-2 68,-2 2 1,2-2 0,-1 1-1,-2-1 1,7-2-1,-7 0 1,3 0-1,1 0 20,0 0 1,2 0-1,-3 0-16,1 0 1,4 0-1,-3 0 1,1 0 0,1 0-37,-1 0 0,-1-4 0,1 0 0,1 1 64,0 2 0,-2 1 1,5 0-1,0 0-14,0 0 0,0 0 1,5 1-1,2 2 11,1 1 1,-3 0 0,1-3 0,-2 2-39,2 1 1,-1 1 0,3-3-1,1 2 29,-1-1 0,-2-2 1,2-1-1,2 0-9,2 0 0,-3 0 0,6 0 1,-1 0-9,1 0 1,-5 0-1,6-1 1,0-2-11,-1-1 1,0 0 0,-3 4 0,2 0 8,4 0 0,-6-1 0,10-1 0,-1-2-27,0 1 1,-1 2 0,0-1 10,-1-1 1,2 1 0,-2-2 0,-2 3-4,-2 1 1,5 0 0,-5 0 0,3-1 0,1-2-7,-3-1 1,-4-1 0,-1 3 0,0-4-58,-4 0 1,-2 3 0,-6-2 0,-2 1-344,-3 0 0,-9 1 1,4 3-762,-4 0 1,-7 1 1148,-8 3 0,-6 2 0,-4 6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47:41.8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83 420 7759,'-14'1'0,"-1"3"287,1 4 0,3 4 1,1 6-1,2 1-105,3 3 1,3 0 0,-1 1-1,2 0 340,1-3 0,4-1 0,1-4 0,3-1-482,0-3 1,1-5 0,2-4-1,3-1-263,2-1 1,-2-4 0,1-4 0,1-4 245,-2-3 0,-2-1 1,1-6-1,0-1-479,0-1 0,-3 1 0,0 0 0,-2-1-35,-3 1 1,1 5 0,1 1-1,-1 5 578,0 3 1,-1 6 0,4 4 0,-1 9 28,0 9 0,4 8 0,1 6 0,2 2 193,1 3 1,-5 1 0,4 2 385,-2 1 0,-5-2 0,1-1 1,-3-4-211,-2-4 1,-2-3 0,-2-3-1,-3-1 1,-4-2-196,-3-3 1,-3-1 0,-3-2-331,-1-3 1,-2-1 0,0-4 0,-1-2 0,1-1-330,0-2 0,-1-4 0,5-4 0,0-3-995,1-3 0,5-6 0,0-5 0,3-2 1364,3-1 0,0 0 0,3 1 0</inkml:trace>
  <inkml:trace contextRef="#ctx0" brushRef="#br0" timeOffset="366">522 569 7759,'0'6'1216,"0"-1"-1094,0 2 1,3-4 0,4-1 0,3-4-1,4-3 1,2-7 0,3-5 0,1-5 412,1-4 1,-5-2-1,-1-4 1,-2-2-714,-3 0 1,-2 0-1,-3 3 1,-5 2 38,-5 4 0,-3 10 1,-3 2-1,-3 5 131,-1 6 0,-2 5 1,1 6-1,-1 4 679,0 6 1,5 3-1,1 4 1,2 3-34,4 0 1,1 0 0,4 3 0,0 3-428,0 2 0,5-1 1,3 0-1,5-1-91,2-2 0,3-7 1,0-2-1,3-6-1933,0-6 1,-3-11 0,1-5-1,-1-9-1795,-2-9 3608,-3-6 0,3-9 0,-3 0 0</inkml:trace>
  <inkml:trace contextRef="#ctx0" brushRef="#br0" timeOffset="612">786 139 7759,'0'17'655,"1"2"0,1 2 170,1 3 0,3 3 1,0 5-1,1 0-469,1 1 0,2-4 0,0 6 0,2 0-457,1-1 1,-3-2-1,1-5 1,-2-2-1841,-1-4 0,0-7-335,-3 2 2276,-1-8 0,-4-1 0,0-7 0</inkml:trace>
  <inkml:trace contextRef="#ctx0" brushRef="#br0" timeOffset="717">819 486 9121,'0'-5'2647,"0"-1"-2352,0 0 0,4-1 1,2-2-1,2 0-647,3-2 1,3-3 0,4-4 0,3-4 351,3-5 0,-1 0 0,6-10 0</inkml:trace>
  <inkml:trace contextRef="#ctx0" brushRef="#br0" timeOffset="1117">1059 73 7759,'0'14'978,"0"0"1,1 3-214,2 1 1,-1 3-1,3 0 1,3 2-202,2 0 1,0 0-1,3-1 1,0 0-313,0-3 0,-3-3 0,1 3 0,-2-1-16,-1 2 1,-3-6-1,-2 3 1,-2-2-446,-1 1 1,-4 1 0,-2-2-1,-2 0-399,-3-1 1,-2-4 0,-2 1-1,0-3 296,1-2 0,3-3 0,-2-3 1,0-1 311,0-5 0,3-3 0,-2-8 0</inkml:trace>
  <inkml:trace contextRef="#ctx0" brushRef="#br0" timeOffset="1404">1589 31 7759,'-8'0'0,"-3"1"0,-1 2 0,-1 3 0,-1 1 761,1 1 1,-4 4-1,2 3 1,1 4 0,1 6-1,3 4 1,2 4-21,3 0 1,1-1 0,5-3-1,2-4-765,2-5 0,6-6 1,3-4-1,1-3-254,2-5 1,1-5 0,0-6 0,1-4 7,0-6 0,-2-6 1,-1-5-1,-2-3-233,0-3 1,-4 4 0,1-3 0,-1 1 287,-2 3 1,-3 5 0,1 9 554,0 5 0,2 6 0,0 13 0,1 8 120,2 11 0,2 4 0,4 9 0,-1-1-522,1 0 1,-4-1 0,0-6-1,-1-2-962,-2-4 0,-1-10 0,-3-1 1024,0-4 0,-5 2 0,3 1 0</inkml:trace>
  <inkml:trace contextRef="#ctx0" brushRef="#br0" timeOffset="1782">298 1347 12492,'4'8'837,"-3"8"1,2 4 0,1 7-574,2 6 1,0 5 0,0 4-1,0 1-379,0 0 0,2-9 0,-1 0 1,0-6-819,-2-7 0,1-9 0,2-4 0,1-4-1211,2-2 0,-2-2 2144,2-3 0,-1-1 0,-2-5 0</inkml:trace>
  <inkml:trace contextRef="#ctx0" brushRef="#br0" timeOffset="2027">546 1289 7759,'-5'1'158,"-1"1"0,0 3 416,-1 2 1,-2 0 0,2 6 0,0 0-145,-2 0 1,5 4-1,-6 4 1,2 2 296,2-1 1,3 0 0,0 2 0,2-1-338,1-1 0,1-4 1,3 0-1,4-2-299,5-2 1,3-6 0,1 1 0,2 0 27,0-3 0,1-3 0,-1 0 1,0-3-1245,-1-3 1,0-3-1,-2-5 1,0-3-1304,-2-1 0,-2-5 2428,-4-2 0,0-2 0,0-1 0</inkml:trace>
  <inkml:trace contextRef="#ctx0" brushRef="#br0" timeOffset="2303">712 1372 7759,'5'3'978,"1"-1"0,-1 4 0,4-3 1,-1-1-499,0-2 1,0-3-1,-2-4 1,0-2-292,0-2 1,-1-4-1,-1-1 1,0-2-334,-2-1 0,-1 1 0,-2 0 0,-3 1 4,-4 1 1,-1 5 0,-4 1 0,0 4 293,0 3 1,3 3-1,-2 3 1,1 3 92,0 4 0,3 3 0,3 4 0,1 0 30,2 2 0,2 3 0,3 4 0,4 0-143,3-2 1,0-1-1,4 1 1,1-2-764,4-3 1,-2-1 0,3-3 0,0-2-1329,-1-5 1,0-3 0,-3-5 1956,-2 0 0,1-7 0,-2-3 0</inkml:trace>
  <inkml:trace contextRef="#ctx0" brushRef="#br0" timeOffset="2582">853 1281 9367,'-5'8'754,"1"0"0,4 1 0,1-1 0,2 0-265,2 1 0,7-1 0,2 0 0,5 0-539,3 1 1,3-1 0,1-1 0,3 0-774,0-2 0,-2-3 1,-1 1-1,-3-2-1111,-3-1 1,-6-1 1933,-3-2 0,-2-2 0,-1-3 0</inkml:trace>
  <inkml:trace contextRef="#ctx0" brushRef="#br0" timeOffset="2848">1142 1115 7759,'0'9'1186,"0"0"0,0 1 0,0 3-427,0 2 1,0 1 0,0 5 0,0 2 0,1 3-480,2 5 0,1 6 1,5 0-1,-1 1 1,0 2-1,1 1 1,2 3-750,0-1 0,0-9 0,-3 0 0,0-7-1462,0-5 0,0-8 0,-3-3 1931,-2-1 0,-2-2 0,-1 0 0</inkml:trace>
  <inkml:trace contextRef="#ctx0" brushRef="#br0" timeOffset="3132">811 1968 7759,'-14'0'341,"1"0"1,-7 3-1,5 4 1,-1 4 0,0 5 276,4 6 1,3 2 0,4 4 0,2 2-163,2 3 1,6-3 0,4-2-1,6-2-200,3-5 0,6-2 1,-1-3-193,1 1 0,4-4 1,-5-1-1,-1-2 1,0 0-356,0 0 0,-7-3 0,1 4 1,-3-1 209,-3-2 1,-5 1-1,-2 1 1,-2 2 107,-1 1 0,-7-2 0,-4 2 0,-1 0-347,-2 0 0,0-3 0,-3 1 0,1-3-341,-1-2 0,4 0 0,-1-3 0,0-2-2313,1-3 2974,1-3 0,4-10 0,0-3 0</inkml:trace>
  <inkml:trace contextRef="#ctx0" brushRef="#br0" timeOffset="3436">993 2034 7759,'6'6'0,"-1"4"547,2 2 0,-3 1 1,2 5-1,0 1 0,2 3-64,0 2 1,0 2 0,0 1 0,1 3-1,-1 0 1,-1 0 0,0-2-843,-2-1 0,0-4 0,0-3 0,-2-2-831,-2-2 1,-1-8-1,-1 0 1190,-2-4 0,-5-1 0,-5-3 0</inkml:trace>
  <inkml:trace contextRef="#ctx0" brushRef="#br0" timeOffset="3540">993 2241 7759,'0'-8'257,"0"-1"0,3 1 0,0 0 0,0-1 43,0 1 1,-1 0 0,4 1 0,0 0-743,1 2 1,3 2 0,0-2 0,2 1-62,0-1 0,0 3 0,0-1 0,0 2 503,-2-2 0,0 2 0,-2-2 0,4-1 0,1-1 0</inkml:trace>
  <inkml:trace contextRef="#ctx0" brushRef="#br0" timeOffset="4028">1175 2117 8377,'9'0'693,"-1"0"1,0 2-1,-1 3 1,0 2-245,-2 2 0,1 4 0,2 1 1,0 3-70,1 2 1,-3 2 0,1 4 0,0 0-1,-1 0 1,2-1-21,-1-2 0,-1 1 0,-2-5 0,1-2-451,-1-4 0,-2-8 1,1-5-31,-2-6 0,-2-5 1,-1-5-1,-1-3-212,2-2 1,-3 0 0,0-2 0,1-1-496,-1-1 1,-2-1 0,4 1 0,0 0-298,1-1 1,1 4 0,0-3 1124,0 3 0,4 1 0,0-3 0</inkml:trace>
  <inkml:trace contextRef="#ctx0" brushRef="#br0" timeOffset="4469">1390 1993 8172,'3'16'550,"0"1"1,3 0 0,0 2 0,1 2-258,2 3 0,-1-3 1,0 5-1,0 0-425,1-3 1,-1-2 0,0-6 0,0-3-246,1-4 1,-4-5 0,0-1 376,-1-4 0,-2-6 0,-2-5 0</inkml:trace>
  <inkml:trace contextRef="#ctx0" brushRef="#br0" timeOffset="4470">1424 1860 7759,'-9'-3'645,"1"2"0,0-2 1,0 3-1,3 3-777,2 2 1,2 3 0,2 2 0,2 2 131,2-2 0,3-1 0,0-1 0</inkml:trace>
  <inkml:trace contextRef="#ctx0" brushRef="#br0" timeOffset="4785">1548 1860 7759,'0'12'1009,"0"-5"1,-1 4 0,-1 0-384,-1 1 0,0 0 0,3 3 0,1 3 25,2-1 0,-1 4 0,3 0 0,-1 1-232,1-3 0,0-1 1,4 1-1,-1 0-340,0-1 1,0-3 0,1-3 0,-2-2-143,-2-3 1,2-5-512,-4-2 0,-1-8 0,-2-9 0,-3-5 184,-3-4 1,-1-5-1,0-4 1,0-1 222,2-2 1,0 3 0,-1 1 0,4 5 301,1 4 1,1 5 0,0 2-123,0 3 1,3 8-1,3 7 1,2 6 188,3 7 1,-1 2-1,3 7 1,1 1-179,2 1 0,-3 2 0,5 0 0,0 1-646,0-3 1,-1 0 0,0-7 0,-1-3-462,1-5 0,-1-8 1,0-3-1,-2-10 617,-3-9 0,-2-5 1,-2-9-1,-1-1 466,-3 1 0,1-3 0,1 1 0</inkml:trace>
  <inkml:trace contextRef="#ctx0" brushRef="#br0" timeOffset="4786">1870 1711 7759,'-5'-3'688,"-1"-3"0,1 2 0,-2 3 68,1 2 1,-1 5 0,2 4-1,0 3-228,3 2 0,-2 1 1,1 5-1,1 0-287,1 1 1,1-6 0,0 2 0,1-3-568,2-3 0,-1-3 1,4-3-1,0-3-113,1-2 0,2-6 0,-1-3 0,0-6-91,0-4 0,1 0 0,-1-1 0,0 1 131,1 2 0,0 6 0,1 2 0,2 4 263,1 2 0,0 9 0,4 8 0,0 9 1436,3 8 0,-3 7 0,3 7 0,-4 4-298,-2 3 1,-2 0-1,-5-2 1,-1-4-710,-4-6 1,-4-14 0,-5-1 0,-3-7-358,-4-6 1,-1-4 0,-2-2 0,0-3-1784,-3 0 0,3-1 1,-1-5-1,2-3 1847,2-3 0,0-6 0,-2 1 0</inkml:trace>
  <inkml:trace contextRef="#ctx0" brushRef="#br0" timeOffset="5123">2268 1926 7759,'-3'6'372,"-1"0"0,0 4 724,-3 2 0,0 5 1,-1 3-1,-1 6-807,1 6 1,0 2-1,0 5 1,3-1-644,2 0 1,-1-1-1,2-6 1,0-2-1088,1-5 1,-2-7 0,-1-1 1440,0-4 0,-5 0 0,-4-4 0</inkml:trace>
  <inkml:trace contextRef="#ctx0" brushRef="#br0" timeOffset="5528">944 3068 6324,'-5'0'1628,"2"0"0,6 0 1,3 0-1083,1 0 1,1-2 0,1-2-1,2-1-299,3-1 0,-1-1 0,0-2 0,-1 0-199,-2-2 0,-4 1 0,-1-4 1,-1-1-242,-2 0 1,-3 1 0,-4 1 0,-5 1 178,-5 2 1,0 5-1,-7 2 1,1 2 282,0 1 0,3 4 1,-2 5-1,2 4 361,-1 2 1,5 5 0,1 3 0,5 0-292,2 2 1,4 1 0,1 0 0,3 0-309,7 1 0,3-3 0,7 3 0,1-3-643,1-2 1,-1-8-1,3 0 1,1-5-774,-1-3 1,0-2-1,0-5 1,-2-4-596,-5-6 0,-4-4 1980,2-10 0,-4-1 0,2-7 0</inkml:trace>
  <inkml:trace contextRef="#ctx0" brushRef="#br0" timeOffset="5684">1109 2861 7759,'-3'-5'346,"1"-1"0,-4 3 0,3 1 820,1 7 1,5 10 0,3 7-1,2 3-606,3 3 1,-1-2 0,3 5 0,0 0-117,0 1 0,-2-2 1,2 0-1,-1-1-234,-2 1 0,-1-7 0,-1-1 0,0-5-390,1-3 1,-4-3-377,1-5 1,-4-7-1,-1-9 1,-2-4 240,-5-5 0,-1-5 0,-2 0 1,-2-5 177,0 0 1,0-3 0,3 2-1,0 0-64,0-1 0,3 5 0,2-2 0,2 2 465,1 2 1,0 3-1,1 5 1,2 5 74,2 4 0,3 5 1,1 4-1,1 6-147,1 5 0,4 4 1,-1 8-1,1 1-171,2 1 1,0 0 0,2 2 0,0 0-349,-1-3 1,0-1 0,-2-4 0,-2-3-1259,0-3 1,-1-9 0,1 0 1584,-3-5 0,-2-8 0,-1-2 0</inkml:trace>
  <inkml:trace contextRef="#ctx0" brushRef="#br0" timeOffset="6356">1440 2754 8066,'-8'0'691,"1"0"-149,-1 0 0,4 4 0,-4 2 1,1 4-1,-1 5 0,1 4 406,2 6 0,1 3 0,4 7 0,0 4-483,0 2 1,6-1 0,4-4 0,1-3-219,4-4 1,4-7 0,1 2 0,0-3-927,0-2 1,1-8-1,-3-4 1,1-2 85,0-3 0,-5-6 0,-1-4 0,-1-5-1595,-2-3 1,-3-4 2187,-2-2 0,-3-2 0,2-1 0</inkml:trace>
  <inkml:trace contextRef="#ctx0" brushRef="#br0" timeOffset="6808">1606 2812 7759,'3'8'475,"-2"-2"1,3-1 0,-1 3 599,-1 2 1,4 2-1,-2 6 1,0 2-560,3 5 1,0 2 0,1 4 0,1 2-374,2 1 0,-1-5 0,0 4 1,-3-4 37,-1-2 1,-4-4 0,0-3 0,-1-3 213,-1-4 0,-1-6 0,-1-5-332,-4-4 1,1-6-1,0-4 1,-1-2 74,2-6 0,-3 0 0,4-6 0,-1-2-20,0-1 0,1 1 0,1-2 0,-1-2-368,1 1 1,1 4-1,2-4 1,2 4-1357,2 3 0,3 3 0,1 1 0,1 2-1589,1 2 3195,0 9 0,5-4 0,1 6 0</inkml:trace>
  <inkml:trace contextRef="#ctx0" brushRef="#br0" timeOffset="6809">1846 2886 7759,'0'12'0,"2"-2"0,2 3 0,0-1 664,-1-2 1,1-3 0,-1-3 751,2 0 1,0-1 0,0-3-1533,2 0 0,0-5 0,1-2 0,-2-4-915,0-2 1,-4-1 0,3-3 1030,-1-3 0,2-1 0,-1-4 0</inkml:trace>
  <inkml:trace contextRef="#ctx0" brushRef="#br0" timeOffset="6810">1937 2721 7759,'0'12'1280,"0"1"1,0 1-513,0 3 1,1-1 0,0 8 0,3 4 103,1 3 1,0 2 0,3 7 0,1 0-934,-1 0 0,1-7 0,1-2 1,1-3-682,-1-4 1,0-8-1,-2-1 1,0-5-182,0-5 0,-2-8 0,-1-4 1,-2-5-184,-1-4 1106,-1 1 0,-1-9 0,0 3 0</inkml:trace>
  <inkml:trace contextRef="#ctx0" brushRef="#br0" timeOffset="6936">2052 2804 11769,'5'3'1069,"-2"3"1,1 3 0,2 5 0,2 5 0,3 5 0,3 4-341,2 6 1,1-1 0,2 2 0,0-3-1478,-1-2 1,-3-6-1,-2 0 1,-1-3 19,-2-3 0,-2-4-237,-2-3 0,-3-6 0,-4-5 0,-2-5-603,-6-2 0,0-5 0,-5-2 0,0-1 1568,-2-2 0,0 0 0,-1 1 0</inkml:trace>
  <inkml:trace contextRef="#ctx0" brushRef="#br0" timeOffset="6937">2119 2919 7499,'-4'-28'-117,"3"4"1,-2-2 0,2 1 903,1 2 0,0 0 0,1 0 0,2 0 84,3 4 0,2 4 0,2 3 1,1 4 43,-1 4 1,-1 2 0,0 5-1,-1 3-357,0 4 0,0 3 0,0 4 1,-2 3-418,0 2 0,-4-1 0,3 1 0,-1 1-1130,-2 1 0,-1-5 0,-1 0-824,0-1 1,0-3-1,0-4-3332,0-2 5145,0-4 0,-4-9 0,-1-5 0</inkml:trace>
  <inkml:trace contextRef="#ctx0" brushRef="#br0" timeOffset="6938">2284 2588 7759,'6'0'1196,"-1"0"1,1 1-272,-2 2 1,4 0-1,-4 4 1,2 3-607,-1 2 1,1 6-1,2 4 1,0 3-219,1 2 1,-1 0-1,0 2 1,0-1-1255,-3-4 0,0 0 1,-3-5-1,0-1-1015,0 0 1,-4-4 2167,0-1 0,-9-2 0,2 1 0</inkml:trace>
  <inkml:trace contextRef="#ctx0" brushRef="#br0" timeOffset="7578">2334 2886 7759,'-3'-9'0,"0"-1"790,1-1 1,2-4 0,0 1 0,4-4 1411,4-1 1,2-1-1,3 1 1,2 0-1538,1 0 1,0 2 0,1 1 0,-1 2-1949,1 0 1,-3 6-1,-1 0 1283,-1 1 0,-1 3 0,-3 1 0</inkml:trace>
  <inkml:trace contextRef="#ctx0" brushRef="#br0" timeOffset="15412">1416 3619 7759,'-13'8'0,"0"-1"0,0 1 0,-1-1 0,1-1 1121,3-1 0,1-3-264,1 0 1,5-1-1,3-2-303,4-1 1,7-2 0,5-4-1,5-1 194,7-1 1,4 1-1,10-2 1,6 1-287,5 0 1,7-2-1,9 3 1,7-1-146,7 0 0,2 2 0,3 1-296,-4 2 1,2 1 0,-16 3 0,-8 0-420,-9-2 1,-6 0 0,-10 3 0,-4-2-1,-4-2-1293,-5 0 1,-8 2-1332,-3 0 1,-9 1 3021,-7 1 0,-4 0 0,-9 0 0</inkml:trace>
  <inkml:trace contextRef="#ctx0" brushRef="#br0" timeOffset="15727">1501 3874 9056,'8'0'0,"0"0"510,3 0 1,2 0 0,5 0 0,4 0 191,5 0 0,4-4 0,5-3 1,4-3-365,2 1 0,-2 0 0,4 0 1,-2 0-282,-5 2 1,-6 1 0,-1 0-1,-2 0-985,-3 0 0,-6 4 0,-3-2-3344,-1 0 4272,-3 2 0,-7 8 0,-2 3 0</inkml:trace>
  <inkml:trace contextRef="#ctx0" brushRef="#br0" timeOffset="16462">666 4145 7767,'0'-8'556,"0"0"406,0 0 1,0 5-429,0 3 0,0 8 0,0 7 0,-1 6-179,-1 4 1,1 1-1,-2 6 1,2 4-192,1 3 0,1 2 0,1 6 0,1 0 39,2 2 1,0-5-1,2 1-887,1-4 1,3-10-1,0-9 1,1-8-1,1-4-1835,2-6 1,1-6 2518,-1-3 0,-3-8 0,-1-4 0</inkml:trace>
  <inkml:trace contextRef="#ctx0" brushRef="#br0" timeOffset="16794">867 4261 7767,'-13'0'789,"1"1"1,0 2-262,0 5 1,2 4 0,-1 6 0,1 3-304,3 4 1,2 3-1,0 3 1,2 0 13,3-1 0,3-5 0,3-3 0,3-4 98,4-4 1,-1-7 0,1-1 0,1-6-724,1-2 1,0-7-1,1-6 1,-1-6 11,0-4 0,-3-3 0,-1-5 0,-3-1 38,0-1 0,-1 1 1,-2 0-1,-1 2 152,-1 4 0,-2 10 1,1 4 573,-4 4 1,-2 8 0,-2 9 0,2 6-60,1 7 1,-2 3 0,2 5 0,1-1-129,1 1 0,1 0 0,1 2 0,2-1-976,2 0 1,3-7 0,1 0 0,2-2-1020,1-3 1,1-7 1791,3-5 0,-1-3 0,1-2 0</inkml:trace>
  <inkml:trace contextRef="#ctx0" brushRef="#br0" timeOffset="17107">1091 4199 7767,'-1'8'407,"-1"3"0,1 1 0,-2 3 0,3 2 352,0 1 0,0 1 0,3 5 0,2-1-389,2 0 1,3 0 0,2-1 0,-1 0-180,0-1 0,2-1 1,-3 3-1,-1-2-100,0 0 1,-2-2-1,-2 2 1,-2 0-345,-2-2 1,-2-4-1,-2-3 1,-3-1-491,-3-1 0,0-5 0,-1-3 0,1-1-145,1-1 0,1-1 0,0-2 0,2-5 253,2-4 1,0-6 634,0-3 0,0-4 0,3-3 0</inkml:trace>
  <inkml:trace contextRef="#ctx0" brushRef="#br0" timeOffset="17214">1269 4168 7832,'8'0'224,"-1"4"1,-1 4-1,-1 5 493,1 4 1,1 4 0,0 7 0,-1 4-316,-1 2 1,-1 3 0,2 3 0,-2 2-868,0-2 1,1-3 0,-2-3 0,-2-2-166,0-4 0,-1-8 0,0-4 0,-1-5 630,-1-3 0,-3-3 0,-2-2 0</inkml:trace>
  <inkml:trace contextRef="#ctx0" brushRef="#br0" timeOffset="17748">1254 4508 7767,'0'-8'69,"0"3"1,0 0 0,0-1 360,0-1 1,1-1 0,0 1-1,3-2-318,0-1 0,1 1 0,4-1 0,0 0-820,1 0 0,4 1 0,-2-4 708,0-1 0,6-1 0,-1 0 0</inkml:trace>
  <inkml:trace contextRef="#ctx0" brushRef="#br0" timeOffset="17979">1424 4137 8054,'0'9'0,"0"0"435,0 1 1,0 4-1,0-1 1,0 2-109,0 0 1,0 4-1,0 1 1,0 1 196,0 2 1,3 0 0,2 4 0,2 0-1229,1-2 0,-3-1 0,0-2 0,1-2-848,1-5 0,1-3 1552,0-7 0,-1-5 0,1-5 0</inkml:trace>
  <inkml:trace contextRef="#ctx0" brushRef="#br0" timeOffset="17980">1555 4346 7952,'4'7'345,"-3"-1"0,5-2 0,-1 0-308,-1 1 0,3-3 1,-2 2 33,2 0 1,1-2-1,0-2 1,2-3-558,0-2 0,0-3 0,-2-2 0,0-2-659,-1 0 1145,1-3 0,0 3 0,0-3 0</inkml:trace>
  <inkml:trace contextRef="#ctx0" brushRef="#br0" timeOffset="17981">1671 4222 7767,'-4'12'0,"0"0"668,1 2 1,1-2 0,-2 8 0,1 3-217,1 3 1,1 1 0,1 5 0,1 5-207,1 4 1,3-1 0,2 4 0,1-3-382,0-3 0,0-10 1,-1-4-1,2-6-1889,1-6 2024,-1-6 0,5-6 0,-1-4 0</inkml:trace>
  <inkml:trace contextRef="#ctx0" brushRef="#br0" timeOffset="18293">1965 4307 9527,'-4'2'277,"2"2"1,4 6 5,3 3 0,5 6 0,3 9 0,2 4-276,0 5 0,1-2 0,-2 2 0,0-4-1007,-1-3 0,-5-11 0,0-5 1000,-4-9 0,-7-13 0,-1-8 0</inkml:trace>
  <inkml:trace contextRef="#ctx0" brushRef="#br0" timeOffset="18419">2066 4245 7767,'-8'0'607,"1"1"-1007,2 2 1,5 1-1,6 3 1,2-1-427,3-1 826,2-3 0,-1 5 0,4-3 0</inkml:trace>
  <inkml:trace contextRef="#ctx0" brushRef="#br0" timeOffset="18841">2267 4183 7767,'7'18'90,"0"0"1,-1 0-1,-1 0 1,1 1 0,0 0-1,0 0 569,0-2 1,-2 1 0,2-2-1,-2 1-350,0 0 1,1-4 0,-3 4 0,0 1-232,-1-2 1,-1 4 0,0 2 0,-1 1-498,-2-1 0,-2-1 0,-4 0 0,-2-3-184,-1-2 1,-1-7-1,-3-4 1,1-3 602,-1-2 0,1-4 0,-1 0 0</inkml:trace>
  <inkml:trace contextRef="#ctx0" brushRef="#br0" timeOffset="19173">2607 4121 8715,'-4'0'488,"4"0"0,5 1 0,3 2 0,4 3 0,5 3-129,1 4 0,3 3 1,3 1-1,2 2-325,2 1 0,-3-4 1,0-1-1,0-3-819,-1-4 1,-1-4 0,-3-2 0,-4-4-245,-5-6 1,-3-5 0,-1-7 1028,-2-3 0,-1-9 0,-4 0 0</inkml:trace>
  <inkml:trace contextRef="#ctx0" brushRef="#br0" timeOffset="19285">2885 3944 7767,'-11'3'0,"2"2"0,-4 6 0,1 2 621,0 4 0,2 5 1,-1 5-1,2 7 182,2 5 1,1 2 0,-1 8-1,2 1-579,2-1 1,2-9-1,1 0 1,1-4-16,2-3 0,1-4 0,4-3 0,2-4-1277,0-4 1,4-11 0,-1-1 0,2-6 424,3-6 0,0-3 0,0-9 643,-1-3 0,3-8 0,-3-3 0</inkml:trace>
  <inkml:trace contextRef="#ctx0" brushRef="#br0" timeOffset="19854">3071 4106 9126,'-4'11'0,"-1"3"0,-1 3 0,0 5 0,2 2 0,0 3 731,3 3 1,1-3-1,2 3 1,3-2-254,2 0 1,2-8-1,1-2 1,2-6-422,0-6 0,0-3 0,-2-5 0,1-4-163,1-7 0,-3-3 1,1-7-1,-3-4-140,-2-2 0,-3-4 0,-1-1 1,-2-2-86,-1 2 1,-4 4-1,1 4 1,-2 3-232,-1 3 0,-1 9 0,0 0 0,-2 7-260,-1 3 0,0 3 1,-1 2 821,3 4 0,-2 1 0,0-1 0</inkml:trace>
  <inkml:trace contextRef="#ctx0" brushRef="#br0" timeOffset="20150">3233 3890 7898,'3'16'0,"0"1"0,1 1 418,-1-1 0,0 4 0,-1 1 0,2 5 577,0 3 0,-2 0 1,1 5-1,0 1-987,-1 2 1,2-6 0,-3 1-1,2-3-820,-1-6 0,1-5 0,0-3-1308,2-5 0,-3-6 2120,0-10 0,-4-4 0,-3-6 0</inkml:trace>
  <inkml:trace contextRef="#ctx0" brushRef="#br0" timeOffset="20480">3225 4006 7898,'0'-19'263,"1"3"0,1 1 189,1 1 0,3 4 0,1-2 0,4 2-14,4 0 0,-1 0 1,4 4-1,-1 2 25,1 1 0,-2 0 0,2 3 0,-4 1-133,-1 2 1,-4 3 0,1 6 0,-4 0-200,-3 1 0,-3 3 0,0 0 0,0 0-297,-3-1 1,-2-1 0,-5 1 0,-1 0-98,-1-2 1,-1-1 0,-2-4-1,-1 1 125,1-2 0,-1-4 0,2 2 1,0-2 192,1-1 1,4-1 0,-2-1 736,3 0-404,4 0 0,12 0 1,8 3-200,1 2 0,0 3 0,-2 1 0,2 3-697,1 0 1,-4-3 0,4 1 0,-1-1-652,-1-1 1,-2-2-1,-2 0 1,0-4-494,0-1 1652,-3-1 0,6 0 0,-3 0 0</inkml:trace>
  <inkml:trace contextRef="#ctx0" brushRef="#br0" timeOffset="20804">3743 3951 7898,'-7'0'235,"-1"3"1,1 0 607,2 2 1,1-3 0,4 3 0,0 1-188,0 1 1,0 4-1,1 2 1,2 4-333,2 3 0,3-1 0,1 6-277,2 0 0,1-2 1,-1-4-1,-2-4 0,1-3-26,0-3 0,-1-4 1,0-3-1,-2-4-244,-2-6 0,-1-10 1,1-9-1,-2-5-52,-2-4 1,0 4-1,0 0 1,2 1-366,-1 2 1,0 6 700,0 3 0,0 11 0,2 10 1,0 11-22,1 9 1,0 4 0,3 5 0,-1 1 392,1 0 0,0-1 1,0 2-1,-1-5-27,1-7 0,0-5 1,0-4-1,2-2-162,0-5 1,0-6 0,-2-4 0,-1-3-277,-2-4 1,2-5 0,-3-3 0,1-2-139,-3-3 0,-1 1 1,-1-2-1,0 0-147,0 2 1,0 2-1,0 3 1,0 2-6118,0 1 6434,0 9 0,3 1 0,2 7 0</inkml:trace>
  <inkml:trace contextRef="#ctx0" brushRef="#br0" timeOffset="21116">4076 3951 7898,'8'8'557,"-3"1"0,-1 0 0,0 2 164,1 1 1,-3 1 0,3 3-1,-2 1-284,-1 4 1,1-3 0,0 5 0,-1-2-513,2-1 0,-3-4 0,2-5-2313,0-2 0,-2-11 2388,2-11 0,-2-8 0,-1-7 0</inkml:trace>
  <inkml:trace contextRef="#ctx0" brushRef="#br0" timeOffset="21117">4145 3859 10057,'-7'0'122,"2"3"0,3 2-1221,1 2 1,1 1-1,1 0 1099,1-1 0,3 1 0,2 0 0</inkml:trace>
  <inkml:trace contextRef="#ctx0" brushRef="#br0" timeOffset="21118">4238 3789 7898,'0'-8'2050,"-1"4"-1172,-1 1 1,2 6 0,0 3 0,3 3-377,2 4 1,1 5-1,0 3 1,1 1-253,4 2 1,-3 3-1,3 2 1,-3 4-828,0 2 1,0-4 0,-1 4 0,0-4-2320,-2-2 1,-1-11 2895,-4 0 0,0-3 0,0 1 0</inkml:trace>
  <inkml:trace contextRef="#ctx0" brushRef="#br0" timeOffset="21407">4261 4098 7898,'0'-7'464,"0"1"0,0 1 0,0-2 49,0-2 1,3 0-1,0-2 1,1 1-302,-1 0 1,3-4-1,0 2 1,1-1-1606,4 0 1,-3 3 0,2-3 1392,-1-1 0,2-1 0,1 0 0</inkml:trace>
  <inkml:trace contextRef="#ctx0" brushRef="#br0" timeOffset="21728">4455 3627 7898,'0'11'788,"0"-3"0,0 4 0,0-1 29,0 2 0,0 2 0,0 2 1,0 3-399,0 2 0,1 1 0,0 5 0,2 1 14,-1 1 0,1 1 0,0 0 0,1 0-386,-1 0 1,3-3 0,-1-4 0,0-1-142,0-3 1,-2-7 0,1-3-558,-1-9 0,0-8 0,-3-9 0,0-4 139,0-5 0,1 1 1,0-2-1,2 2 58,-1 1 0,1 2 0,1 2 0,0 3 293,2 4 1,1 6 0,1 3-1,0 2 575,2 1 0,-1 8 0,1 5 0,-1 7-131,-1 5 1,-1 0-1,1 3 1,0 1-1273,0 1 1,-4-2 0,-2-3 988,-1-4 0,-4-2 0,-1-4 0</inkml:trace>
  <inkml:trace contextRef="#ctx0" brushRef="#br0" timeOffset="22092">3542 4562 7898,'-11'-8'398,"2"1"1,-4 0-1,-1 2 102,0 2 1,-2 3 0,1 4 0,-1 3-102,1 5 0,2 6 0,2 3 1,1 2-93,3 3 0,5 1 0,-1 4 1,4 0 183,4 0 1,4-2 0,7-3-1,1-1-251,1-3 0,4-5 0,-2-2 0,0-1-573,1-3 0,-4-4 0,1 2 1,-2-4-650,0-2 1,-1-1-1,1-5 1,-2-3-55,-1-3 1036,-2-7 0,1-7 0,0-4 0</inkml:trace>
  <inkml:trace contextRef="#ctx0" brushRef="#br0" timeOffset="22433">3666 4500 7898,'-3'5'194,"1"2"0,-2-1 1,0 2 782,2 2 1,2 5 0,0 1 0,0 3-532,3 4 0,-1 1 0,3 1 0,1 3 12,1-1 0,1 4 0,1-5 0,0 0-701,-3-3 0,0-5 0,1 0 1,-1-2-171,0-3 1,-5-5-1,2-4 70,-2-4 1,-5-1 0,-1-8 0,-2-1-763,-1-3 0,1-3 1,-2-1-1,0-2 750,-2 0 0,2 1 1,3-3-1,2 0 714,0 2 1,1-4-1,1 3 1,-1-1 214,2-2 1,4 4 0,4-4 0,3 0-73,2 1 0,1 5 0,3 1 0,-2 3-161,-1 4 0,1 0 0,-4 7 0,0 3-66,-2 3 0,-3 6 0,-3 3 0,-1 2-90,-1 0 0,0 2 0,-1 0 1,-1 1-32,0-1 1,-1-3 0,3-1 0,0 0-162,0-1 0,1 2 0,2-2 0,3 1-201,3 0 0,3-4 1,3 2-1,-1-2 52,2 2 1,-2-3 0,4 2 0,-2 0 216,0 0 1,-6 0 0,-2 2 0,-1 0 135,-3 0 0,-3-2 0,-1 2 1,-4 0-65,-4 0 0,-3-2 0,-4-1 1,-1-2-705,1-2 0,-1-3 1,1 0-1,-1-1-200,1-1 0,0-3 0,2-2 0,3-3-551,2-2 0,2-2 1322,1-4 0,4-3 0,-3-1 0</inkml:trace>
  <inkml:trace contextRef="#ctx0" brushRef="#br0" timeOffset="22549">3944 4485 7898,'6'0'0,"-2"1"0,0 1 697,0 3 0,-1 3 1,1 3-1,0 5 1079,-2 4 0,1 5 1,0 5-1,-2 2-1360,0 4 1,2 0-1,-1-2 1,0-1-414,-1 0 1,1-4 0,1 1 0,0-6-1284,0-5 0,-1-7 0,3-4-376,1-4 1,-2-5 0,0-5 0,1-5-1150,-1-5 2805,-2 0 0,5-10 0,-3 2 0</inkml:trace>
  <inkml:trace contextRef="#ctx0" brushRef="#br0" timeOffset="23104">4130 4500 12133,'0'12'1485,"0"1"1,0 7 0,1 5-858,1 4 0,-1 2 1,2 6-1,-2 1-816,-1-1 1,1-6 0,0-2 0,3-3-712,0-4 1,-1-7 0,2-1 0,1-4-585,1-6 1,0-6 0,1-4-1,0-3 1483,0-4 0,3-2 0,1 0 0</inkml:trace>
  <inkml:trace contextRef="#ctx0" brushRef="#br0" timeOffset="23457">4323 4593 7898,'-12'4'1102,"1"1"1,0 2-482,-2 4 0,1 3 1,-1 4-1,0 5 217,1 1 1,2-1-1,5 4 1,2-2-122,2-3 0,3-5 0,4-1 1,7-6-692,6-4 1,4-3-1,3-4 1,2-2-532,2-5 1,-1 0 0,-2-4 0,1 0 654,-1 0-150,-2-1 0,2-3 0,-4 1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1:30.8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29 563 8141,'-11'0'1228,"0"0"0,5-1 0,5-1-771,7-2 1,6-4-1,10 1 1,3-4-176,4-3 1,4 2 0,3-3-315,3 0 0,9 3 0,-3-2 0,2 2-584,-1 1 0,-1 2 0,-3 2 0,-7 3 1,-2 3-1223,-3 1 0,-9 0 1838,0 0 0,-12 0 0,1 0 0</inkml:trace>
  <inkml:trace contextRef="#ctx0" brushRef="#br0" timeOffset="833">1080 86 7875,'0'-22'0,"-1"6"0,-3 2 237,-3 2 1,-2 5-1,-2 1 1,0 1 293,1 3 0,-2 1 0,-1 2 0,-2 2-145,-2 4 0,4 8 0,-2 2 0,1 5-138,0 2 1,-2 3-1,4 5-251,2 0 1,-2 4 0,7-1 0,1-1 0,-1 0-569,2 2 0,7-3 0,4 1 0,5-3-405,5-3 0,3-8 0,4 0 522,3-3 1,3-8-1,2-7 454,2-4 0,-6-13 0,1-8 0</inkml:trace>
  <inkml:trace contextRef="#ctx0" brushRef="#br0" timeOffset="1117">1229 213 7597,'-15'-6'0,"0"3"475,-1 1 1,-2 4 0,-2 1-115,2 4 0,3 4 0,4 3 0,2 3 0,0 0-189,2 1 1,5-2 0,0 3-1,4-2-232,5-2 1,6-2-1,2-6 1,2-3-185,2-3 1,2-2-1,1-3 1,1-4 25,-3-5 1,-1-4-1,1-4 1,-1-1 67,-2-3 1,-4 6 0,0-2 0,-3 2 675,-3 3 1,-5 0-130,2 6 0,-8 8 0,-2 8 0,-1 8-102,0 8 1,4 6-1,-3 0 1,1 3-523,3 1 0,1 0 0,1-3 1,0-2-562,0-2 0,4-8 0,3 2 1,3-5-449,0-5 0,2-7 1236,2-2 0,-2-9 0,3-7 0</inkml:trace>
  <inkml:trace contextRef="#ctx0" brushRef="#br0" timeOffset="1416">1462 245 7875,'-5'-6'-238,"4"2"0,-3 8 740,-1 3 1,4 4 0,-3 3 0,3 5-96,1 4 0,0 1 0,0 3 0,0 0 59,0 0 0,0-3 1,0 1-1,0-3-222,0-1 0,1-8-535,3-2 1,2-10-1,3-4 1,-1-10-73,-1-6 1,0-11 0,5-3 0,1-3 0,1-4 0,2 2 0,-3 1 0,2 2 250,2 1 0,-4 8 0,1 0 322,-3 9 0,4 5 0,-1 14 0,-1 7 307,-1 10 1,-5 4-1,-1 8 1,-2 5-588,-1 4 1,1-4 0,0 6-252,-2-5 0,-1 2 0,-1-3 1,0-3-1136,0-4 0,0-1 1456,0-6 0,0 1 0,0-6 0</inkml:trace>
  <inkml:trace contextRef="#ctx0" brushRef="#br0" timeOffset="1882">1069 797 7875,'-3'-7'-1137,"-2"1"1589,-1 1 1,0 3 1,-1 6 0,2 6 1,5 9-1,0 5 0,2 4-62,1 3 0,-1 2 0,6 1 0,0 1-326,1 0 1,2-6 0,0-3 0,-2-2 12,-2-4 1,1-5-332,-4 3 1,-2-10 0,-5-1-103,-4-5 0,-8-5 1,-2-2-1,-3 0 321,-2 1 1,1-1 0,0 3 0,0-2 178,-1 2 0,2 2 0,3 3 1,3 4-62,2 3 1,6 5 0,2 2 270,3-1 0,2 3 1,3-4-1,4 1 1,5-1-311,5-2 1,-1-5-1,4-2 1,1-1-655,0-3 0,2-1 0,0-1 0,0 0 195,0 0 0,-2-4 413,0-3 0,-1-8 0,0-1 0</inkml:trace>
  <inkml:trace contextRef="#ctx0" brushRef="#br0" timeOffset="2167">1260 1116 7875,'5'7'0,"2"-1"111,3-2 0,1 0 1,2-4-1,3 0 0,0 0 346,3 0 1,-2-8 0,0-4 0,2-4-350,1-2 1,-2-2 0,-3 0-1,-2-1-85,-3 0 1,-3 6 0,0-5-1,-5 3-26,-4 4 1,-8 3 0,-5 3 0,-1 3-43,-3 3 1,-5 1 0,-1 0 0,2 2 118,0 5 1,3 0 0,1 9 0,3-1 174,1 3 0,0 3 1,6 3-1,2 2 94,3 1 0,3 1 0,1 3 0,3-2-930,4 0 1,4-6-1,11 2-251,-1-3 1,1-6 0,3-6 0,3-5 0,2-6 837,-2-6 0,3-6 0,-3-12 0,-2-2 0,0-5 0</inkml:trace>
  <inkml:trace contextRef="#ctx0" brushRef="#br0" timeOffset="2348">1632 925 7875,'-7'-11'6,"0"0"1,0 2 0,-4 1-1,-1 2 444,-2 1 1,5 3 0,-4 5 0,1 5 231,4 5 1,-3 4-1,5 5 1,0 3-352,3 3 1,2 0 0,1 0 0,0 1-350,0 2 1,4-3 0,3-1-1,4-1-566,3-2 0,2-6 1,2-5-1,0-5-471,1-4 1,1-3 0,0-2 0,-1-4 1054,-1-6 0,-5-1 0,1-5 0,-2-2 0,-2-6 0,1-2 0</inkml:trace>
  <inkml:trace contextRef="#ctx0" brushRef="#br0" timeOffset="2616">1738 1009 10113,'6'5'0,"-2"3"347,-3 5 0,-1 4 0,0 4 0,0 2-174,0 1 0,0 1 1,0 6-1,0 2-186,0 0 1,0-4-1,0-1 1,0-3-30,0-1 1,-1-6 62,-3-4 0,3-8 0,-3-7 1,3-9-79,1-6 1,0-9-1,1-3 1,2-4 31,0-4 0,6 2 1,-2-4-1,2 1-400,2-1 0,1 6 0,2-2 1,3 0-470,3 1 1,-2 7 0,-1 4 0,-2 5 893,-2 5 0,-1 7 0,-2 0 0,1 5 0</inkml:trace>
  <inkml:trace contextRef="#ctx0" brushRef="#br0" timeOffset="2748">1951 1020 7875,'0'11'137,"0"-1"0,0-3 1,1-1-1,1 0 229,2 0 1,0-4-1,0 2 1,3-3-868,3-1 1,1 0-1,2 0 1,3-1-331,0-3 1,-2-5 830,4-5 0,0-5 0,3 2 0</inkml:trace>
  <inkml:trace contextRef="#ctx0" brushRef="#br0" timeOffset="2914">2163 893 7875,'-5'10'176,"-1"-3"1,-4 0 0,-1 3 541,1 3 0,-1-1 1,1 3-1,2 2-198,1 4 1,5 2-1,-2 7 1,2 3-288,-2 3 0,3-3 1,-2 10-1,1-2-829,2 1 1,4-5 0,1-2 0,1-7-476,2-7 1,1-6-1,2-7 1,1-5 1070,2-2 0,-2-10 0,3-3 0</inkml:trace>
  <inkml:trace contextRef="#ctx0" brushRef="#br0" timeOffset="3098">2269 1031 9085,'-6'10'953,"0"1"0,4 0 0,-1 2-482,0 4 0,2 2 0,1 9 0,0 3-434,0 3 0,5 1 0,1 2 1,0 1-629,-3 0 0,2-6 0,-1 0 0,1-3-1395,0-3 1,-2-10 1442,-3 2 0,-1-11 0,-2-8 543,-4-8 0,-3-7 0,0-10 0,-1-1 0</inkml:trace>
  <inkml:trace contextRef="#ctx0" brushRef="#br0" timeOffset="3264">2248 1052 7954,'9'-21'-59,"1"-1"1,-2 2 0,3 0 166,1-1 1,-2 6 0,7-5 0,-1 3 713,1 4 0,-3 6 1,2 4-454,0 1 1,-3 7 0,-6 5 0,-4 5 0,-1 7 8,-2 4 0,0 3 0,-2 2 0,-1 3-526,-4 1 0,-3-6 1,1 2-1,1-4-724,0-3 1,3-5-1,-4-4 184,2-3 1,5-5-1,-2-12 688,3-5 0,1-10 0,0-8 0</inkml:trace>
  <inkml:trace contextRef="#ctx0" brushRef="#br0" timeOffset="3431">2535 818 8265,'0'14'0,"0"2"634,0 0 0,0 2 0,0 3 0,0 2 56,0 1 0,0 0 1,0 4-1,1 2-481,2 1 0,0 2 1,4 1-1,1 2-721,2 2 1,-3-2-1,0 1 1,0 0 511,-1-3 0,3-6 0,-3-2 0</inkml:trace>
  <inkml:trace contextRef="#ctx0" brushRef="#br0" timeOffset="3565">2460 1148 7954,'-7'-4'63,"0"0"1,0 1 231,1-2 0,2 3 0,4-5 1,1-2 358,2 0 0,4 2 1,7 0-1,5-1-516,5-2 1,1 3 0,5 0-139,3-1 0,6-2 0,-1 0 0</inkml:trace>
  <inkml:trace contextRef="#ctx0" brushRef="#br0" timeOffset="3998">3172 967 7901,'-11'-5'-541,"1"-2"400,-1-2 1,0 3 0,2 1 643,2 0 0,-6 4 0,2-2 0,-1 3 1,-1 3 184,-1 4 0,3 4 0,-4 3 0,4 4-377,0 2 0,1 2 0,3 2 0,3 1 77,-1-2 1,4 3 0,0-1-1,5-1-429,7-2 0,3-5 0,0-3 0,4-4-648,2-3 1,-1-2-1,0-7 1,1-4 319,-1-5 1,-2-10 0,1-1 0,-3-4-52,1-4 0,-8-1 1,1 0 15,-3-1 1,1 8 0,-3 4 1662,-2 4 0,-2 7 0,-2 10 1,-2 10-645,2 9 0,1 4 0,1 6 0,0 3-808,0 0 0,1 2 0,3-2-1988,3-1 0,2-3 2181,2-8 0,4-4 0,2-2 0</inkml:trace>
  <inkml:trace contextRef="#ctx0" brushRef="#br0" timeOffset="4180">3384 871 7966,'-4'-5'816,"1"0"0,-4 5 0,0 1 209,1 3 1,1 6 0,4 9 0,-1 5-861,-2 4 0,1 9 0,3 4 0,1 5-18,2 2 1,2 1 0,3 0-1,0-4-1135,0-5 0,1-8 0,2-8 988,-1-6 0,6-12 0,0-7 0</inkml:trace>
  <inkml:trace contextRef="#ctx0" brushRef="#br0" timeOffset="4348">3533 850 8156,'0'-7'2980,"0"0"1,0 6-2400,0 1 0,0 9 0,0 10 0,0 5-499,0 4 1,0 5 0,0 4 0,0 4-1094,0 3 0,3-3 1,2 4-1,0-4-1383,0-2 2394,3-10 0,-2 7 0,4-9 0</inkml:trace>
  <inkml:trace contextRef="#ctx0" brushRef="#br0" timeOffset="4447">3671 1201 8287,'-10'1'430,"3"2"0,2-1 0,2 2-2042,0 1 1612,-1-4 0,4 9 0,0-5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23.7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25 462 7916,'-14'6'627,"8"-5"1,6 4-1,10-3-243,6-2 1,7-2 0,9-3-1,3-5 62,0-7 0,5-1 1,-5-8-1,1-5-300,1-2 1,-2-4 0,0-4 0,-8-1-155,-7-4 0,-11 8 1,-6-2-1,-7 7 21,-10 7 1,-7 6-1,-10 11 1,-4 7 22,-4 10 0,5 9 0,-7 16 369,1 8 0,2 5 1,2 7-1,5 2 1,7 6 267,6 5 0,4 4 0,5 0 0,6 1-484,6 1 0,6-11 0,9 0-450,5-12 0,9-8 1,5-15-1,2-8 1,2-4-596,1-8 1,-1-9-1,-2-8 1,1-6-4106,1-6 4961,-9-9 0,14-3 0,-11-6 0</inkml:trace>
  <inkml:trace contextRef="#ctx0" brushRef="#br0" timeOffset="268">697 421 7849,'-9'0'0,"1"-2"1539,2-2 1,3 2-946,8-2 1,2 2-1,7 2 1,1-2-694,4-2 0,2 2 0,6-4-812,1 0 1,4 3 0,1-4-1,1-1 911,-1 0 0,5-1 0,-3-5 0</inkml:trace>
  <inkml:trace contextRef="#ctx0" brushRef="#br0" timeOffset="750">1369 147 7849,'0'-14'291,"0"0"0,-2 2 0,-1 1 2066,-1 2-1995,-7 6 0,10 3 0,-4 12 1,3 8-1,2 9 590,0 4 1,0 4 0,0 4-723,0 0 0,0 7 1,0 2-1,0 2 0,0 1-465,0 2 1,0-6 0,0 7-1,0-1-201,0-3 0,0-16 0,2-2-747,3-7 0,-4-13 0,4-19 1183,-4-12 0,-7-13 0,-2-5 0</inkml:trace>
  <inkml:trace contextRef="#ctx0" brushRef="#br0" timeOffset="932">1314 215 8296,'-6'-8'1824,"9"1"0,0 4 1,6-2-1591,6 2 1,10-3 0,1 0 0,4 0-608,1 0 0,-1-3 0,1 4 0,2 1-699,2-3 1,-9 6 0,0-4-1,-5 4 1072,-4 1 0,4 12 0,1 3 0</inkml:trace>
  <inkml:trace contextRef="#ctx0" brushRef="#br0" timeOffset="1116">1314 517 7849,'-14'12'224,"1"-8"0,-1 9 1474,0-6 1,8-2-983,6-5 1,11-2-1,9-2 1,1-5-771,3-4 0,2 4 0,2 0 0,-1-2 2,0-1 1,1-1 0,-1-1 0,1 2-3750,-1 3 3801,1-4 0,-1 6 0,0-7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22.7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165 315 7848,'0'-21'371,"-6"0"-59,-4 3 1,-2 4 0,-1 0 0,-1 8 0,-1 6 155,-4 5 1,4 14 0,-3 13-1,3 10-25,1 8 1,6 3 0,4 13 0,2 1-209,2-2 0,3-2 1,6-2-1,10-10-272,5-6 0,5-13 1,3-16-1,4-7-166,4-9 1,-3-12 0,-2-14 0,-2-9-27,-2-10 1,-8-7-1,-5-3 1,-4-1 44,-5-4 0,-3 7 0,-8-4 0,-4 6 121,-8 8 0,-5 2 0,-9 12 0,-1 6-32,-3 8 0,2 10 0,-4 1 1,4 2-338,4 2 1,6 6 0,0 3-67,5 4 0,4 0 1,11 1-1,2 0 0,4-1 498,8 1 0,6 0 0,7 0 0</inkml:trace>
  <inkml:trace contextRef="#ctx0" brushRef="#br0" timeOffset="181">727 0 7848,'-9'14'445,"0"1"0,-2 2 0,-3 4 421,-4 5 0,4 1 0,-1 13 0,4 6-305,1 6 1,2 1-1,0 11 1,2 0-354,3-2 0,2 5 1,1-7-1,1-4-771,4-6 0,-2-10 1,6 1-1,0-9-1503,-1-7 0,2-10 2066,-5-6 0,0-6 0,-5 3 0</inkml:trace>
  <inkml:trace contextRef="#ctx0" brushRef="#br0" timeOffset="299">453 617 7848,'0'-14'0,"-2"2"658,-2 3 0,4-2-31,0 7 1,6-2 0,9 3 0,3-2-467,5 2 0,9-3 0,5 1 0,4 1-1235,4-2 1,4-2 0,6-6 1073,0 1 0,6-7 0,1-1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21.5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192 440 7908,'-13'-14'273,"-1"0"0,0 2 0,1 3-73,-1 4 1,-1 4-1,-2 1 1,-1 1-1,1 5 259,2 8 1,1 3-1,2 9 1,2 4-302,6 4 0,2 2 0,2 4 0,2-1-337,2 3 0,6-9 0,8 5-38,5-7 1,3-4 0,3-12 0,1-4-7,2-3 0,0-13 0,-5-12 0,-1-10 0,-1-8 87,-2-8 0,-5-4 0,2-5 0,-4 5 355,-3 6 0,-7 9 0,1 1 205,-1 7 0,-1 12 0,-7 13 0,-1 11-188,-1 10 0,-1 5 1,4 5-1,-2 5-373,-2 2 1,1-2 0,5 0 0,4-1-533,4-1 0,3-6 0,2-9 0,1-3-794,3-5 0,2-8 1463,3 1 0,9-10 0,-3-2 0</inkml:trace>
  <inkml:trace contextRef="#ctx0" brushRef="#br0" timeOffset="264">1029 111 8973,'-9'0'1191,"1"1"1,0 5-819,1 8 0,4 12 0,-2 10 0,2 7-130,-2 7 1,4 1 0,-4 9-474,4 1 0,1-1 0,1 1 0,4-8 0,6-4-734,5-5 1,1-12 0,4-8 0,1-7 139,-1-9 0,2-13 0,3-9 824,-3-7 0,3-11 0,-5-3 0</inkml:trace>
  <inkml:trace contextRef="#ctx0" brushRef="#br0" timeOffset="497">1358 330 7859,'-9'9'0,"0"2"329,-2 4 0,-1 5 0,-2 9 1,0 3-1,1 6 436,-1 6 1,6 3 0,4 5-1,2-3-565,2-2 0,11-7 0,4-10 0,5-7-272,4-9 1,4-7-1,1-10 1,-1-8-24,-2-11 0,-3-12 0,0-12 0,-5-5-118,-2-7 1,-7 0-1,-2-5 1,-1 2 16,-2 4 1,-8 5 0,-2 6 22,-1 8 1,-7-2 0,-6 19-1,0 6 1,1 7-420,2 7 0,2 1 0,1 0-421,0 0 0,8 4 1013,6 1 0,6 5 0,8-2 0</inkml:trace>
  <inkml:trace contextRef="#ctx0" brushRef="#br0" timeOffset="647">1838 1 7859,'0'38'358,"0"0"0,0 5 310,0 4 0,0-3 0,0 12 0,0 1-192,0-1 1,0-6-1,-2 10 1,-1 2-496,-1 4 1,-1-7 0,5-2-1,0-3-1492,0-2 1,0-12 1510,0-4 0,-6-17 0,-2-7 0</inkml:trace>
  <inkml:trace contextRef="#ctx0" brushRef="#br0" timeOffset="781">1673 481 7859,'-9'0'1207,"0"0"1,7 0-1,2-2 1,9-2-969,8-6 0,6 3 1,9-2-1,6-3-243,6-5 1,2 2 0,9-5 464,6 0-461,10-1 0,6-7 0,5 1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20.0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237 136 7718,'-6'-18'0,"-3"-2"238,-4-1 0,0 2 1,-3 0 244,-2 3 1,1 1 0,-4 11 0,1 0 0,2 6 107,-2 7 0,5 2 1,-3 13-1,4 4-273,5 2 1,3 4 0,6-4-1,0 4-169,0 1 1,7-3 0,5 3 0,5 0-114,0 0 1,4-3 0,1 3 0,-1-2 1,3-1 0,-5-4-1,-4-2-96,-4-4 0,-1 7 0,-5-4 0,-2-2-37,-2-2 1,-8 0 0,-7-4 0,-6-2 0,-3 2-371,0-2 0,1 0 1,-4-2-1,1-4-844,3-5 1,9-2-1,3-2 818,7 0 0,18-6 0,14-2 1</inkml:trace>
  <inkml:trace contextRef="#ctx0" brushRef="#br0" timeOffset="299">442 273 8436,'-22'-7'0,"0"2"0,1 3 706,0 2 0,2 7 0,-2 2 0,1 4-160,3 6 0,2-3 0,3 6 0,1-1-373,2 0 0,6-2 0,0 2 0,6 0 4,6 1 1,10-7-1,3 0 1,6-6-703,4-3 0,-2-9 1,5-10-1,2-9-65,2-4 1,-5-3 0,4 1 0,-6-3 430,-6 1 1,-6 8-1,1-4 1,-3 4 737,-5 0 63,-6 12 0,-8 3 0,-2 18 0,-3 7-434,-2 10 1,3-1 0,-2 7 0,1-2-258,3 0 0,-4 1 1,3-4-1,2 2-851,5-1 0,0-9 0,7 4 900,0-8 0,9-1 0,2-8 0</inkml:trace>
  <inkml:trace contextRef="#ctx0" brushRef="#br0" timeOffset="732">867 301 7797,'-7'-10'53,"1"3"0,1-1 262,1 1 0,-1 2 1,3-3 726,-2 2 0,1 2-540,-6 4 1,4 1 0,-2 4-406,0 4 0,3 5 0,5 2 0,2 4 0,4 0-185,0 0 1,4-2 0,6-4 0,1-2-11,-1-3 0,2 2 0,1-7 0,2-1-449,2-1 0,2-8 0,1-5 0,1-6 363,-1-5 0,1 0 0,-3 1 222,-2 1 0,2 2 0,-6 6 0,1 3 1,2 4 381,-1 3 0,-7 10 0,2 7-42,1 11 0,0 8 0,-3 10 1,-2 5 94,-3 5 1,2 9-1,-7-2 1,-1 0 15,-1 0 1,-4 1-1,-2-7 1,-7-6-263,-6-5 0,-3-9 0,-5-3 1,-1-6-279,-3-8 0,-11 0 0,0-10 1,-1 0-1,-3-5-361,1-6 0,-1-6 0,2-10 1,1-5-1752,5-7 0,6-4 1,4-6 2162,3 0 0,-3-12 0,5-4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18.48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 28 7853,'-6'-9'0,"-3"1"121,-3 2 1,3 1 0,1 7 0,1 2 179,-1 5 0,5 4 0,-2 0 0,4 3 37,1 2 0,6-1-338,3 6 0,3-1 0,2 6 0</inkml:trace>
  <inkml:trace contextRef="#ctx0" brushRef="#br0" timeOffset="566">69 480 8258,'-9'-4'719,"0"-1"1,6-1-383,-2 1 0,-1 5 1,2 0-1,1 9 37,1 8 1,2 6-1,0 9 1,2 6-157,2 6 1,-1 7-1,5 7 1,0 2-285,-1 3 1,-2-10 0,2-1 0,1-8-1099,0-9 1,-1-6 0,4-7 1163,-2-9 0,0-11 0,5-10 0</inkml:trace>
  <inkml:trace contextRef="#ctx0" brushRef="#br0" timeOffset="916">755 247 7853,'-9'-23'-341,"0"2"1,-4 0 591,-3-1 0,0 5 0,-3 1 1,0 5 235,1 6 0,-2 4 1,3 2-1,-2 6 388,-3 6 0,10 10 0,0 12 0,3 9-294,1 8 0,5 1 0,-1 10-512,2-2 1,4 7-1,2-2 1,5-1 0,3 1-329,2-4 1,0-1-1,0-9-46,-1-6 1,1-4-1,0-14-5781,-1-7 6086,-5-10 0,-2-5 0,-6-6 0</inkml:trace>
  <inkml:trace contextRef="#ctx0" brushRef="#br0" timeOffset="1048">453 672 8089,'0'-14'691,"0"1"0,6 4 0,5-1 0,6 1-719,6 2 1,10-10 0,8 3 0,10-3 27,6-2 0,6-3 0,5-5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34.9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124 315 8125,'-18'25'0,"-2"5"679,-1 8 0,4 10 0,-1 14-225,3 7 1,7 11-1,4-2 1,2-5-1,5-6-69,6-7 1,2-15 0,12-7 0,1-7-140,2-10 1,3-12 0,0-10 0,1-13-414,1-12 0,-5-9 0,4-11 112,-5-4 0,-3-11 0,-6-3 0,-6 0-505,-2-4 0,-4 4 1,-4 4-1,-1 8 159,-4 11 0,-2-1 0,-8 16 0,-2 1 0,-2 7-232,3 7 0,0 7 0,3 8 0,1 6 279,2 2 1,4 6 0,6 0 0,0-1 353,0-2 0,6-1 0,2 0 0,6 0 0</inkml:trace>
  <inkml:trace contextRef="#ctx0" brushRef="#br0" timeOffset="265">399 384 7832,'0'9'267,"0"0"1,0 2-2,0 1 0,0 2 0,-2 1 0,-1 3 198,-2 5 0,1 9 0,4 3 1,0 3 56,0 3 1,6-6 0,3 8-542,3-3 1,7-1-1,2-11 1,2-8-1,4-8-464,2-8 0,-1-11 1,5-12-1,-1-14 288,-1-14 0,-10-13 0,5-14 0,-5-6-343,-4 1 0,-6 11 1,-4 4-1,-1 10 749,-3 15 1,-3 19 0,-3 12 0,-3 11 869,-1 11 1,2 12 0,-3 10 0,2 6-811,3 3 0,2 0 1,1 2-1,0-2-308,0 0 0,4-12 0,2 2 42,2-9 0,1-8 0,6-9 0,2-5 0,3-9-4081,1-9 4077,-4-12 0,9-15 0,-5-8 0</inkml:trace>
  <inkml:trace contextRef="#ctx0" brushRef="#br0" timeOffset="414">1070 0 8899,'0'15'1004,"0"4"0,0 8 0,0 13 0,0 10-432,0 14 1,0 12 0,0 11 0,0 3-710,0-2 0,5-10 0,0-1 1,-2-8-503,-2-11 1,-1-15 0,0-5-1,0-8-2690,0-9 3329,0-10 0,-12-11 0,-3-7 0</inkml:trace>
  <inkml:trace contextRef="#ctx0" brushRef="#br0" timeOffset="514">974 686 7832,'0'-10'0,"0"1"0,-1-1 528,-4-3 0,4 0 0,-2-1 219,6 0 1,4 1 0,9-1-1,2 0-1487,5 0 0,-2 5 1,2 2 739,1 1 0,8-5 0,3 3 0</inkml:trace>
  <inkml:trace contextRef="#ctx0" brushRef="#br0" timeOffset="614">1413 617 8502,'-4'14'0,"-1"1"2126,2 3 1,2-7-1830,1 3 1,1-10-298,4 1 0,8-10 0,9-2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33.5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453 53 7832,'-50'-21'0,"3"4"0,3 7 828,4 5 1,4 7-1,-1 7 1,5 12 64,3 13 0,11 7 0,3 17 1,1 10-560,3 10 1,7 9 0,1 9-1,6-3-385,6-8 0,4-12 0,4-6 0,3-11-617,1-8 0,-7-12 0,3-5 1,0-7-1461,-2-6 2128,0-8 0,-7-17 0,-2-8 0</inkml:trace>
  <inkml:trace contextRef="#ctx0" brushRef="#br0" timeOffset="150">1 725 8069,'0'-7'653,"6"1"0,5 4 0,6-1-545,5-2 1,10-5-1,5 1 1,4-5-643,5-4 1,-2-4 0,5-7-1,-4-3 534,-5-4 0,-5-4 0,-8-1 0</inkml:trace>
  <inkml:trace contextRef="#ctx0" brushRef="#br0" timeOffset="266">508 328 7832,'0'13'0,"0"3"103,0 2 1,0 5-1,0 7 1,0 5 762,0 5 0,0 3 0,0 8 0,0-2-679,0-2 1,2-6 0,1-7-1,3-5-655,2-8 0,2-10 0,7-10 0,1-8 626,-1-12-158,-8-11 0,3-5 0,-4-6 0</inkml:trace>
  <inkml:trace contextRef="#ctx0" brushRef="#br0" timeOffset="667">632 232 9907,'0'13'-2244,"0"-3"1762,0-1 1,1-5 0,4 4 481,4-2 0,3-1 0,2-5 0,0 0 0,-1 0 0,-4 0 0,1 0 0,0 0 152,2 0 1,-2 6 0,-3 3 0,1 3 295,-1 2 0,-4 5 0,4 4 0,-3 5 238,1 4 1,-1 4 0,-4 8-1,0 2-165,0-2 1,5-6 0,-1-3 0,-1-1-302,-1-4 1,-2-11 0,1-7-795,4-4 0,1-13 1,5-13-1,-2-14 114,2-11 1,-4-9 0,2-10 0,2-8 105,1-5 0,2 8 1,0 2-1,-1 7 42,1 9 1,0 15-1,-1 10 694,1 7 0,-5 16 1,-1 19-1,-2 14 858,-3 11 1,-1 7 0,-2 8-873,0 1 1,0 4 0,0-7-1,0-3 1,0-1-813,0-3 0,6-13 0,3-11-97,3-8 1,2-10-1,-1-16-2611,1-9 3152,0-13 0,0-10 0,-1-8 0</inkml:trace>
  <inkml:trace contextRef="#ctx0" brushRef="#br0" timeOffset="936">1180 136 7832,'0'13'372,"0"1"1,0 0 0,2 0 0,1 1 614,1 3 0,7 5 1,-2 9-1,3 6-516,2 6 0,4 2 0,1 7 0,-1 4-336,2-1 0,-10-10 0,2-8 0,-2-8 68,-3-8 0,-4-10 1,0-5-1181,-6-1 0,-10-6 0,-10-4 1,-3 1 276,-2 1 0,1-2 0,0-1 0,-1 2 746,1 2 1,5 7-1,6 3 1,3 3 327,4 2 0,6 1 0,0 2 0,8 2-61,8 3 1,3-8 0,7 1 211,1-3 1,2-3-1,1-9 1,1-1-1,-1-4-920,1-4 0,-6-11 0,1-6-506,2-4 0,-6-8 1,0 1-1,-6-3 901,-3-1 0,2-6 0,-5-2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32.4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206 150 7832,'-9'-28'0,"-1"2"0,0 2 0,-2 1 0,-2 6 0,0 1 0,0 5 1226,1 6 0,-2 11 1,-2 8-1,-2 9-497,3 7 0,0 6 1,4 5-1,3 0-509,5 0 0,2-1 1,4-4-1,2-4-106,5-3 0,10-12 0,3-5 0,4-4-575,2-5 1,5-11-1,2-10 1,2-13-245,-1-7 0,-1-4 0,2-3 1,-3 0 421,-1 0 0,-10 7 0,0 5 809,-6 4 1,-11 12 0,-5 19-33,-4 10 1,-8 14 0,2 10 0,-3 5-283,-2 5 0,2-8 0,2 3 0,2-3-1026,2-2 1,1-3 0,5-7-1877,0-3 0,6-11 2690,3-12 0,10-12 0,2-10 0</inkml:trace>
  <inkml:trace contextRef="#ctx0" brushRef="#br0" timeOffset="299">562 95 7832,'0'14'535,"0"-1"0,-1 1 0,-2 3 401,-2 6 0,-1-1 0,3 12 0,-2 1-523,2 6 1,-3 3 0,2 10 0,-1 0-115,-1-2 1,4-3-1,-2-11 1,4-6-375,4-9 0,-1-12 0,7-8 0,0-8-166,2-9 1,2-12 0,0-12-1,1-6-36,3-6 0,-2-3 0,2-2 0,-1 0-22,1 0 1,-3 5 0,3 3-1,-1 2 105,2 6 1,-9 13-1,4 5 466,-2 8 0,-4 19 1,-1 14-1,-1 11 69,-3 10 1,-1 6-1,-2 9 1,0 4-240,0 4 0,0-6 0,0-2 0,0-3-963,0-5 0,2-10 0,2-9 0,7-11-580,6-13 1,-1-19 0,7-18 1440,1-12 0,2-20 0,2-6 0</inkml:trace>
  <inkml:trace contextRef="#ctx0" brushRef="#br0" timeOffset="582">1124 13 7832,'0'13'1005,"0"2"0,0 4 1,0 4 20,0 3 0,0 7 0,0 2 0,0 2-769,0-1 1,5-5-1,1-1 1,0-5 100,0-7-958,-1-3 1,-5-9-1,-2-6 1,-4-7 249,-8-6 1,-1 6-1,-8 2 1,-1 7 375,-2 7 1,3 8-1,2 15 1,1 6 553,3 6 0,7 5 1,2 4-1,2-3-114,3-4 1,7-16 0,6-8 0,3-10-268,6-8 1,2-4-1,5-7 1,-2-10-521,-1-9 1,-5-12-1,5-2 1,0-5-1010,-2-4 1,-1 9-1,-6 2 1,0 6 1329,-1 6 0,-5 2 0,-2-3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30.9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1 177 7832,'0'-18'0,"0"-2"325,0-1 0,1 2 0,2-2 0,3 0 920,2-1 1,-3 10 0,4 0-454,1 4 0,-2 5 0,0 9 0,-1 8-153,1 7 0,-5 17 0,1 8 1,-2 7-618,-2 7 0,0 2 1,0 7-1,0 1-729,0 3 0,0-3 0,0 0 0,0-9-102,0-11 0,6-11 0,3-10 0,3-10-448,2-10 0,4-9 0,2-9 0,2-10 1257,2-10 0,2-6 0,1-7 0</inkml:trace>
  <inkml:trace contextRef="#ctx0" brushRef="#br0" timeOffset="200">467 218 7832,'-6'-14'472,"3"7"0,-6 2 1,-4 4 325,-3 1 0,-1 0 0,-6 3 0,-1 4-251,-2 7 0,-3 9 0,0 0 0,0 4-72,3 5 0,12-1 1,1 4-1,2 0-215,3 0 1,4-9-1,10 0 1,8-4-367,7 0 1,5-7-1,1-1 1,2-8-553,3-5 0,-1-1 1,4-1-1,0-4-774,0-4 1,-5-9-1,2-5 1,-3-5 573,-1-4 0,-3-3 0,-2-4 858,-4 2 0,-4-2 0,-1 4 0</inkml:trace>
  <inkml:trace contextRef="#ctx0" brushRef="#br0" timeOffset="499">659 191 8473,'-6'9'0,"-3"-2"757,-4 0 0,4 3 0,2-1 0,-1 4-79,0 0 0,4 9 0,-4 3 0,2 9-326,3 6 0,-3-1 1,1 11-1,2 4-210,2 4 1,1-11-1,0 0 1,1-7-321,4-11 1,-2-8 0,6-13 144,2-8 0,1-19 1,2-13-1,-1-9-268,1-9 0,1-2 0,2-10 1,1 1-188,-1 3 1,3 1-1,-2 6 1,-1 3 486,-2 7 1,-1 15 0,0 5 438,-1 9 0,-5 13 0,-3 13 0,-5 11-323,-5 10 0,3 3 0,-4 10 0,2 1-527,-1 0 1,1 0 0,4 1-1,0-3-289,0 0 0,1-15 1,4-1-1,5-10-209,7-9 1,5-10-1,5-14 1,0-11 909,1-14 0,-1-8 0,1-10 0</inkml:trace>
  <inkml:trace contextRef="#ctx0" brushRef="#br0" timeOffset="1016">1098 273 7832,'-14'6'728,"5"0"0,0 6 0,-2 2 2,-1 6 0,3 4 0,1 5 0,2 2-228,3 1 1,3 6 0,4-5-1,7-1-330,6-4 1,0-15 0,5 0 0,3-7-58,1-8 1,-3-10-1,-2-12 1,-1-7-309,-4-6 1,-2-8 0,-5-2 0,-4-1-181,-4 3 0,-1 10 0,-1-5 0,-4 5-276,-4 4 0,-5 13 1,-2 6-1,-3 3-400,3 1 1,0 5-293,3-1 1,7 8 1340,6 5 0,1-3 0,8 1 0,2-3-23,1 1 1,2 4-1,0-3 1,-1 2-68,1 2 0,-6 7 1,-2 3-1,-2 1 88,1 3 1,-1-1 0,-4 3 0,2 5 1215,3 2 1,-4-1-1,4 2 1,-4-4 172,-1-4 1,6-3 0,3-2-1360,4-7 0,0-9 1,2-15-1,2-9 41,2-10 0,0-8 0,-2-7 0,1-3-783,-1-2 0,-2 9 0,-1 1 0,0 5-395,0 8 0,-7 8 1171,-2 13 0,-4 8 1,-1 17-1,0 8 119,0 7 0,0 4 0,2 2 0,1 2-23,1 3 1,7-10 0,-3 1 0,2-7-68,4-2 0,-3-7 0,7-4 0,-3-6 179,-1-7 0,-5-10 0,0-9 1,0-11 49,-1-9 0,3-5 0,-7-1 0,1 0-529,1 0 1,-5 0 0,4 3-1,-4 3-765,-1 3 0,0 10 0,0-4 0,0 5 974,0 4 0,7-4 0,0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29.32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28 322 7712,'-9'2'1410,"1"2"-1119,2 5 1,1 10 0,5 3 0,0 4 13,0 2 0,7-1 0,3 1 0,7-1-285,6 0 0,3-5 0,1-5 0,2-7-163,3-5 1,3-11 0,6-10 0,0-9-283,1-10 0,-1-7 0,-2 0 1,-1-1 251,-1 3 0,-13 15 1,-1 3-1,-6 13 331,-3 14 0,-2 11 1,-3 21-1,-4 10 154,-4 10 1,-2 7 0,-4 9 0,-4 6 781,-3 6 0,-8-10 0,-2 0 0,0-7-685,-1-7 0,0-14 0,-4-9 0,-1-6-248,1-6 0,-1-7 0,2-3 0,2-5-270,1-6 1,6-5 0,1-5 0,5-6-1331,6-5 0,4-1 1,2-6-1,5-1-3123,8-2 4562,0-2 0,18-5 0,-3-2 0</inkml:trace>
  <inkml:trace contextRef="#ctx0" brushRef="#br0" timeOffset="233">768 473 8150,'-1'20'0,"-4"4"755,-4 7 0,-3 7 0,-2 10 1,0 10 48,1 8 1,4 1 0,1 7 0,2-3-473,3-9 0,3-16 0,4-11 1,6-11-165,2-10 0,3-8 0,3-12 0,4-9-270,-1-11 0,3-9 1,-5-11-1,-3-6-246,0-6 1,-4-1 0,-3-7 0,-5 2-359,-2 8 0,-2 1 0,0 11 0,-2 4 129,-2 7 1,-4 10 0,-5 5-917,-1 3 1,0 7 1492,0 3 0,7 4 0,7 7 0,7 2 0</inkml:trace>
  <inkml:trace contextRef="#ctx0" brushRef="#br0" timeOffset="500">1029 459 7772,'0'15'238,"0"4"1,0-3 0,0 7-1,-2 2 725,-2 1 1,2 4-1,-2 4 1,2 5-320,2 4 0,0-4 0,2 6 0,2-6-343,5-2 1,5-13 0,3-1 0,3-8-581,1-6 0,0-2 1,4-11-1,-3-5-169,3-9 0,-4-19 0,-1-10 0,-2-11-149,-1-10 0,-9-2 0,4-6 0,-3 1 266,-1 3 0,-4 14 1,4 11-1,-2 12 386,-3 12 1,0 14 0,0 11-1,2 11 624,-2 13 0,4 11 0,1 10 0,1 5-299,0 0 0,0-5 0,5 2 0,0-2-1025,-1-3 0,3-3 0,0-6 0,3-6-1537,-3-4 2182,0-15 0,3 2 0,3-12 0</inkml:trace>
  <inkml:trace contextRef="#ctx0" brushRef="#br0" timeOffset="882">2098 62 7827,'0'-14'2178,"0"0"-1422,0 0 1,-1 2 0,-5 5-379,-8 7 0,-1 12 0,-7 11 0,1 4-231,0 5 0,-1 5 1,-2 7-1,3 2-583,1-2 0,2 4 1,5 1-1,3 2-355,1-1 1,6-6 0,-2 2 790,3-4 0,15-1 0,2 1 0</inkml:trace>
  <inkml:trace contextRef="#ctx0" brushRef="#br0" timeOffset="1066">2181 459 8355,'-7'20'529,"0"0"1,-7 4-1,0 1-54,1 4 0,0 4 0,3 10 0,2 1-189,2 2 1,-3 5 0,4-3 0,2-3-323,2-4 1,1-15-1,1-3 1,2-6-962,2-3 1,6-7 0,-1-4 0,6-7-224,2-10 0,2-7 1220,-2-11 0,-3-9 0,5-8 0</inkml:trace>
  <inkml:trace contextRef="#ctx0" brushRef="#br0" timeOffset="1216">2400 391 8218,'0'-6'2838,"0"7"-2259,0 11 1,0 11 0,0 12 0,0 9-464,0 8 0,0 8 1,0 11-1,1 2-727,4-1 0,3-14 0,5-9 1,1-11-607,0-11 0,1-12 1217,3-10 0,4-10 0,5-2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5T09:58:26.94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0 165 7995,'0'14'0,"0"-1"259,0 1 0,2 7 0,1 7 1,2 8 221,-2 8 1,4 8-1,1 11-351,-1 5 0,4 8 0,-5-1 0,0-3 1,0-5-46,-3-9 1,-1-16-1,-2-4 1,0-7-10,0-10 0,-5-12 0,1-10-270,1-11 0,1-11 1,2-12-1,0-10-72,0-6 1,2-9 0,1-13 140,1-5 0,7-1 0,-2 2 0,3 5 1,2 5 88,0 3 1,-1 14 0,1 7 0,0 16 91,0 11 0,-2 18 0,-2 4 0,0 11 281,0 10 1,-2 8 0,-1 11-1,1 6-54,0 6 1,-4-1-1,4 4 1,-2-1-39,-3-2 0,0-13 0,0 6 0,2-4-103,-2-6 1,3-9 0,-2-5-1,1-8-262,1-9 1,-3-5 0,6-10 0,2-7-147,1-9 1,-1-10-1,1-14 1,3-7 30,0-6 1,2 5 0,0-4-1,1 1 181,-1 0 0,0 10 0,-2 2 222,-1 13 0,2 11 1,-8 14-81,0 11 1,-2 9 0,-5 16 0,2 5 0,2 8-71,-2 4 0,3 2 0,0 1 0,0-4-567,0-4 0,5-5 0,-2-4 1,5-4-329,4-7 0,-1-12 0,6-5 549,1-4 1,2-13-1,1-9 1,-1-11 327,-3-9 0,3-14 0,-3-3 0,3-6 0,1-6 0,-5 2 0,-6 7 0,-5 10 0,-6 10 75,-4 11 0,-2 11 0,-4 6 0,-6 7 693,-5 4 1,-1 10 0,-4 4 0,1 6-54,3 3 0,0-1 0,2 6 0,0 3-280,3 0 0,5 6 1,0 0-95,1 0 0,1 8 0,5-5 1,2-1-230,2-2 1,5-5 0,10-7-1,4-6 1,2-7-997,3-5 1,1-13-1,1-10 1,2-16 437,-1-13 1,-2-3 0,-3-9 0,-2 1 337,-1-2 1,-6 15 0,-1 2 0,-5 11 400,-6 11 0,-4 13 0,-1 13 664,0 11 0,-4 12 0,-3 7-723,0 6 0,4 8 0,-2-2 0,2-1 0,0-1-556,-1-1 1,-1-10 0,5 2 0,1-7-583,4-6 1,0-11 0,7-12 0,3-10-1844,0-12 2747,1-13 0,3-13 0,3-7 0</inkml:trace>
  <inkml:trace contextRef="#ctx0" brushRef="#br0" timeOffset="165">1358 151 8927,'7'6'0,"-2"3"0,-4 5 742,-1 4 1,0 7 0,0 11 0,-1 13 0,-2 10-1,-2 11-357,2 5 0,2 3 1,1 1-1,0-3-904,0-3 1,4-13 0,2 1 0,1-10-631,-1-3 1,0-10 323,-2-11 0,-2-19 1,2-19-1,-2-13 825,-2-11 0,-12-11 0,-4-3 0</inkml:trace>
  <inkml:trace contextRef="#ctx0" brushRef="#br0" timeOffset="332">1344 412 7774,'6'-54'32,"0"10"1,5-5-1,0 11 293,4 11 1,-2 4 0,6 6 0,-2-1 445,1 1 0,-3 8 0,3 6-120,-2 6 1,-9 5 0,-2 7-1,-4 3-249,-1 5 1,0 6 0,-1 4-1,-4 7-380,-4 3 0,-3-4 0,0 7 1,1-3 31,2-2 0,1-11 0,-2-4 0,2-4-5079,2-6 5025,1-7 0,11-9 0,2-7 0</inkml:trace>
  <inkml:trace contextRef="#ctx0" brushRef="#br0" timeOffset="516">1783 137 7774,'-6'20'759,"0"2"1,-5 5-1,2 3 169,-2 7 0,-1 3 0,0 14 0,3 7-422,4 5 0,-1 2 1,1-1-1,2-3-403,2-4 1,1-8-1,0-5 1,0-3 3,0-4 0,0-17 0,1-4-281,4-5 0,1-12 1,3-18-1,-4-10-7128,-4-9 7302,-1-4 0,0-8 0,0-2 0</inkml:trace>
  <inkml:trace contextRef="#ctx0" brushRef="#br0" timeOffset="682">1742 288 7774,'13'-24'0,"1"-1"0,0 1 430,-1 4 1,1 8 0,0 4 274,0 2 0,-1 2 1,0 5-1,-4 4-259,-5 4 1,-2 5 0,-2 4 0,0 5-14,0 3 1,-2 3 0,-1 3 0,-3 4-639,-2 4 1,-1-4 0,-4-1 0,-1-1-1946,0-4 0,5-7-1330,0-4 3480,6-10 0,-9-9 0,4-8 0</inkml:trace>
  <inkml:trace contextRef="#ctx0" brushRef="#br0" timeOffset="831">2043 233 7774,'-4'32'0,"-2"3"617,-2 5 1,-1-5 0,-3 9 0,1 2-352,2 1 1,6-7 0,-2-2-1,4-6-983,1-6 1,1-14-1,4-6 717,4-12 0,3-9 0,2-13 0</inkml:trace>
  <inkml:trace contextRef="#ctx0" brushRef="#br0" timeOffset="932">2071 110 7774,'-9'0'559,"-1"0"-669,0 0 1,2 0-739,-1 0 1,6 1 847,-2 4 0,4 3 0,1 5 0</inkml:trace>
  <inkml:trace contextRef="#ctx0" brushRef="#br0" timeOffset="1266">2249 137 7774,'-6'20'598,"3"-3"1,-6 4 0,0 1 137,1-1 1,0 2 0,5 4 0,-1 2-181,1 3 0,-3-1 0,1 5 0,2 1-427,1-2 1,2 0-1,0-5-358,0 2 0,2-7 0,2-12 26,6-7 1,-3-7-1,1-8 1,-1-11-178,1-9 1,1-8 0,5-7 0,0-4 0,-1-6 1,1 9 0,0-6 483,0 7 0,-1 6 0,1 3 0,0 6 1,-1 5 294,1 8 0,-5 7 1,-1 12-1,-2 8 42,-3 12 1,-2 9 0,-1 10 0,0 4-227,0 4 0,-1 1 1,-2 2-1,-2 2-942,2-3 1,2-4 0,2-10-1,4-4-860,4-7 1,5-16-1,4-8 1586,5-14 0,9-21 0,3-10 0</inkml:trace>
  <inkml:trace contextRef="#ctx0" brushRef="#br0" timeOffset="1566">2743 0 7774,'-14'12'0,"0"-2"746,-6 8 1,5-9-1,-5 11 1,2-2 0,0 2-1,1 1 1,3 4 88,5 1 0,3-4 0,6 0 1,0-3-921,0-2 0,11-3 0,4-5 0,5-4-560,4-4 0,2-8 0,1-7 0,2-7-297,3-5 1,-6-2 0,3 1-1,-1 1 759,-4 3 1,-6 3 0,1 8 0,-4 3 220,-1 4 0,-5 7 0,-2 9 0,-1 11 808,-3 12 1,-7 15 0,-5 10 0,-3 13 728,-2 7 1,-6 9 0,-3-1 0,-3-5-1095,-1-9 0,-1-13 1,1-5-1,0-10-443,-1-6 1,5-17 0,0-9-1,1-6 21,0-4 1,-2-9 0,7-6 0,3-6-1618,4-4 1,7 4 0,-2-5 1557,4-1 0,7-2 0,1-2 0</inkml:trace>
  <inkml:trace contextRef="#ctx0" brushRef="#br0" timeOffset="1751">3154 590 7774,'-15'41'773,"-4"0"1,3-4 0,-7-4 0,-2-1 92,-1-1 0,4-4 0,-1 8 1,-2 0-247,0 0 0,2-1 0,3 4 0,3 0-1487,5-5 1,3-7 0,-2-4-3472,2-3 4338,6-6 0,-9-19 0,4-10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B1A6E-CF2A-4D43-97E3-58FD378C223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D4FAC-B258-624A-81B3-9D14B0086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0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62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94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cipher, basically A map to B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7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95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2238" y="760413"/>
            <a:ext cx="6742112" cy="3794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Vernam Cipher</a:t>
            </a:r>
          </a:p>
          <a:p>
            <a:r>
              <a:rPr lang="en-US" dirty="0"/>
              <a:t>Plain text + a key that is of SAME LENGTH as the plain text.</a:t>
            </a:r>
          </a:p>
          <a:p>
            <a:r>
              <a:rPr lang="en-US" dirty="0"/>
              <a:t>XOR them.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784DA-CD0B-4C8C-8E3F-0F7C6BE76CD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60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03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10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plaintext block to ciphertext block is derived when we have the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64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not go through </a:t>
            </a:r>
            <a:r>
              <a:rPr lang="en-US" dirty="0" err="1"/>
              <a:t>decrption</a:t>
            </a:r>
            <a:endParaRPr lang="en-US" dirty="0"/>
          </a:p>
          <a:p>
            <a:r>
              <a:rPr lang="en-US" dirty="0"/>
              <a:t>You just encrypt key and the IV to get a ”one-time-</a:t>
            </a:r>
            <a:r>
              <a:rPr lang="en-US" dirty="0" err="1"/>
              <a:t>pad”value</a:t>
            </a:r>
            <a:endParaRPr lang="en-US" dirty="0"/>
          </a:p>
          <a:p>
            <a:r>
              <a:rPr lang="en-US" dirty="0"/>
              <a:t>Then use that value for the XOR with something else.</a:t>
            </a:r>
          </a:p>
          <a:p>
            <a:r>
              <a:rPr lang="en-US" dirty="0"/>
              <a:t>Since the CTR is NOT truly random, this is not perfectly secure.</a:t>
            </a:r>
          </a:p>
          <a:p>
            <a:r>
              <a:rPr lang="en-US" dirty="0"/>
              <a:t>OTP is TRULY secure.</a:t>
            </a:r>
          </a:p>
          <a:p>
            <a:br>
              <a:rPr lang="en-US" dirty="0"/>
            </a:br>
            <a:r>
              <a:rPr lang="en-SG" dirty="0"/>
              <a:t>In OTP, any ciphertext could correspond to any plaintext of that length → </a:t>
            </a:r>
            <a:r>
              <a:rPr lang="en-SG" b="1" dirty="0"/>
              <a:t>perfect secrecy</a:t>
            </a:r>
            <a:r>
              <a:rPr lang="en-SG" dirty="0"/>
              <a:t>.</a:t>
            </a:r>
          </a:p>
          <a:p>
            <a:r>
              <a:rPr lang="en-SG" dirty="0"/>
              <a:t>In CTR, ciphertexts could only correspond to plaintexts that match some AES keystream. But because the AES key is so large, it’s </a:t>
            </a:r>
            <a:r>
              <a:rPr lang="en-SG" b="1" dirty="0"/>
              <a:t>computationally secure</a:t>
            </a:r>
            <a:r>
              <a:rPr lang="en-SG" dirty="0"/>
              <a:t>.</a:t>
            </a:r>
          </a:p>
          <a:p>
            <a:endParaRPr lang="en-US" dirty="0"/>
          </a:p>
          <a:p>
            <a:r>
              <a:rPr lang="en-US" dirty="0"/>
              <a:t>For CTR mode, if we know the length of the key, you essentially can brute force your way through to get the key values (2^4 </a:t>
            </a:r>
            <a:r>
              <a:rPr lang="en-US" dirty="0" err="1"/>
              <a:t>etc</a:t>
            </a:r>
            <a:r>
              <a:rPr lang="en-US" dirty="0"/>
              <a:t>). If example keystream (possible keys) is only 10,000, perhaps the amount of possible k is only 2^10? So you just have to </a:t>
            </a:r>
            <a:r>
              <a:rPr lang="en-US" dirty="0" err="1"/>
              <a:t>bruteforce</a:t>
            </a:r>
            <a:r>
              <a:rPr lang="en-US" dirty="0"/>
              <a:t>. IV is public but you can </a:t>
            </a:r>
            <a:r>
              <a:rPr lang="en-US" dirty="0" err="1"/>
              <a:t>bruteforce</a:t>
            </a:r>
            <a:r>
              <a:rPr lang="en-US" dirty="0"/>
              <a:t> the key if you know the length. But, the key is way too long so it is computationally infeasible.</a:t>
            </a:r>
          </a:p>
          <a:p>
            <a:endParaRPr lang="en-US" dirty="0"/>
          </a:p>
          <a:p>
            <a:r>
              <a:rPr lang="en-US" dirty="0"/>
              <a:t>Cracking key is maybe like 2^128,  2 ^192 or 2^256 </a:t>
            </a:r>
            <a:r>
              <a:rPr lang="en-US" dirty="0" err="1"/>
              <a:t>etc</a:t>
            </a:r>
            <a:r>
              <a:rPr lang="en-US" dirty="0"/>
              <a:t> since the key size is set. And the computational power to do it is crazy.</a:t>
            </a:r>
          </a:p>
          <a:p>
            <a:r>
              <a:rPr lang="en-US" dirty="0"/>
              <a:t>Size of AES keys will make it impossible to break an encryption plan.</a:t>
            </a:r>
            <a:br>
              <a:rPr lang="en-US" dirty="0"/>
            </a:br>
            <a:r>
              <a:rPr lang="en-US" dirty="0"/>
              <a:t>Amount of keys vs amount of iv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95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C88D0-2E08-4670-9044-5186D448CA04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584884-844F-4B21-AC76-5ED86C263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24" y="1051033"/>
            <a:ext cx="4750676" cy="4742829"/>
          </a:xfrm>
          <a:prstGeom prst="rect">
            <a:avLst/>
          </a:prstGeom>
        </p:spPr>
      </p:pic>
      <p:sp>
        <p:nvSpPr>
          <p:cNvPr id="5" name="Shape 220">
            <a:extLst>
              <a:ext uri="{FF2B5EF4-FFF2-40B4-BE49-F238E27FC236}">
                <a16:creationId xmlns:a16="http://schemas.microsoft.com/office/drawing/2014/main" id="{35520701-497D-44D0-A84B-8664C301EC62}"/>
              </a:ext>
            </a:extLst>
          </p:cNvPr>
          <p:cNvSpPr txBox="1">
            <a:spLocks/>
          </p:cNvSpPr>
          <p:nvPr userDrawn="1"/>
        </p:nvSpPr>
        <p:spPr>
          <a:xfrm>
            <a:off x="3041" y="2478949"/>
            <a:ext cx="12188959" cy="460767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 algn="r"/>
            <a:r>
              <a:rPr lang="en-US" altLang="en-US" sz="3400" spc="-150" dirty="0">
                <a:latin typeface="Arial Nova" panose="020B0504020202020204" pitchFamily="34" charset="0"/>
                <a:ea typeface="Roboto" panose="020B0604020202020204" pitchFamily="2" charset="0"/>
              </a:rPr>
              <a:t>CS440</a:t>
            </a:r>
            <a:endParaRPr lang="en-US" sz="3400" spc="-150" dirty="0">
              <a:solidFill>
                <a:schemeClr val="accent2"/>
              </a:solidFill>
              <a:latin typeface="Arial Nova" panose="020B0504020202020204" pitchFamily="34" charset="0"/>
              <a:ea typeface="Roboto" panose="020B0604020202020204" pitchFamily="2" charset="0"/>
              <a:cs typeface="Tahoma"/>
              <a:sym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D5293-5E45-4ED0-8ABB-404EA0C787DB}"/>
              </a:ext>
            </a:extLst>
          </p:cNvPr>
          <p:cNvSpPr txBox="1"/>
          <p:nvPr userDrawn="1"/>
        </p:nvSpPr>
        <p:spPr>
          <a:xfrm>
            <a:off x="0" y="2813447"/>
            <a:ext cx="121889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34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Foundations of Cybersecurity</a:t>
            </a:r>
            <a:endParaRPr lang="en-SG" sz="3400" b="1" spc="-150" dirty="0">
              <a:latin typeface="Arial Nova" panose="020B05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DB0E61-499E-455F-A5D3-6261FA854D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669" y="1354341"/>
            <a:ext cx="4157604" cy="415760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E362F9D-8518-4A7E-9743-E5EAF1DFF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207"/>
          <a:stretch/>
        </p:blipFill>
        <p:spPr>
          <a:xfrm>
            <a:off x="1027242" y="3433142"/>
            <a:ext cx="4157604" cy="2070185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A5F7416-A3F0-4B2C-8382-6FB636DAF2E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95218" y="3437315"/>
            <a:ext cx="6693741" cy="1241217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Title Here</a:t>
            </a:r>
            <a:br>
              <a:rPr lang="en-GB" dirty="0"/>
            </a:b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4CF7D-A872-4DD3-8F5C-DBA67CFC686C}"/>
              </a:ext>
            </a:extLst>
          </p:cNvPr>
          <p:cNvSpPr txBox="1"/>
          <p:nvPr userDrawn="1"/>
        </p:nvSpPr>
        <p:spPr>
          <a:xfrm>
            <a:off x="3041" y="4696518"/>
            <a:ext cx="12188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1600" b="0" spc="0" dirty="0">
                <a:latin typeface="Arial Nova Light" panose="020B0304020202020204" pitchFamily="34" charset="0"/>
                <a:ea typeface="Roboto" panose="020B0604020202020204" pitchFamily="2" charset="0"/>
              </a:rPr>
              <a:t>Presented By: Shar Lwin </a:t>
            </a:r>
            <a:r>
              <a:rPr lang="en-US" altLang="en-US" sz="1600" b="0" spc="0" dirty="0" err="1">
                <a:latin typeface="Arial Nova Light" panose="020B0304020202020204" pitchFamily="34" charset="0"/>
                <a:ea typeface="Roboto" panose="020B0604020202020204" pitchFamily="2" charset="0"/>
              </a:rPr>
              <a:t>Khin</a:t>
            </a:r>
            <a:endParaRPr lang="en-SG" sz="1600" b="0" spc="0" dirty="0">
              <a:latin typeface="Arial Nova Light" panose="020B03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375691-E25A-463F-A244-33D5283ECA07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4E13C30-8D5A-4621-B756-E54226B031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DA55FD92-6D03-43FA-AF8F-FC98AD97B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343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No presented by)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C88D0-2E08-4670-9044-5186D448CA04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584884-844F-4B21-AC76-5ED86C263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24" y="1051033"/>
            <a:ext cx="4750676" cy="4742829"/>
          </a:xfrm>
          <a:prstGeom prst="rect">
            <a:avLst/>
          </a:prstGeom>
        </p:spPr>
      </p:pic>
      <p:sp>
        <p:nvSpPr>
          <p:cNvPr id="5" name="Shape 220">
            <a:extLst>
              <a:ext uri="{FF2B5EF4-FFF2-40B4-BE49-F238E27FC236}">
                <a16:creationId xmlns:a16="http://schemas.microsoft.com/office/drawing/2014/main" id="{35520701-497D-44D0-A84B-8664C301EC62}"/>
              </a:ext>
            </a:extLst>
          </p:cNvPr>
          <p:cNvSpPr txBox="1">
            <a:spLocks/>
          </p:cNvSpPr>
          <p:nvPr userDrawn="1"/>
        </p:nvSpPr>
        <p:spPr>
          <a:xfrm>
            <a:off x="3041" y="2478949"/>
            <a:ext cx="12188959" cy="460767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 algn="r"/>
            <a:r>
              <a:rPr lang="en-US" altLang="en-US" sz="3400" spc="-150" dirty="0">
                <a:latin typeface="Arial Nova" panose="020B0504020202020204" pitchFamily="34" charset="0"/>
                <a:ea typeface="Roboto" panose="020B0604020202020204" pitchFamily="2" charset="0"/>
              </a:rPr>
              <a:t>CS440</a:t>
            </a:r>
            <a:endParaRPr lang="en-US" sz="3400" spc="-150" dirty="0">
              <a:solidFill>
                <a:schemeClr val="accent2"/>
              </a:solidFill>
              <a:latin typeface="Arial Nova" panose="020B0504020202020204" pitchFamily="34" charset="0"/>
              <a:ea typeface="Roboto" panose="020B0604020202020204" pitchFamily="2" charset="0"/>
              <a:cs typeface="Tahoma"/>
              <a:sym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D5293-5E45-4ED0-8ABB-404EA0C787DB}"/>
              </a:ext>
            </a:extLst>
          </p:cNvPr>
          <p:cNvSpPr txBox="1"/>
          <p:nvPr userDrawn="1"/>
        </p:nvSpPr>
        <p:spPr>
          <a:xfrm>
            <a:off x="0" y="2813447"/>
            <a:ext cx="121889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34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Foundations of Cybersecurity</a:t>
            </a:r>
            <a:endParaRPr lang="en-SG" sz="3400" b="1" spc="-150" dirty="0">
              <a:latin typeface="Arial Nova" panose="020B05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DB0E61-499E-455F-A5D3-6261FA854D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669" y="1354341"/>
            <a:ext cx="4157604" cy="415760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E362F9D-8518-4A7E-9743-E5EAF1DFF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207"/>
          <a:stretch/>
        </p:blipFill>
        <p:spPr>
          <a:xfrm>
            <a:off x="1027242" y="3433142"/>
            <a:ext cx="4157604" cy="2070185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E169A0C-E452-4AAB-92DC-2B26D2D761D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95218" y="3437315"/>
            <a:ext cx="6693741" cy="1241217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Title Here</a:t>
            </a:r>
            <a:br>
              <a:rPr lang="en-GB" dirty="0"/>
            </a:br>
            <a:endParaRPr lang="en-GB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87F7D5D-9E6A-4F19-BC0E-EEA8CF4CCCFB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EF83F0FF-C3A1-4B8A-901B-5D525AE805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2BA6559-BBDA-45C5-9199-66F8C4F044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432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/Content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17E2B-B80D-4096-90C9-CAFA0DFAC6A8}"/>
              </a:ext>
            </a:extLst>
          </p:cNvPr>
          <p:cNvSpPr txBox="1"/>
          <p:nvPr userDrawn="1"/>
        </p:nvSpPr>
        <p:spPr>
          <a:xfrm>
            <a:off x="1106815" y="420052"/>
            <a:ext cx="4269605" cy="5847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altLang="en-US" sz="32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Content</a:t>
            </a:r>
            <a:endParaRPr lang="en-SG" sz="3200" b="1" spc="-150" dirty="0">
              <a:latin typeface="Arial Nova" panose="020B05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DD2921-8FDC-4B26-9FB6-69446F913D6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759436"/>
            <a:ext cx="0" cy="4811226"/>
          </a:xfrm>
          <a:prstGeom prst="line">
            <a:avLst/>
          </a:prstGeom>
          <a:ln w="60325" cap="rnd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1AD672-3531-4214-90F6-5BD894F15DA1}"/>
              </a:ext>
            </a:extLst>
          </p:cNvPr>
          <p:cNvSpPr txBox="1"/>
          <p:nvPr userDrawn="1"/>
        </p:nvSpPr>
        <p:spPr>
          <a:xfrm>
            <a:off x="6815580" y="420051"/>
            <a:ext cx="4352035" cy="5847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altLang="en-US" sz="32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Learning Objectives</a:t>
            </a:r>
            <a:endParaRPr lang="en-SG" sz="3200" b="1" spc="-150" dirty="0">
              <a:latin typeface="Arial Nova" panose="020B0504020202020204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849563C-90E4-4A69-BD87-8BC98FB62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385" y="1253331"/>
            <a:ext cx="4352035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 Light" panose="020B0304020202020204" pitchFamily="34" charset="0"/>
              </a:defRPr>
            </a:lvl3pPr>
            <a:lvl4pPr>
              <a:defRPr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98B1011-7E80-4030-A729-05B3DD2CFC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856797" y="1253331"/>
            <a:ext cx="431082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 Light" panose="020B0304020202020204" pitchFamily="34" charset="0"/>
              </a:defRPr>
            </a:lvl3pPr>
            <a:lvl4pPr>
              <a:defRPr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395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A31952-8378-46DA-9488-641778451731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SG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851952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Autofit/>
          </a:bodyPr>
          <a:lstStyle>
            <a:lvl1pPr algn="l">
              <a:defRPr sz="40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Header Here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A420E72-2781-4109-9E57-B95FAD77AD3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-3041" y="3437316"/>
            <a:ext cx="10843491" cy="363116"/>
          </a:xfrm>
        </p:spPr>
        <p:txBody>
          <a:bodyPr lIns="360000" rIns="360000" anchor="ctr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Flavour Text Here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4BDADD-B6C7-4717-9148-0B325B4E0F79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8586D31-15C5-425D-85E1-1873395445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D9C1CDC5-8FDA-44C4-ADA3-EC69A58B1F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025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1108A6-71D4-4871-A524-4FC6C414A6F8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B485F1-9C7A-4089-BC0C-E0EC4F8CDA6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831977" y="6347537"/>
            <a:ext cx="6604986" cy="510464"/>
          </a:xfrm>
        </p:spPr>
        <p:txBody>
          <a:bodyPr anchor="b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ACFFB6-D74F-46F9-BA08-950DC89D9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19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56D6901-44F1-4E68-9145-D54DC24D486C}"/>
              </a:ext>
            </a:extLst>
          </p:cNvPr>
          <p:cNvGrpSpPr/>
          <p:nvPr userDrawn="1"/>
        </p:nvGrpSpPr>
        <p:grpSpPr>
          <a:xfrm>
            <a:off x="4654966" y="6366048"/>
            <a:ext cx="2882068" cy="452174"/>
            <a:chOff x="4654967" y="6366048"/>
            <a:chExt cx="2882068" cy="45217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4654967" y="6368222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7087035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6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09C187-E0E8-41A1-9532-51B50682CE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72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56D6901-44F1-4E68-9145-D54DC24D486C}"/>
              </a:ext>
            </a:extLst>
          </p:cNvPr>
          <p:cNvGrpSpPr/>
          <p:nvPr userDrawn="1"/>
        </p:nvGrpSpPr>
        <p:grpSpPr>
          <a:xfrm>
            <a:off x="4654966" y="6366048"/>
            <a:ext cx="2882068" cy="452174"/>
            <a:chOff x="4654967" y="6366048"/>
            <a:chExt cx="2882068" cy="45217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4654967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7087035" y="6366048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6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09C187-E0E8-41A1-9532-51B50682CE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12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7C78BA-B57D-48AB-AA8E-4475D71AD05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00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A6A8000-3EF0-4625-B4F1-196FAA8FE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6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ADB5228-5FB9-49A9-9740-193C896767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014A74E-A0B9-4DD0-B456-BBC8F3A732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57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78D2C4-BF38-444F-8AF8-00E29162B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245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6D950D-7856-44BE-8CE8-E5341DA704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2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CE1B0DB-E15B-4C21-B367-461909D808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00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6D5DC14-943D-4D41-8FE8-E992C268EC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84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BCC3EC9-5000-4F66-AF20-DE162BE3D1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5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D23105A-C0A1-47BD-A54B-C83DE2C03B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7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8AF55C2-70B9-4413-A945-B0FE7F8A8B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8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sX0" fmla="*/ 0 w 10840451"/>
              <a:gd name="csY0" fmla="*/ 0 h 584828"/>
              <a:gd name="csX1" fmla="*/ 10840451 w 10840451"/>
              <a:gd name="csY1" fmla="*/ 0 h 584828"/>
              <a:gd name="csX2" fmla="*/ 10840451 w 10840451"/>
              <a:gd name="csY2" fmla="*/ 584828 h 584828"/>
              <a:gd name="csX3" fmla="*/ 0 w 10840451"/>
              <a:gd name="csY3" fmla="*/ 584828 h 584828"/>
              <a:gd name="csX4" fmla="*/ 0 w 10840451"/>
              <a:gd name="csY4" fmla="*/ 0 h 584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32F4977-E4C8-45CF-BB26-6212089F41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578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04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14FB61-0C1B-7340-8017-8B2B47A1D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384800" cy="20005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C7CA95-D069-4595-BCCE-E3AE82B427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225C26-8CDF-C849-BD34-4D967966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A3532A-6FD2-4CD9-99BE-A6E91D6714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4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6692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447800"/>
            <a:ext cx="10363200" cy="5847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3FE3E4-0CBF-4041-B663-DE2C56602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0C39B6-F733-CF48-B2A8-0C800C98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8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Relationship Id="rId30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588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CB7AF6B-0044-4409-B454-9A80AC9E8B75}"/>
              </a:ext>
            </a:extLst>
          </p:cNvPr>
          <p:cNvSpPr/>
          <p:nvPr userDrawn="1"/>
        </p:nvSpPr>
        <p:spPr>
          <a:xfrm>
            <a:off x="0" y="6298033"/>
            <a:ext cx="12188959" cy="584828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349" y="30834"/>
            <a:ext cx="108404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349" y="1465007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ECBE6-2E2A-4698-82E4-D7E7B0744F06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7DA68C-E182-408B-8C2D-0709B36851EC}"/>
              </a:ext>
            </a:extLst>
          </p:cNvPr>
          <p:cNvGrpSpPr/>
          <p:nvPr userDrawn="1"/>
        </p:nvGrpSpPr>
        <p:grpSpPr>
          <a:xfrm>
            <a:off x="234855" y="6392470"/>
            <a:ext cx="2205449" cy="391250"/>
            <a:chOff x="798998" y="4391812"/>
            <a:chExt cx="3253331" cy="577145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41ED958-BA93-481F-B5A4-8C585F1986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417079" y="4391812"/>
              <a:ext cx="1635250" cy="577145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1DA310D7-2E97-4E16-B93B-5F9ABF7D93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6B5386C-0024-ACDE-62A0-7FDB09E63AB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328669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18" r:id="rId2"/>
    <p:sldLayoutId id="2147483805" r:id="rId3"/>
    <p:sldLayoutId id="2147483806" r:id="rId4"/>
    <p:sldLayoutId id="2147483804" r:id="rId5"/>
    <p:sldLayoutId id="2147483801" r:id="rId6"/>
    <p:sldLayoutId id="2147483808" r:id="rId7"/>
    <p:sldLayoutId id="2147483795" r:id="rId8"/>
    <p:sldLayoutId id="2147483809" r:id="rId9"/>
    <p:sldLayoutId id="2147483810" r:id="rId10"/>
    <p:sldLayoutId id="2147483813" r:id="rId11"/>
    <p:sldLayoutId id="2147483812" r:id="rId12"/>
    <p:sldLayoutId id="2147483811" r:id="rId13"/>
    <p:sldLayoutId id="2147483802" r:id="rId14"/>
    <p:sldLayoutId id="2147483803" r:id="rId15"/>
    <p:sldLayoutId id="2147483814" r:id="rId16"/>
    <p:sldLayoutId id="2147483815" r:id="rId17"/>
    <p:sldLayoutId id="2147483816" r:id="rId18"/>
    <p:sldLayoutId id="2147483817" r:id="rId19"/>
    <p:sldLayoutId id="2147483807" r:id="rId20"/>
    <p:sldLayoutId id="2147483820" r:id="rId21"/>
    <p:sldLayoutId id="2147483821" r:id="rId22"/>
    <p:sldLayoutId id="2147483822" r:id="rId23"/>
    <p:sldLayoutId id="2147483824" r:id="rId24"/>
    <p:sldLayoutId id="2147483825" r:id="rId2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 Light" panose="020B0304020202020204" pitchFamily="34" charset="0"/>
          <a:ea typeface="Arial Nova Light" panose="020B0304020202020204" pitchFamily="34" charset="0"/>
          <a:cs typeface="Arial Nova Light" panose="020B0304020202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 Nova Light" panose="020B0304020202020204" pitchFamily="34" charset="0"/>
          <a:ea typeface="Arial Nova Light" panose="020B0304020202020204" pitchFamily="34" charset="0"/>
          <a:cs typeface="Arial Nova Light" panose="020B0304020202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hyperlink" Target="https://en.wikipedia.org/wiki/Wireless_network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6.png"/><Relationship Id="rId5" Type="http://schemas.openxmlformats.org/officeDocument/2006/relationships/hyperlink" Target="https://en.wikipedia.org/wiki/Autolycus_(submarine_detector)" TargetMode="External"/><Relationship Id="rId10" Type="http://schemas.openxmlformats.org/officeDocument/2006/relationships/customXml" Target="../ink/ink1.xml"/><Relationship Id="rId4" Type="http://schemas.openxmlformats.org/officeDocument/2006/relationships/image" Target="../media/image13.jpeg"/><Relationship Id="rId9" Type="http://schemas.openxmlformats.org/officeDocument/2006/relationships/hyperlink" Target="http://www.pngall.com/satellite-p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.xml"/><Relationship Id="rId21" Type="http://schemas.openxmlformats.org/officeDocument/2006/relationships/image" Target="../media/image29.png"/><Relationship Id="rId42" Type="http://schemas.openxmlformats.org/officeDocument/2006/relationships/customXml" Target="../ink/ink24.xml"/><Relationship Id="rId47" Type="http://schemas.openxmlformats.org/officeDocument/2006/relationships/image" Target="../media/image42.png"/><Relationship Id="rId63" Type="http://schemas.openxmlformats.org/officeDocument/2006/relationships/image" Target="../media/image50.png"/><Relationship Id="rId68" Type="http://schemas.openxmlformats.org/officeDocument/2006/relationships/customXml" Target="../ink/ink37.xml"/><Relationship Id="rId84" Type="http://schemas.openxmlformats.org/officeDocument/2006/relationships/customXml" Target="../ink/ink45.xml"/><Relationship Id="rId89" Type="http://schemas.openxmlformats.org/officeDocument/2006/relationships/image" Target="../media/image63.png"/><Relationship Id="rId16" Type="http://schemas.openxmlformats.org/officeDocument/2006/relationships/customXml" Target="../ink/ink11.xml"/><Relationship Id="rId11" Type="http://schemas.openxmlformats.org/officeDocument/2006/relationships/image" Target="../media/image24.png"/><Relationship Id="rId32" Type="http://schemas.openxmlformats.org/officeDocument/2006/relationships/customXml" Target="../ink/ink19.xml"/><Relationship Id="rId37" Type="http://schemas.openxmlformats.org/officeDocument/2006/relationships/image" Target="../media/image37.png"/><Relationship Id="rId53" Type="http://schemas.openxmlformats.org/officeDocument/2006/relationships/image" Target="../media/image45.png"/><Relationship Id="rId58" Type="http://schemas.openxmlformats.org/officeDocument/2006/relationships/customXml" Target="../ink/ink32.xml"/><Relationship Id="rId74" Type="http://schemas.openxmlformats.org/officeDocument/2006/relationships/customXml" Target="../ink/ink40.xml"/><Relationship Id="rId79" Type="http://schemas.openxmlformats.org/officeDocument/2006/relationships/image" Target="../media/image58.png"/><Relationship Id="rId5" Type="http://schemas.openxmlformats.org/officeDocument/2006/relationships/image" Target="../media/image21.png"/><Relationship Id="rId90" Type="http://schemas.openxmlformats.org/officeDocument/2006/relationships/customXml" Target="../ink/ink48.xml"/><Relationship Id="rId95" Type="http://schemas.openxmlformats.org/officeDocument/2006/relationships/image" Target="../media/image66.png"/><Relationship Id="rId22" Type="http://schemas.openxmlformats.org/officeDocument/2006/relationships/customXml" Target="../ink/ink14.xml"/><Relationship Id="rId27" Type="http://schemas.openxmlformats.org/officeDocument/2006/relationships/image" Target="../media/image32.png"/><Relationship Id="rId43" Type="http://schemas.openxmlformats.org/officeDocument/2006/relationships/image" Target="../media/image40.png"/><Relationship Id="rId48" Type="http://schemas.openxmlformats.org/officeDocument/2006/relationships/customXml" Target="../ink/ink27.xml"/><Relationship Id="rId64" Type="http://schemas.openxmlformats.org/officeDocument/2006/relationships/customXml" Target="../ink/ink35.xml"/><Relationship Id="rId69" Type="http://schemas.openxmlformats.org/officeDocument/2006/relationships/image" Target="../media/image53.png"/><Relationship Id="rId80" Type="http://schemas.openxmlformats.org/officeDocument/2006/relationships/customXml" Target="../ink/ink43.xml"/><Relationship Id="rId85" Type="http://schemas.openxmlformats.org/officeDocument/2006/relationships/image" Target="../media/image61.png"/><Relationship Id="rId3" Type="http://schemas.openxmlformats.org/officeDocument/2006/relationships/image" Target="../media/image20.png"/><Relationship Id="rId12" Type="http://schemas.openxmlformats.org/officeDocument/2006/relationships/customXml" Target="../ink/ink9.xml"/><Relationship Id="rId17" Type="http://schemas.openxmlformats.org/officeDocument/2006/relationships/image" Target="../media/image27.png"/><Relationship Id="rId25" Type="http://schemas.openxmlformats.org/officeDocument/2006/relationships/image" Target="../media/image31.png"/><Relationship Id="rId33" Type="http://schemas.openxmlformats.org/officeDocument/2006/relationships/image" Target="../media/image35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59" Type="http://schemas.openxmlformats.org/officeDocument/2006/relationships/image" Target="../media/image48.png"/><Relationship Id="rId67" Type="http://schemas.openxmlformats.org/officeDocument/2006/relationships/image" Target="../media/image52.png"/><Relationship Id="rId20" Type="http://schemas.openxmlformats.org/officeDocument/2006/relationships/customXml" Target="../ink/ink13.xml"/><Relationship Id="rId41" Type="http://schemas.openxmlformats.org/officeDocument/2006/relationships/image" Target="../media/image39.png"/><Relationship Id="rId54" Type="http://schemas.openxmlformats.org/officeDocument/2006/relationships/customXml" Target="../ink/ink30.xml"/><Relationship Id="rId62" Type="http://schemas.openxmlformats.org/officeDocument/2006/relationships/customXml" Target="../ink/ink34.xml"/><Relationship Id="rId70" Type="http://schemas.openxmlformats.org/officeDocument/2006/relationships/customXml" Target="../ink/ink38.xml"/><Relationship Id="rId75" Type="http://schemas.openxmlformats.org/officeDocument/2006/relationships/image" Target="../media/image56.png"/><Relationship Id="rId83" Type="http://schemas.openxmlformats.org/officeDocument/2006/relationships/image" Target="../media/image60.png"/><Relationship Id="rId88" Type="http://schemas.openxmlformats.org/officeDocument/2006/relationships/customXml" Target="../ink/ink47.xml"/><Relationship Id="rId91" Type="http://schemas.openxmlformats.org/officeDocument/2006/relationships/image" Target="../media/image64.png"/><Relationship Id="rId96" Type="http://schemas.openxmlformats.org/officeDocument/2006/relationships/customXml" Target="../ink/ink5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.xml"/><Relationship Id="rId15" Type="http://schemas.openxmlformats.org/officeDocument/2006/relationships/image" Target="../media/image26.png"/><Relationship Id="rId23" Type="http://schemas.openxmlformats.org/officeDocument/2006/relationships/image" Target="../media/image30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43.png"/><Relationship Id="rId57" Type="http://schemas.openxmlformats.org/officeDocument/2006/relationships/image" Target="../media/image47.png"/><Relationship Id="rId10" Type="http://schemas.openxmlformats.org/officeDocument/2006/relationships/customXml" Target="../ink/ink8.xml"/><Relationship Id="rId31" Type="http://schemas.openxmlformats.org/officeDocument/2006/relationships/image" Target="../media/image34.png"/><Relationship Id="rId44" Type="http://schemas.openxmlformats.org/officeDocument/2006/relationships/customXml" Target="../ink/ink25.xml"/><Relationship Id="rId52" Type="http://schemas.openxmlformats.org/officeDocument/2006/relationships/customXml" Target="../ink/ink29.xml"/><Relationship Id="rId60" Type="http://schemas.openxmlformats.org/officeDocument/2006/relationships/customXml" Target="../ink/ink33.xml"/><Relationship Id="rId65" Type="http://schemas.openxmlformats.org/officeDocument/2006/relationships/image" Target="../media/image51.png"/><Relationship Id="rId73" Type="http://schemas.openxmlformats.org/officeDocument/2006/relationships/image" Target="../media/image55.png"/><Relationship Id="rId78" Type="http://schemas.openxmlformats.org/officeDocument/2006/relationships/customXml" Target="../ink/ink42.xml"/><Relationship Id="rId81" Type="http://schemas.openxmlformats.org/officeDocument/2006/relationships/image" Target="../media/image59.png"/><Relationship Id="rId86" Type="http://schemas.openxmlformats.org/officeDocument/2006/relationships/customXml" Target="../ink/ink46.xml"/><Relationship Id="rId94" Type="http://schemas.openxmlformats.org/officeDocument/2006/relationships/customXml" Target="../ink/ink50.xml"/><Relationship Id="rId99" Type="http://schemas.openxmlformats.org/officeDocument/2006/relationships/image" Target="../media/image68.png"/><Relationship Id="rId4" Type="http://schemas.openxmlformats.org/officeDocument/2006/relationships/customXml" Target="../ink/ink5.xml"/><Relationship Id="rId9" Type="http://schemas.openxmlformats.org/officeDocument/2006/relationships/image" Target="../media/image23.png"/><Relationship Id="rId13" Type="http://schemas.openxmlformats.org/officeDocument/2006/relationships/image" Target="../media/image25.png"/><Relationship Id="rId18" Type="http://schemas.openxmlformats.org/officeDocument/2006/relationships/customXml" Target="../ink/ink12.xml"/><Relationship Id="rId39" Type="http://schemas.openxmlformats.org/officeDocument/2006/relationships/image" Target="../media/image38.png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46.png"/><Relationship Id="rId76" Type="http://schemas.openxmlformats.org/officeDocument/2006/relationships/customXml" Target="../ink/ink41.xml"/><Relationship Id="rId97" Type="http://schemas.openxmlformats.org/officeDocument/2006/relationships/image" Target="../media/image67.png"/><Relationship Id="rId7" Type="http://schemas.openxmlformats.org/officeDocument/2006/relationships/image" Target="../media/image22.png"/><Relationship Id="rId71" Type="http://schemas.openxmlformats.org/officeDocument/2006/relationships/image" Target="../media/image54.png"/><Relationship Id="rId92" Type="http://schemas.openxmlformats.org/officeDocument/2006/relationships/customXml" Target="../ink/ink49.xml"/><Relationship Id="rId2" Type="http://schemas.openxmlformats.org/officeDocument/2006/relationships/customXml" Target="../ink/ink4.xml"/><Relationship Id="rId29" Type="http://schemas.openxmlformats.org/officeDocument/2006/relationships/image" Target="../media/image33.png"/><Relationship Id="rId24" Type="http://schemas.openxmlformats.org/officeDocument/2006/relationships/customXml" Target="../ink/ink15.xml"/><Relationship Id="rId40" Type="http://schemas.openxmlformats.org/officeDocument/2006/relationships/customXml" Target="../ink/ink23.xml"/><Relationship Id="rId45" Type="http://schemas.openxmlformats.org/officeDocument/2006/relationships/image" Target="../media/image41.png"/><Relationship Id="rId66" Type="http://schemas.openxmlformats.org/officeDocument/2006/relationships/customXml" Target="../ink/ink36.xml"/><Relationship Id="rId87" Type="http://schemas.openxmlformats.org/officeDocument/2006/relationships/image" Target="../media/image62.png"/><Relationship Id="rId61" Type="http://schemas.openxmlformats.org/officeDocument/2006/relationships/image" Target="../media/image49.png"/><Relationship Id="rId82" Type="http://schemas.openxmlformats.org/officeDocument/2006/relationships/customXml" Target="../ink/ink44.xml"/><Relationship Id="rId19" Type="http://schemas.openxmlformats.org/officeDocument/2006/relationships/image" Target="../media/image28.png"/><Relationship Id="rId14" Type="http://schemas.openxmlformats.org/officeDocument/2006/relationships/customXml" Target="../ink/ink10.xml"/><Relationship Id="rId30" Type="http://schemas.openxmlformats.org/officeDocument/2006/relationships/customXml" Target="../ink/ink18.xml"/><Relationship Id="rId35" Type="http://schemas.openxmlformats.org/officeDocument/2006/relationships/image" Target="../media/image36.png"/><Relationship Id="rId56" Type="http://schemas.openxmlformats.org/officeDocument/2006/relationships/customXml" Target="../ink/ink31.xml"/><Relationship Id="rId77" Type="http://schemas.openxmlformats.org/officeDocument/2006/relationships/image" Target="../media/image57.png"/><Relationship Id="rId8" Type="http://schemas.openxmlformats.org/officeDocument/2006/relationships/customXml" Target="../ink/ink7.xml"/><Relationship Id="rId51" Type="http://schemas.openxmlformats.org/officeDocument/2006/relationships/image" Target="../media/image44.png"/><Relationship Id="rId72" Type="http://schemas.openxmlformats.org/officeDocument/2006/relationships/customXml" Target="../ink/ink39.xml"/><Relationship Id="rId93" Type="http://schemas.openxmlformats.org/officeDocument/2006/relationships/image" Target="../media/image65.png"/><Relationship Id="rId98" Type="http://schemas.openxmlformats.org/officeDocument/2006/relationships/customXml" Target="../ink/ink5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6.xml"/><Relationship Id="rId3" Type="http://schemas.openxmlformats.org/officeDocument/2006/relationships/image" Target="../media/image69.png"/><Relationship Id="rId7" Type="http://schemas.openxmlformats.org/officeDocument/2006/relationships/image" Target="../media/image71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55.xml"/><Relationship Id="rId5" Type="http://schemas.openxmlformats.org/officeDocument/2006/relationships/image" Target="../media/image70.png"/><Relationship Id="rId4" Type="http://schemas.openxmlformats.org/officeDocument/2006/relationships/customXml" Target="../ink/ink54.xml"/><Relationship Id="rId9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customXml" Target="../ink/ink61.xml"/><Relationship Id="rId3" Type="http://schemas.openxmlformats.org/officeDocument/2006/relationships/image" Target="../media/image18.png"/><Relationship Id="rId7" Type="http://schemas.openxmlformats.org/officeDocument/2006/relationships/customXml" Target="../ink/ink58.xml"/><Relationship Id="rId12" Type="http://schemas.openxmlformats.org/officeDocument/2006/relationships/image" Target="../media/image7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5.png"/><Relationship Id="rId11" Type="http://schemas.openxmlformats.org/officeDocument/2006/relationships/customXml" Target="../ink/ink60.xml"/><Relationship Id="rId5" Type="http://schemas.openxmlformats.org/officeDocument/2006/relationships/customXml" Target="../ink/ink57.xml"/><Relationship Id="rId10" Type="http://schemas.openxmlformats.org/officeDocument/2006/relationships/image" Target="../media/image77.png"/><Relationship Id="rId4" Type="http://schemas.openxmlformats.org/officeDocument/2006/relationships/hyperlink" Target="https://cryptological.wordpress.com/2018/01/06/sherlock-holmes-the-dancing-men/" TargetMode="External"/><Relationship Id="rId9" Type="http://schemas.openxmlformats.org/officeDocument/2006/relationships/customXml" Target="../ink/ink59.xml"/><Relationship Id="rId14" Type="http://schemas.openxmlformats.org/officeDocument/2006/relationships/image" Target="../media/image7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customXml" Target="../ink/ink62.xml"/><Relationship Id="rId7" Type="http://schemas.openxmlformats.org/officeDocument/2006/relationships/customXml" Target="../ink/ink64.xml"/><Relationship Id="rId12" Type="http://schemas.openxmlformats.org/officeDocument/2006/relationships/image" Target="../media/image87.png"/><Relationship Id="rId2" Type="http://schemas.openxmlformats.org/officeDocument/2006/relationships/image" Target="../media/image75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4.png"/><Relationship Id="rId11" Type="http://schemas.openxmlformats.org/officeDocument/2006/relationships/customXml" Target="../ink/ink66.xml"/><Relationship Id="rId5" Type="http://schemas.openxmlformats.org/officeDocument/2006/relationships/customXml" Target="../ink/ink63.xml"/><Relationship Id="rId10" Type="http://schemas.openxmlformats.org/officeDocument/2006/relationships/image" Target="../media/image86.png"/><Relationship Id="rId4" Type="http://schemas.openxmlformats.org/officeDocument/2006/relationships/image" Target="../media/image83.png"/><Relationship Id="rId9" Type="http://schemas.openxmlformats.org/officeDocument/2006/relationships/customXml" Target="../ink/ink6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93.png"/><Relationship Id="rId18" Type="http://schemas.openxmlformats.org/officeDocument/2006/relationships/customXml" Target="../ink/ink74.xml"/><Relationship Id="rId3" Type="http://schemas.openxmlformats.org/officeDocument/2006/relationships/image" Target="../media/image76.jpg"/><Relationship Id="rId7" Type="http://schemas.openxmlformats.org/officeDocument/2006/relationships/image" Target="../media/image90.png"/><Relationship Id="rId12" Type="http://schemas.openxmlformats.org/officeDocument/2006/relationships/customXml" Target="../ink/ink71.xml"/><Relationship Id="rId17" Type="http://schemas.openxmlformats.org/officeDocument/2006/relationships/image" Target="../media/image95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73.xml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68.xml"/><Relationship Id="rId11" Type="http://schemas.openxmlformats.org/officeDocument/2006/relationships/image" Target="../media/image92.png"/><Relationship Id="rId5" Type="http://schemas.openxmlformats.org/officeDocument/2006/relationships/image" Target="../media/image89.png"/><Relationship Id="rId15" Type="http://schemas.openxmlformats.org/officeDocument/2006/relationships/image" Target="../media/image94.png"/><Relationship Id="rId10" Type="http://schemas.openxmlformats.org/officeDocument/2006/relationships/customXml" Target="../ink/ink70.xml"/><Relationship Id="rId19" Type="http://schemas.openxmlformats.org/officeDocument/2006/relationships/image" Target="../media/image96.png"/><Relationship Id="rId4" Type="http://schemas.openxmlformats.org/officeDocument/2006/relationships/customXml" Target="../ink/ink67.xml"/><Relationship Id="rId9" Type="http://schemas.openxmlformats.org/officeDocument/2006/relationships/image" Target="../media/image91.png"/><Relationship Id="rId14" Type="http://schemas.openxmlformats.org/officeDocument/2006/relationships/customXml" Target="../ink/ink7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78.xml"/><Relationship Id="rId13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99.png"/><Relationship Id="rId12" Type="http://schemas.openxmlformats.org/officeDocument/2006/relationships/customXml" Target="../ink/ink80.xml"/><Relationship Id="rId2" Type="http://schemas.openxmlformats.org/officeDocument/2006/relationships/customXml" Target="../ink/ink75.xml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77.xml"/><Relationship Id="rId11" Type="http://schemas.openxmlformats.org/officeDocument/2006/relationships/image" Target="../media/image101.png"/><Relationship Id="rId5" Type="http://schemas.openxmlformats.org/officeDocument/2006/relationships/image" Target="../media/image98.png"/><Relationship Id="rId10" Type="http://schemas.openxmlformats.org/officeDocument/2006/relationships/customXml" Target="../ink/ink79.xml"/><Relationship Id="rId4" Type="http://schemas.openxmlformats.org/officeDocument/2006/relationships/customXml" Target="../ink/ink76.xml"/><Relationship Id="rId9" Type="http://schemas.openxmlformats.org/officeDocument/2006/relationships/image" Target="../media/image1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customXml" Target="../ink/ink85.xml"/><Relationship Id="rId18" Type="http://schemas.openxmlformats.org/officeDocument/2006/relationships/image" Target="../media/image110.png"/><Relationship Id="rId26" Type="http://schemas.openxmlformats.org/officeDocument/2006/relationships/image" Target="../media/image114.png"/><Relationship Id="rId3" Type="http://schemas.openxmlformats.org/officeDocument/2006/relationships/image" Target="../media/image80.png"/><Relationship Id="rId21" Type="http://schemas.openxmlformats.org/officeDocument/2006/relationships/customXml" Target="../ink/ink89.xml"/><Relationship Id="rId7" Type="http://schemas.openxmlformats.org/officeDocument/2006/relationships/customXml" Target="../ink/ink82.xml"/><Relationship Id="rId12" Type="http://schemas.openxmlformats.org/officeDocument/2006/relationships/image" Target="../media/image107.png"/><Relationship Id="rId17" Type="http://schemas.openxmlformats.org/officeDocument/2006/relationships/customXml" Target="../ink/ink87.xml"/><Relationship Id="rId25" Type="http://schemas.openxmlformats.org/officeDocument/2006/relationships/customXml" Target="../ink/ink91.xml"/><Relationship Id="rId2" Type="http://schemas.openxmlformats.org/officeDocument/2006/relationships/hyperlink" Target="http://www.youtube.com/watch?v=yKJueRXgWqU&amp;feature=related" TargetMode="External"/><Relationship Id="rId16" Type="http://schemas.openxmlformats.org/officeDocument/2006/relationships/image" Target="../media/image109.png"/><Relationship Id="rId20" Type="http://schemas.openxmlformats.org/officeDocument/2006/relationships/image" Target="../media/image111.png"/><Relationship Id="rId29" Type="http://schemas.openxmlformats.org/officeDocument/2006/relationships/customXml" Target="../ink/ink9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4.png"/><Relationship Id="rId11" Type="http://schemas.openxmlformats.org/officeDocument/2006/relationships/customXml" Target="../ink/ink84.xml"/><Relationship Id="rId24" Type="http://schemas.openxmlformats.org/officeDocument/2006/relationships/image" Target="../media/image113.png"/><Relationship Id="rId5" Type="http://schemas.openxmlformats.org/officeDocument/2006/relationships/customXml" Target="../ink/ink81.xml"/><Relationship Id="rId15" Type="http://schemas.openxmlformats.org/officeDocument/2006/relationships/customXml" Target="../ink/ink86.xml"/><Relationship Id="rId23" Type="http://schemas.openxmlformats.org/officeDocument/2006/relationships/customXml" Target="../ink/ink90.xml"/><Relationship Id="rId28" Type="http://schemas.openxmlformats.org/officeDocument/2006/relationships/image" Target="../media/image115.png"/><Relationship Id="rId10" Type="http://schemas.openxmlformats.org/officeDocument/2006/relationships/image" Target="../media/image106.png"/><Relationship Id="rId19" Type="http://schemas.openxmlformats.org/officeDocument/2006/relationships/customXml" Target="../ink/ink88.xml"/><Relationship Id="rId4" Type="http://schemas.openxmlformats.org/officeDocument/2006/relationships/hyperlink" Target="https://www.101computing.net/enigma-encoder/" TargetMode="External"/><Relationship Id="rId9" Type="http://schemas.openxmlformats.org/officeDocument/2006/relationships/customXml" Target="../ink/ink83.xml"/><Relationship Id="rId14" Type="http://schemas.openxmlformats.org/officeDocument/2006/relationships/image" Target="../media/image108.png"/><Relationship Id="rId22" Type="http://schemas.openxmlformats.org/officeDocument/2006/relationships/image" Target="../media/image112.png"/><Relationship Id="rId27" Type="http://schemas.openxmlformats.org/officeDocument/2006/relationships/customXml" Target="../ink/ink92.xml"/><Relationship Id="rId30" Type="http://schemas.openxmlformats.org/officeDocument/2006/relationships/image" Target="../media/image116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9.xml"/><Relationship Id="rId18" Type="http://schemas.openxmlformats.org/officeDocument/2006/relationships/image" Target="../media/image124.png"/><Relationship Id="rId26" Type="http://schemas.openxmlformats.org/officeDocument/2006/relationships/image" Target="../media/image128.png"/><Relationship Id="rId39" Type="http://schemas.openxmlformats.org/officeDocument/2006/relationships/customXml" Target="../ink/ink112.xml"/><Relationship Id="rId21" Type="http://schemas.openxmlformats.org/officeDocument/2006/relationships/customXml" Target="../ink/ink103.xml"/><Relationship Id="rId34" Type="http://schemas.openxmlformats.org/officeDocument/2006/relationships/image" Target="../media/image132.png"/><Relationship Id="rId42" Type="http://schemas.openxmlformats.org/officeDocument/2006/relationships/image" Target="../media/image136.png"/><Relationship Id="rId47" Type="http://schemas.openxmlformats.org/officeDocument/2006/relationships/customXml" Target="../ink/ink116.xml"/><Relationship Id="rId50" Type="http://schemas.openxmlformats.org/officeDocument/2006/relationships/image" Target="../media/image140.png"/><Relationship Id="rId7" Type="http://schemas.openxmlformats.org/officeDocument/2006/relationships/customXml" Target="../ink/ink96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3.png"/><Relationship Id="rId29" Type="http://schemas.openxmlformats.org/officeDocument/2006/relationships/customXml" Target="../ink/ink107.xml"/><Relationship Id="rId11" Type="http://schemas.openxmlformats.org/officeDocument/2006/relationships/customXml" Target="../ink/ink98.xml"/><Relationship Id="rId24" Type="http://schemas.openxmlformats.org/officeDocument/2006/relationships/image" Target="../media/image127.png"/><Relationship Id="rId32" Type="http://schemas.openxmlformats.org/officeDocument/2006/relationships/image" Target="../media/image131.png"/><Relationship Id="rId37" Type="http://schemas.openxmlformats.org/officeDocument/2006/relationships/customXml" Target="../ink/ink111.xml"/><Relationship Id="rId40" Type="http://schemas.openxmlformats.org/officeDocument/2006/relationships/image" Target="../media/image135.png"/><Relationship Id="rId45" Type="http://schemas.openxmlformats.org/officeDocument/2006/relationships/customXml" Target="../ink/ink115.xml"/><Relationship Id="rId53" Type="http://schemas.openxmlformats.org/officeDocument/2006/relationships/customXml" Target="../ink/ink119.xml"/><Relationship Id="rId5" Type="http://schemas.openxmlformats.org/officeDocument/2006/relationships/customXml" Target="../ink/ink95.xml"/><Relationship Id="rId10" Type="http://schemas.openxmlformats.org/officeDocument/2006/relationships/image" Target="../media/image120.png"/><Relationship Id="rId19" Type="http://schemas.openxmlformats.org/officeDocument/2006/relationships/customXml" Target="../ink/ink102.xml"/><Relationship Id="rId31" Type="http://schemas.openxmlformats.org/officeDocument/2006/relationships/customXml" Target="../ink/ink108.xml"/><Relationship Id="rId44" Type="http://schemas.openxmlformats.org/officeDocument/2006/relationships/image" Target="../media/image137.png"/><Relationship Id="rId52" Type="http://schemas.openxmlformats.org/officeDocument/2006/relationships/image" Target="../media/image141.png"/><Relationship Id="rId4" Type="http://schemas.openxmlformats.org/officeDocument/2006/relationships/image" Target="../media/image117.png"/><Relationship Id="rId9" Type="http://schemas.openxmlformats.org/officeDocument/2006/relationships/customXml" Target="../ink/ink97.xml"/><Relationship Id="rId14" Type="http://schemas.openxmlformats.org/officeDocument/2006/relationships/image" Target="../media/image122.png"/><Relationship Id="rId22" Type="http://schemas.openxmlformats.org/officeDocument/2006/relationships/image" Target="../media/image126.png"/><Relationship Id="rId27" Type="http://schemas.openxmlformats.org/officeDocument/2006/relationships/customXml" Target="../ink/ink106.xml"/><Relationship Id="rId30" Type="http://schemas.openxmlformats.org/officeDocument/2006/relationships/image" Target="../media/image130.png"/><Relationship Id="rId35" Type="http://schemas.openxmlformats.org/officeDocument/2006/relationships/customXml" Target="../ink/ink110.xml"/><Relationship Id="rId43" Type="http://schemas.openxmlformats.org/officeDocument/2006/relationships/customXml" Target="../ink/ink114.xml"/><Relationship Id="rId48" Type="http://schemas.openxmlformats.org/officeDocument/2006/relationships/image" Target="../media/image139.png"/><Relationship Id="rId8" Type="http://schemas.openxmlformats.org/officeDocument/2006/relationships/image" Target="../media/image119.png"/><Relationship Id="rId51" Type="http://schemas.openxmlformats.org/officeDocument/2006/relationships/customXml" Target="../ink/ink118.xml"/><Relationship Id="rId3" Type="http://schemas.openxmlformats.org/officeDocument/2006/relationships/customXml" Target="../ink/ink94.xml"/><Relationship Id="rId12" Type="http://schemas.openxmlformats.org/officeDocument/2006/relationships/image" Target="../media/image121.png"/><Relationship Id="rId17" Type="http://schemas.openxmlformats.org/officeDocument/2006/relationships/customXml" Target="../ink/ink101.xml"/><Relationship Id="rId25" Type="http://schemas.openxmlformats.org/officeDocument/2006/relationships/customXml" Target="../ink/ink105.xml"/><Relationship Id="rId33" Type="http://schemas.openxmlformats.org/officeDocument/2006/relationships/customXml" Target="../ink/ink109.xml"/><Relationship Id="rId38" Type="http://schemas.openxmlformats.org/officeDocument/2006/relationships/image" Target="../media/image134.png"/><Relationship Id="rId46" Type="http://schemas.openxmlformats.org/officeDocument/2006/relationships/image" Target="../media/image138.png"/><Relationship Id="rId20" Type="http://schemas.openxmlformats.org/officeDocument/2006/relationships/image" Target="../media/image125.png"/><Relationship Id="rId41" Type="http://schemas.openxmlformats.org/officeDocument/2006/relationships/customXml" Target="../ink/ink113.xml"/><Relationship Id="rId54" Type="http://schemas.openxmlformats.org/officeDocument/2006/relationships/image" Target="../media/image1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8.png"/><Relationship Id="rId15" Type="http://schemas.openxmlformats.org/officeDocument/2006/relationships/customXml" Target="../ink/ink100.xml"/><Relationship Id="rId23" Type="http://schemas.openxmlformats.org/officeDocument/2006/relationships/customXml" Target="../ink/ink104.xml"/><Relationship Id="rId28" Type="http://schemas.openxmlformats.org/officeDocument/2006/relationships/image" Target="../media/image129.png"/><Relationship Id="rId36" Type="http://schemas.openxmlformats.org/officeDocument/2006/relationships/image" Target="../media/image133.png"/><Relationship Id="rId49" Type="http://schemas.openxmlformats.org/officeDocument/2006/relationships/customXml" Target="../ink/ink1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customXml" Target="../ink/ink125.xml"/><Relationship Id="rId18" Type="http://schemas.openxmlformats.org/officeDocument/2006/relationships/image" Target="../media/image150.png"/><Relationship Id="rId3" Type="http://schemas.openxmlformats.org/officeDocument/2006/relationships/customXml" Target="../ink/ink120.xml"/><Relationship Id="rId7" Type="http://schemas.openxmlformats.org/officeDocument/2006/relationships/customXml" Target="../ink/ink122.xml"/><Relationship Id="rId12" Type="http://schemas.openxmlformats.org/officeDocument/2006/relationships/image" Target="../media/image147.png"/><Relationship Id="rId17" Type="http://schemas.openxmlformats.org/officeDocument/2006/relationships/customXml" Target="../ink/ink127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9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44.png"/><Relationship Id="rId11" Type="http://schemas.openxmlformats.org/officeDocument/2006/relationships/customXml" Target="../ink/ink124.xml"/><Relationship Id="rId5" Type="http://schemas.openxmlformats.org/officeDocument/2006/relationships/customXml" Target="../ink/ink121.xml"/><Relationship Id="rId15" Type="http://schemas.openxmlformats.org/officeDocument/2006/relationships/customXml" Target="../ink/ink126.xml"/><Relationship Id="rId10" Type="http://schemas.openxmlformats.org/officeDocument/2006/relationships/image" Target="../media/image146.png"/><Relationship Id="rId19" Type="http://schemas.openxmlformats.org/officeDocument/2006/relationships/customXml" Target="../ink/ink128.xml"/><Relationship Id="rId4" Type="http://schemas.openxmlformats.org/officeDocument/2006/relationships/image" Target="../media/image143.png"/><Relationship Id="rId9" Type="http://schemas.openxmlformats.org/officeDocument/2006/relationships/customXml" Target="../ink/ink123.xml"/><Relationship Id="rId14" Type="http://schemas.openxmlformats.org/officeDocument/2006/relationships/image" Target="../media/image148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9.png"/><Relationship Id="rId21" Type="http://schemas.openxmlformats.org/officeDocument/2006/relationships/image" Target="../media/image161.png"/><Relationship Id="rId42" Type="http://schemas.openxmlformats.org/officeDocument/2006/relationships/customXml" Target="../ink/ink149.xml"/><Relationship Id="rId63" Type="http://schemas.openxmlformats.org/officeDocument/2006/relationships/image" Target="../media/image182.png"/><Relationship Id="rId84" Type="http://schemas.openxmlformats.org/officeDocument/2006/relationships/customXml" Target="../ink/ink170.xml"/><Relationship Id="rId138" Type="http://schemas.openxmlformats.org/officeDocument/2006/relationships/customXml" Target="../ink/ink197.xml"/><Relationship Id="rId159" Type="http://schemas.openxmlformats.org/officeDocument/2006/relationships/image" Target="../media/image230.png"/><Relationship Id="rId107" Type="http://schemas.openxmlformats.org/officeDocument/2006/relationships/image" Target="../media/image204.png"/><Relationship Id="rId11" Type="http://schemas.openxmlformats.org/officeDocument/2006/relationships/image" Target="../media/image156.png"/><Relationship Id="rId32" Type="http://schemas.openxmlformats.org/officeDocument/2006/relationships/customXml" Target="../ink/ink144.xml"/><Relationship Id="rId53" Type="http://schemas.openxmlformats.org/officeDocument/2006/relationships/image" Target="../media/image177.png"/><Relationship Id="rId74" Type="http://schemas.openxmlformats.org/officeDocument/2006/relationships/customXml" Target="../ink/ink165.xml"/><Relationship Id="rId128" Type="http://schemas.openxmlformats.org/officeDocument/2006/relationships/customXml" Target="../ink/ink192.xml"/><Relationship Id="rId149" Type="http://schemas.openxmlformats.org/officeDocument/2006/relationships/image" Target="../media/image225.png"/><Relationship Id="rId5" Type="http://schemas.openxmlformats.org/officeDocument/2006/relationships/image" Target="../media/image153.png"/><Relationship Id="rId95" Type="http://schemas.openxmlformats.org/officeDocument/2006/relationships/image" Target="../media/image198.png"/><Relationship Id="rId160" Type="http://schemas.openxmlformats.org/officeDocument/2006/relationships/customXml" Target="../ink/ink208.xml"/><Relationship Id="rId22" Type="http://schemas.openxmlformats.org/officeDocument/2006/relationships/customXml" Target="../ink/ink139.xml"/><Relationship Id="rId43" Type="http://schemas.openxmlformats.org/officeDocument/2006/relationships/image" Target="../media/image172.png"/><Relationship Id="rId64" Type="http://schemas.openxmlformats.org/officeDocument/2006/relationships/customXml" Target="../ink/ink160.xml"/><Relationship Id="rId118" Type="http://schemas.openxmlformats.org/officeDocument/2006/relationships/customXml" Target="../ink/ink187.xml"/><Relationship Id="rId139" Type="http://schemas.openxmlformats.org/officeDocument/2006/relationships/image" Target="../media/image220.png"/><Relationship Id="rId85" Type="http://schemas.openxmlformats.org/officeDocument/2006/relationships/image" Target="../media/image193.png"/><Relationship Id="rId150" Type="http://schemas.openxmlformats.org/officeDocument/2006/relationships/customXml" Target="../ink/ink203.xml"/><Relationship Id="rId12" Type="http://schemas.openxmlformats.org/officeDocument/2006/relationships/customXml" Target="../ink/ink134.xml"/><Relationship Id="rId17" Type="http://schemas.openxmlformats.org/officeDocument/2006/relationships/image" Target="../media/image159.png"/><Relationship Id="rId33" Type="http://schemas.openxmlformats.org/officeDocument/2006/relationships/image" Target="../media/image167.png"/><Relationship Id="rId38" Type="http://schemas.openxmlformats.org/officeDocument/2006/relationships/customXml" Target="../ink/ink147.xml"/><Relationship Id="rId59" Type="http://schemas.openxmlformats.org/officeDocument/2006/relationships/image" Target="../media/image180.png"/><Relationship Id="rId103" Type="http://schemas.openxmlformats.org/officeDocument/2006/relationships/image" Target="../media/image202.png"/><Relationship Id="rId108" Type="http://schemas.openxmlformats.org/officeDocument/2006/relationships/customXml" Target="../ink/ink182.xml"/><Relationship Id="rId124" Type="http://schemas.openxmlformats.org/officeDocument/2006/relationships/customXml" Target="../ink/ink190.xml"/><Relationship Id="rId129" Type="http://schemas.openxmlformats.org/officeDocument/2006/relationships/image" Target="../media/image215.png"/><Relationship Id="rId54" Type="http://schemas.openxmlformats.org/officeDocument/2006/relationships/customXml" Target="../ink/ink155.xml"/><Relationship Id="rId70" Type="http://schemas.openxmlformats.org/officeDocument/2006/relationships/customXml" Target="../ink/ink163.xml"/><Relationship Id="rId75" Type="http://schemas.openxmlformats.org/officeDocument/2006/relationships/image" Target="../media/image188.png"/><Relationship Id="rId91" Type="http://schemas.openxmlformats.org/officeDocument/2006/relationships/image" Target="../media/image196.png"/><Relationship Id="rId96" Type="http://schemas.openxmlformats.org/officeDocument/2006/relationships/customXml" Target="../ink/ink176.xml"/><Relationship Id="rId140" Type="http://schemas.openxmlformats.org/officeDocument/2006/relationships/customXml" Target="../ink/ink198.xml"/><Relationship Id="rId145" Type="http://schemas.openxmlformats.org/officeDocument/2006/relationships/image" Target="../media/image223.png"/><Relationship Id="rId161" Type="http://schemas.openxmlformats.org/officeDocument/2006/relationships/image" Target="../media/image231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131.xml"/><Relationship Id="rId23" Type="http://schemas.openxmlformats.org/officeDocument/2006/relationships/image" Target="../media/image162.png"/><Relationship Id="rId28" Type="http://schemas.openxmlformats.org/officeDocument/2006/relationships/customXml" Target="../ink/ink142.xml"/><Relationship Id="rId49" Type="http://schemas.openxmlformats.org/officeDocument/2006/relationships/image" Target="../media/image175.png"/><Relationship Id="rId114" Type="http://schemas.openxmlformats.org/officeDocument/2006/relationships/customXml" Target="../ink/ink185.xml"/><Relationship Id="rId119" Type="http://schemas.openxmlformats.org/officeDocument/2006/relationships/image" Target="../media/image210.png"/><Relationship Id="rId44" Type="http://schemas.openxmlformats.org/officeDocument/2006/relationships/customXml" Target="../ink/ink150.xml"/><Relationship Id="rId60" Type="http://schemas.openxmlformats.org/officeDocument/2006/relationships/customXml" Target="../ink/ink158.xml"/><Relationship Id="rId65" Type="http://schemas.openxmlformats.org/officeDocument/2006/relationships/image" Target="../media/image183.png"/><Relationship Id="rId81" Type="http://schemas.openxmlformats.org/officeDocument/2006/relationships/image" Target="../media/image191.png"/><Relationship Id="rId86" Type="http://schemas.openxmlformats.org/officeDocument/2006/relationships/customXml" Target="../ink/ink171.xml"/><Relationship Id="rId130" Type="http://schemas.openxmlformats.org/officeDocument/2006/relationships/customXml" Target="../ink/ink193.xml"/><Relationship Id="rId135" Type="http://schemas.openxmlformats.org/officeDocument/2006/relationships/image" Target="../media/image218.png"/><Relationship Id="rId151" Type="http://schemas.openxmlformats.org/officeDocument/2006/relationships/image" Target="../media/image226.png"/><Relationship Id="rId156" Type="http://schemas.openxmlformats.org/officeDocument/2006/relationships/customXml" Target="../ink/ink206.xml"/><Relationship Id="rId13" Type="http://schemas.openxmlformats.org/officeDocument/2006/relationships/image" Target="../media/image157.png"/><Relationship Id="rId18" Type="http://schemas.openxmlformats.org/officeDocument/2006/relationships/customXml" Target="../ink/ink137.xml"/><Relationship Id="rId39" Type="http://schemas.openxmlformats.org/officeDocument/2006/relationships/image" Target="../media/image170.png"/><Relationship Id="rId109" Type="http://schemas.openxmlformats.org/officeDocument/2006/relationships/image" Target="../media/image205.png"/><Relationship Id="rId34" Type="http://schemas.openxmlformats.org/officeDocument/2006/relationships/customXml" Target="../ink/ink145.xml"/><Relationship Id="rId50" Type="http://schemas.openxmlformats.org/officeDocument/2006/relationships/customXml" Target="../ink/ink153.xml"/><Relationship Id="rId55" Type="http://schemas.openxmlformats.org/officeDocument/2006/relationships/image" Target="../media/image178.png"/><Relationship Id="rId76" Type="http://schemas.openxmlformats.org/officeDocument/2006/relationships/customXml" Target="../ink/ink166.xml"/><Relationship Id="rId97" Type="http://schemas.openxmlformats.org/officeDocument/2006/relationships/image" Target="../media/image199.png"/><Relationship Id="rId104" Type="http://schemas.openxmlformats.org/officeDocument/2006/relationships/customXml" Target="../ink/ink180.xml"/><Relationship Id="rId120" Type="http://schemas.openxmlformats.org/officeDocument/2006/relationships/customXml" Target="../ink/ink188.xml"/><Relationship Id="rId125" Type="http://schemas.openxmlformats.org/officeDocument/2006/relationships/image" Target="../media/image213.png"/><Relationship Id="rId141" Type="http://schemas.openxmlformats.org/officeDocument/2006/relationships/image" Target="../media/image221.png"/><Relationship Id="rId146" Type="http://schemas.openxmlformats.org/officeDocument/2006/relationships/customXml" Target="../ink/ink201.xml"/><Relationship Id="rId7" Type="http://schemas.openxmlformats.org/officeDocument/2006/relationships/image" Target="../media/image154.png"/><Relationship Id="rId71" Type="http://schemas.openxmlformats.org/officeDocument/2006/relationships/image" Target="../media/image186.png"/><Relationship Id="rId92" Type="http://schemas.openxmlformats.org/officeDocument/2006/relationships/customXml" Target="../ink/ink174.xml"/><Relationship Id="rId2" Type="http://schemas.openxmlformats.org/officeDocument/2006/relationships/customXml" Target="../ink/ink129.xml"/><Relationship Id="rId29" Type="http://schemas.openxmlformats.org/officeDocument/2006/relationships/image" Target="../media/image165.png"/><Relationship Id="rId24" Type="http://schemas.openxmlformats.org/officeDocument/2006/relationships/customXml" Target="../ink/ink140.xml"/><Relationship Id="rId40" Type="http://schemas.openxmlformats.org/officeDocument/2006/relationships/customXml" Target="../ink/ink148.xml"/><Relationship Id="rId45" Type="http://schemas.openxmlformats.org/officeDocument/2006/relationships/image" Target="../media/image173.png"/><Relationship Id="rId66" Type="http://schemas.openxmlformats.org/officeDocument/2006/relationships/customXml" Target="../ink/ink161.xml"/><Relationship Id="rId87" Type="http://schemas.openxmlformats.org/officeDocument/2006/relationships/image" Target="../media/image194.png"/><Relationship Id="rId110" Type="http://schemas.openxmlformats.org/officeDocument/2006/relationships/customXml" Target="../ink/ink183.xml"/><Relationship Id="rId115" Type="http://schemas.openxmlformats.org/officeDocument/2006/relationships/image" Target="../media/image208.png"/><Relationship Id="rId131" Type="http://schemas.openxmlformats.org/officeDocument/2006/relationships/image" Target="../media/image216.png"/><Relationship Id="rId136" Type="http://schemas.openxmlformats.org/officeDocument/2006/relationships/customXml" Target="../ink/ink196.xml"/><Relationship Id="rId157" Type="http://schemas.openxmlformats.org/officeDocument/2006/relationships/image" Target="../media/image229.png"/><Relationship Id="rId61" Type="http://schemas.openxmlformats.org/officeDocument/2006/relationships/image" Target="../media/image181.png"/><Relationship Id="rId82" Type="http://schemas.openxmlformats.org/officeDocument/2006/relationships/customXml" Target="../ink/ink169.xml"/><Relationship Id="rId152" Type="http://schemas.openxmlformats.org/officeDocument/2006/relationships/customXml" Target="../ink/ink204.xml"/><Relationship Id="rId19" Type="http://schemas.openxmlformats.org/officeDocument/2006/relationships/image" Target="../media/image160.png"/><Relationship Id="rId14" Type="http://schemas.openxmlformats.org/officeDocument/2006/relationships/customXml" Target="../ink/ink135.xml"/><Relationship Id="rId30" Type="http://schemas.openxmlformats.org/officeDocument/2006/relationships/customXml" Target="../ink/ink143.xml"/><Relationship Id="rId35" Type="http://schemas.openxmlformats.org/officeDocument/2006/relationships/image" Target="../media/image168.png"/><Relationship Id="rId56" Type="http://schemas.openxmlformats.org/officeDocument/2006/relationships/customXml" Target="../ink/ink156.xml"/><Relationship Id="rId77" Type="http://schemas.openxmlformats.org/officeDocument/2006/relationships/image" Target="../media/image189.png"/><Relationship Id="rId100" Type="http://schemas.openxmlformats.org/officeDocument/2006/relationships/customXml" Target="../ink/ink178.xml"/><Relationship Id="rId105" Type="http://schemas.openxmlformats.org/officeDocument/2006/relationships/image" Target="../media/image203.png"/><Relationship Id="rId126" Type="http://schemas.openxmlformats.org/officeDocument/2006/relationships/customXml" Target="../ink/ink191.xml"/><Relationship Id="rId147" Type="http://schemas.openxmlformats.org/officeDocument/2006/relationships/image" Target="../media/image224.png"/><Relationship Id="rId8" Type="http://schemas.openxmlformats.org/officeDocument/2006/relationships/customXml" Target="../ink/ink132.xml"/><Relationship Id="rId51" Type="http://schemas.openxmlformats.org/officeDocument/2006/relationships/image" Target="../media/image176.png"/><Relationship Id="rId72" Type="http://schemas.openxmlformats.org/officeDocument/2006/relationships/customXml" Target="../ink/ink164.xml"/><Relationship Id="rId93" Type="http://schemas.openxmlformats.org/officeDocument/2006/relationships/image" Target="../media/image197.png"/><Relationship Id="rId98" Type="http://schemas.openxmlformats.org/officeDocument/2006/relationships/customXml" Target="../ink/ink177.xml"/><Relationship Id="rId121" Type="http://schemas.openxmlformats.org/officeDocument/2006/relationships/image" Target="../media/image211.png"/><Relationship Id="rId142" Type="http://schemas.openxmlformats.org/officeDocument/2006/relationships/customXml" Target="../ink/ink199.xml"/><Relationship Id="rId3" Type="http://schemas.openxmlformats.org/officeDocument/2006/relationships/image" Target="../media/image152.png"/><Relationship Id="rId25" Type="http://schemas.openxmlformats.org/officeDocument/2006/relationships/image" Target="../media/image163.png"/><Relationship Id="rId46" Type="http://schemas.openxmlformats.org/officeDocument/2006/relationships/customXml" Target="../ink/ink151.xml"/><Relationship Id="rId67" Type="http://schemas.openxmlformats.org/officeDocument/2006/relationships/image" Target="../media/image184.png"/><Relationship Id="rId116" Type="http://schemas.openxmlformats.org/officeDocument/2006/relationships/customXml" Target="../ink/ink186.xml"/><Relationship Id="rId137" Type="http://schemas.openxmlformats.org/officeDocument/2006/relationships/image" Target="../media/image219.png"/><Relationship Id="rId158" Type="http://schemas.openxmlformats.org/officeDocument/2006/relationships/customXml" Target="../ink/ink207.xml"/><Relationship Id="rId20" Type="http://schemas.openxmlformats.org/officeDocument/2006/relationships/customXml" Target="../ink/ink138.xml"/><Relationship Id="rId41" Type="http://schemas.openxmlformats.org/officeDocument/2006/relationships/image" Target="../media/image171.png"/><Relationship Id="rId62" Type="http://schemas.openxmlformats.org/officeDocument/2006/relationships/customXml" Target="../ink/ink159.xml"/><Relationship Id="rId83" Type="http://schemas.openxmlformats.org/officeDocument/2006/relationships/image" Target="../media/image192.png"/><Relationship Id="rId88" Type="http://schemas.openxmlformats.org/officeDocument/2006/relationships/customXml" Target="../ink/ink172.xml"/><Relationship Id="rId111" Type="http://schemas.openxmlformats.org/officeDocument/2006/relationships/image" Target="../media/image206.png"/><Relationship Id="rId132" Type="http://schemas.openxmlformats.org/officeDocument/2006/relationships/customXml" Target="../ink/ink194.xml"/><Relationship Id="rId153" Type="http://schemas.openxmlformats.org/officeDocument/2006/relationships/image" Target="../media/image227.png"/><Relationship Id="rId15" Type="http://schemas.openxmlformats.org/officeDocument/2006/relationships/image" Target="../media/image158.png"/><Relationship Id="rId36" Type="http://schemas.openxmlformats.org/officeDocument/2006/relationships/customXml" Target="../ink/ink146.xml"/><Relationship Id="rId57" Type="http://schemas.openxmlformats.org/officeDocument/2006/relationships/image" Target="../media/image179.png"/><Relationship Id="rId106" Type="http://schemas.openxmlformats.org/officeDocument/2006/relationships/customXml" Target="../ink/ink181.xml"/><Relationship Id="rId127" Type="http://schemas.openxmlformats.org/officeDocument/2006/relationships/image" Target="../media/image214.png"/><Relationship Id="rId10" Type="http://schemas.openxmlformats.org/officeDocument/2006/relationships/customXml" Target="../ink/ink133.xml"/><Relationship Id="rId31" Type="http://schemas.openxmlformats.org/officeDocument/2006/relationships/image" Target="../media/image166.png"/><Relationship Id="rId52" Type="http://schemas.openxmlformats.org/officeDocument/2006/relationships/customXml" Target="../ink/ink154.xml"/><Relationship Id="rId73" Type="http://schemas.openxmlformats.org/officeDocument/2006/relationships/image" Target="../media/image187.png"/><Relationship Id="rId78" Type="http://schemas.openxmlformats.org/officeDocument/2006/relationships/customXml" Target="../ink/ink167.xml"/><Relationship Id="rId94" Type="http://schemas.openxmlformats.org/officeDocument/2006/relationships/customXml" Target="../ink/ink175.xml"/><Relationship Id="rId99" Type="http://schemas.openxmlformats.org/officeDocument/2006/relationships/image" Target="../media/image200.png"/><Relationship Id="rId101" Type="http://schemas.openxmlformats.org/officeDocument/2006/relationships/image" Target="../media/image201.png"/><Relationship Id="rId122" Type="http://schemas.openxmlformats.org/officeDocument/2006/relationships/customXml" Target="../ink/ink189.xml"/><Relationship Id="rId143" Type="http://schemas.openxmlformats.org/officeDocument/2006/relationships/image" Target="../media/image222.png"/><Relationship Id="rId148" Type="http://schemas.openxmlformats.org/officeDocument/2006/relationships/customXml" Target="../ink/ink202.xml"/><Relationship Id="rId4" Type="http://schemas.openxmlformats.org/officeDocument/2006/relationships/customXml" Target="../ink/ink130.xml"/><Relationship Id="rId9" Type="http://schemas.openxmlformats.org/officeDocument/2006/relationships/image" Target="../media/image155.png"/><Relationship Id="rId26" Type="http://schemas.openxmlformats.org/officeDocument/2006/relationships/customXml" Target="../ink/ink141.xml"/><Relationship Id="rId47" Type="http://schemas.openxmlformats.org/officeDocument/2006/relationships/image" Target="../media/image174.png"/><Relationship Id="rId68" Type="http://schemas.openxmlformats.org/officeDocument/2006/relationships/customXml" Target="../ink/ink162.xml"/><Relationship Id="rId89" Type="http://schemas.openxmlformats.org/officeDocument/2006/relationships/image" Target="../media/image195.png"/><Relationship Id="rId112" Type="http://schemas.openxmlformats.org/officeDocument/2006/relationships/customXml" Target="../ink/ink184.xml"/><Relationship Id="rId133" Type="http://schemas.openxmlformats.org/officeDocument/2006/relationships/image" Target="../media/image217.png"/><Relationship Id="rId154" Type="http://schemas.openxmlformats.org/officeDocument/2006/relationships/customXml" Target="../ink/ink205.xml"/><Relationship Id="rId16" Type="http://schemas.openxmlformats.org/officeDocument/2006/relationships/customXml" Target="../ink/ink136.xml"/><Relationship Id="rId37" Type="http://schemas.openxmlformats.org/officeDocument/2006/relationships/image" Target="../media/image169.png"/><Relationship Id="rId58" Type="http://schemas.openxmlformats.org/officeDocument/2006/relationships/customXml" Target="../ink/ink157.xml"/><Relationship Id="rId79" Type="http://schemas.openxmlformats.org/officeDocument/2006/relationships/image" Target="../media/image190.png"/><Relationship Id="rId102" Type="http://schemas.openxmlformats.org/officeDocument/2006/relationships/customXml" Target="../ink/ink179.xml"/><Relationship Id="rId123" Type="http://schemas.openxmlformats.org/officeDocument/2006/relationships/image" Target="../media/image212.png"/><Relationship Id="rId144" Type="http://schemas.openxmlformats.org/officeDocument/2006/relationships/customXml" Target="../ink/ink200.xml"/><Relationship Id="rId90" Type="http://schemas.openxmlformats.org/officeDocument/2006/relationships/customXml" Target="../ink/ink173.xml"/><Relationship Id="rId27" Type="http://schemas.openxmlformats.org/officeDocument/2006/relationships/image" Target="../media/image164.png"/><Relationship Id="rId48" Type="http://schemas.openxmlformats.org/officeDocument/2006/relationships/customXml" Target="../ink/ink152.xml"/><Relationship Id="rId69" Type="http://schemas.openxmlformats.org/officeDocument/2006/relationships/image" Target="../media/image185.png"/><Relationship Id="rId113" Type="http://schemas.openxmlformats.org/officeDocument/2006/relationships/image" Target="../media/image207.png"/><Relationship Id="rId134" Type="http://schemas.openxmlformats.org/officeDocument/2006/relationships/customXml" Target="../ink/ink195.xml"/><Relationship Id="rId80" Type="http://schemas.openxmlformats.org/officeDocument/2006/relationships/customXml" Target="../ink/ink168.xml"/><Relationship Id="rId155" Type="http://schemas.openxmlformats.org/officeDocument/2006/relationships/image" Target="../media/image2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html/ascii_table_lookup.htm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14.xml"/><Relationship Id="rId18" Type="http://schemas.openxmlformats.org/officeDocument/2006/relationships/image" Target="../media/image239.png"/><Relationship Id="rId26" Type="http://schemas.openxmlformats.org/officeDocument/2006/relationships/image" Target="../media/image243.png"/><Relationship Id="rId39" Type="http://schemas.openxmlformats.org/officeDocument/2006/relationships/customXml" Target="../ink/ink227.xml"/><Relationship Id="rId21" Type="http://schemas.openxmlformats.org/officeDocument/2006/relationships/customXml" Target="../ink/ink218.xml"/><Relationship Id="rId34" Type="http://schemas.openxmlformats.org/officeDocument/2006/relationships/image" Target="../media/image247.png"/><Relationship Id="rId42" Type="http://schemas.openxmlformats.org/officeDocument/2006/relationships/image" Target="../media/image251.png"/><Relationship Id="rId47" Type="http://schemas.openxmlformats.org/officeDocument/2006/relationships/customXml" Target="../ink/ink231.xml"/><Relationship Id="rId50" Type="http://schemas.openxmlformats.org/officeDocument/2006/relationships/image" Target="../media/image255.png"/><Relationship Id="rId7" Type="http://schemas.openxmlformats.org/officeDocument/2006/relationships/customXml" Target="../ink/ink211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8.png"/><Relationship Id="rId29" Type="http://schemas.openxmlformats.org/officeDocument/2006/relationships/customXml" Target="../ink/ink222.xml"/><Relationship Id="rId11" Type="http://schemas.openxmlformats.org/officeDocument/2006/relationships/customXml" Target="../ink/ink213.xml"/><Relationship Id="rId24" Type="http://schemas.openxmlformats.org/officeDocument/2006/relationships/image" Target="../media/image242.png"/><Relationship Id="rId32" Type="http://schemas.openxmlformats.org/officeDocument/2006/relationships/image" Target="../media/image246.png"/><Relationship Id="rId37" Type="http://schemas.openxmlformats.org/officeDocument/2006/relationships/customXml" Target="../ink/ink226.xml"/><Relationship Id="rId40" Type="http://schemas.openxmlformats.org/officeDocument/2006/relationships/image" Target="../media/image250.png"/><Relationship Id="rId45" Type="http://schemas.openxmlformats.org/officeDocument/2006/relationships/customXml" Target="../ink/ink230.xml"/><Relationship Id="rId5" Type="http://schemas.openxmlformats.org/officeDocument/2006/relationships/customXml" Target="../ink/ink210.xml"/><Relationship Id="rId15" Type="http://schemas.openxmlformats.org/officeDocument/2006/relationships/customXml" Target="../ink/ink215.xml"/><Relationship Id="rId23" Type="http://schemas.openxmlformats.org/officeDocument/2006/relationships/customXml" Target="../ink/ink219.xml"/><Relationship Id="rId28" Type="http://schemas.openxmlformats.org/officeDocument/2006/relationships/image" Target="../media/image244.png"/><Relationship Id="rId36" Type="http://schemas.openxmlformats.org/officeDocument/2006/relationships/image" Target="../media/image248.png"/><Relationship Id="rId49" Type="http://schemas.openxmlformats.org/officeDocument/2006/relationships/customXml" Target="../ink/ink232.xml"/><Relationship Id="rId10" Type="http://schemas.openxmlformats.org/officeDocument/2006/relationships/image" Target="../media/image235.png"/><Relationship Id="rId19" Type="http://schemas.openxmlformats.org/officeDocument/2006/relationships/customXml" Target="../ink/ink217.xml"/><Relationship Id="rId31" Type="http://schemas.openxmlformats.org/officeDocument/2006/relationships/customXml" Target="../ink/ink223.xml"/><Relationship Id="rId44" Type="http://schemas.openxmlformats.org/officeDocument/2006/relationships/image" Target="../media/image252.png"/><Relationship Id="rId4" Type="http://schemas.openxmlformats.org/officeDocument/2006/relationships/image" Target="../media/image232.png"/><Relationship Id="rId9" Type="http://schemas.openxmlformats.org/officeDocument/2006/relationships/customXml" Target="../ink/ink212.xml"/><Relationship Id="rId14" Type="http://schemas.openxmlformats.org/officeDocument/2006/relationships/image" Target="../media/image237.png"/><Relationship Id="rId22" Type="http://schemas.openxmlformats.org/officeDocument/2006/relationships/image" Target="../media/image241.png"/><Relationship Id="rId27" Type="http://schemas.openxmlformats.org/officeDocument/2006/relationships/customXml" Target="../ink/ink221.xml"/><Relationship Id="rId30" Type="http://schemas.openxmlformats.org/officeDocument/2006/relationships/image" Target="../media/image245.png"/><Relationship Id="rId35" Type="http://schemas.openxmlformats.org/officeDocument/2006/relationships/customXml" Target="../ink/ink225.xml"/><Relationship Id="rId43" Type="http://schemas.openxmlformats.org/officeDocument/2006/relationships/customXml" Target="../ink/ink229.xml"/><Relationship Id="rId48" Type="http://schemas.openxmlformats.org/officeDocument/2006/relationships/image" Target="../media/image254.png"/><Relationship Id="rId8" Type="http://schemas.openxmlformats.org/officeDocument/2006/relationships/image" Target="../media/image234.png"/><Relationship Id="rId3" Type="http://schemas.openxmlformats.org/officeDocument/2006/relationships/customXml" Target="../ink/ink209.xml"/><Relationship Id="rId12" Type="http://schemas.openxmlformats.org/officeDocument/2006/relationships/image" Target="../media/image236.png"/><Relationship Id="rId17" Type="http://schemas.openxmlformats.org/officeDocument/2006/relationships/customXml" Target="../ink/ink216.xml"/><Relationship Id="rId25" Type="http://schemas.openxmlformats.org/officeDocument/2006/relationships/customXml" Target="../ink/ink220.xml"/><Relationship Id="rId33" Type="http://schemas.openxmlformats.org/officeDocument/2006/relationships/customXml" Target="../ink/ink224.xml"/><Relationship Id="rId38" Type="http://schemas.openxmlformats.org/officeDocument/2006/relationships/image" Target="../media/image249.png"/><Relationship Id="rId46" Type="http://schemas.openxmlformats.org/officeDocument/2006/relationships/image" Target="../media/image253.png"/><Relationship Id="rId20" Type="http://schemas.openxmlformats.org/officeDocument/2006/relationships/image" Target="../media/image240.png"/><Relationship Id="rId41" Type="http://schemas.openxmlformats.org/officeDocument/2006/relationships/customXml" Target="../ink/ink2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3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3.png"/><Relationship Id="rId21" Type="http://schemas.openxmlformats.org/officeDocument/2006/relationships/image" Target="../media/image265.png"/><Relationship Id="rId42" Type="http://schemas.openxmlformats.org/officeDocument/2006/relationships/customXml" Target="../ink/ink253.xml"/><Relationship Id="rId63" Type="http://schemas.openxmlformats.org/officeDocument/2006/relationships/image" Target="../media/image286.png"/><Relationship Id="rId84" Type="http://schemas.openxmlformats.org/officeDocument/2006/relationships/customXml" Target="../ink/ink274.xml"/><Relationship Id="rId138" Type="http://schemas.openxmlformats.org/officeDocument/2006/relationships/customXml" Target="../ink/ink301.xml"/><Relationship Id="rId159" Type="http://schemas.openxmlformats.org/officeDocument/2006/relationships/image" Target="../media/image334.png"/><Relationship Id="rId170" Type="http://schemas.openxmlformats.org/officeDocument/2006/relationships/customXml" Target="../ink/ink317.xml"/><Relationship Id="rId191" Type="http://schemas.openxmlformats.org/officeDocument/2006/relationships/image" Target="../media/image350.png"/><Relationship Id="rId205" Type="http://schemas.openxmlformats.org/officeDocument/2006/relationships/image" Target="../media/image357.png"/><Relationship Id="rId226" Type="http://schemas.openxmlformats.org/officeDocument/2006/relationships/customXml" Target="../ink/ink345.xml"/><Relationship Id="rId107" Type="http://schemas.openxmlformats.org/officeDocument/2006/relationships/image" Target="../media/image308.png"/><Relationship Id="rId11" Type="http://schemas.openxmlformats.org/officeDocument/2006/relationships/image" Target="../media/image260.png"/><Relationship Id="rId32" Type="http://schemas.openxmlformats.org/officeDocument/2006/relationships/customXml" Target="../ink/ink248.xml"/><Relationship Id="rId53" Type="http://schemas.openxmlformats.org/officeDocument/2006/relationships/image" Target="../media/image281.png"/><Relationship Id="rId74" Type="http://schemas.openxmlformats.org/officeDocument/2006/relationships/customXml" Target="../ink/ink269.xml"/><Relationship Id="rId128" Type="http://schemas.openxmlformats.org/officeDocument/2006/relationships/customXml" Target="../ink/ink296.xml"/><Relationship Id="rId149" Type="http://schemas.openxmlformats.org/officeDocument/2006/relationships/image" Target="../media/image329.png"/><Relationship Id="rId5" Type="http://schemas.openxmlformats.org/officeDocument/2006/relationships/image" Target="../media/image257.png"/><Relationship Id="rId95" Type="http://schemas.openxmlformats.org/officeDocument/2006/relationships/image" Target="../media/image302.png"/><Relationship Id="rId160" Type="http://schemas.openxmlformats.org/officeDocument/2006/relationships/customXml" Target="../ink/ink312.xml"/><Relationship Id="rId181" Type="http://schemas.openxmlformats.org/officeDocument/2006/relationships/image" Target="../media/image345.png"/><Relationship Id="rId216" Type="http://schemas.openxmlformats.org/officeDocument/2006/relationships/customXml" Target="../ink/ink340.xml"/><Relationship Id="rId237" Type="http://schemas.openxmlformats.org/officeDocument/2006/relationships/image" Target="../media/image373.png"/><Relationship Id="rId22" Type="http://schemas.openxmlformats.org/officeDocument/2006/relationships/customXml" Target="../ink/ink243.xml"/><Relationship Id="rId43" Type="http://schemas.openxmlformats.org/officeDocument/2006/relationships/image" Target="../media/image276.png"/><Relationship Id="rId64" Type="http://schemas.openxmlformats.org/officeDocument/2006/relationships/customXml" Target="../ink/ink264.xml"/><Relationship Id="rId118" Type="http://schemas.openxmlformats.org/officeDocument/2006/relationships/customXml" Target="../ink/ink291.xml"/><Relationship Id="rId139" Type="http://schemas.openxmlformats.org/officeDocument/2006/relationships/image" Target="../media/image324.png"/><Relationship Id="rId85" Type="http://schemas.openxmlformats.org/officeDocument/2006/relationships/image" Target="../media/image297.png"/><Relationship Id="rId150" Type="http://schemas.openxmlformats.org/officeDocument/2006/relationships/customXml" Target="../ink/ink307.xml"/><Relationship Id="rId171" Type="http://schemas.openxmlformats.org/officeDocument/2006/relationships/image" Target="../media/image340.png"/><Relationship Id="rId192" Type="http://schemas.openxmlformats.org/officeDocument/2006/relationships/customXml" Target="../ink/ink328.xml"/><Relationship Id="rId206" Type="http://schemas.openxmlformats.org/officeDocument/2006/relationships/customXml" Target="../ink/ink335.xml"/><Relationship Id="rId227" Type="http://schemas.openxmlformats.org/officeDocument/2006/relationships/image" Target="../media/image368.png"/><Relationship Id="rId12" Type="http://schemas.openxmlformats.org/officeDocument/2006/relationships/customXml" Target="../ink/ink238.xml"/><Relationship Id="rId33" Type="http://schemas.openxmlformats.org/officeDocument/2006/relationships/image" Target="../media/image271.png"/><Relationship Id="rId108" Type="http://schemas.openxmlformats.org/officeDocument/2006/relationships/customXml" Target="../ink/ink286.xml"/><Relationship Id="rId129" Type="http://schemas.openxmlformats.org/officeDocument/2006/relationships/image" Target="../media/image319.png"/><Relationship Id="rId54" Type="http://schemas.openxmlformats.org/officeDocument/2006/relationships/customXml" Target="../ink/ink259.xml"/><Relationship Id="rId75" Type="http://schemas.openxmlformats.org/officeDocument/2006/relationships/image" Target="../media/image292.png"/><Relationship Id="rId96" Type="http://schemas.openxmlformats.org/officeDocument/2006/relationships/customXml" Target="../ink/ink280.xml"/><Relationship Id="rId140" Type="http://schemas.openxmlformats.org/officeDocument/2006/relationships/customXml" Target="../ink/ink302.xml"/><Relationship Id="rId161" Type="http://schemas.openxmlformats.org/officeDocument/2006/relationships/image" Target="../media/image335.png"/><Relationship Id="rId182" Type="http://schemas.openxmlformats.org/officeDocument/2006/relationships/customXml" Target="../ink/ink323.xml"/><Relationship Id="rId217" Type="http://schemas.openxmlformats.org/officeDocument/2006/relationships/image" Target="../media/image363.png"/><Relationship Id="rId6" Type="http://schemas.openxmlformats.org/officeDocument/2006/relationships/customXml" Target="../ink/ink235.xml"/><Relationship Id="rId238" Type="http://schemas.openxmlformats.org/officeDocument/2006/relationships/customXml" Target="../ink/ink351.xml"/><Relationship Id="rId23" Type="http://schemas.openxmlformats.org/officeDocument/2006/relationships/image" Target="../media/image266.png"/><Relationship Id="rId119" Type="http://schemas.openxmlformats.org/officeDocument/2006/relationships/image" Target="../media/image314.png"/><Relationship Id="rId44" Type="http://schemas.openxmlformats.org/officeDocument/2006/relationships/customXml" Target="../ink/ink254.xml"/><Relationship Id="rId65" Type="http://schemas.openxmlformats.org/officeDocument/2006/relationships/image" Target="../media/image287.png"/><Relationship Id="rId86" Type="http://schemas.openxmlformats.org/officeDocument/2006/relationships/customXml" Target="../ink/ink275.xml"/><Relationship Id="rId130" Type="http://schemas.openxmlformats.org/officeDocument/2006/relationships/customXml" Target="../ink/ink297.xml"/><Relationship Id="rId151" Type="http://schemas.openxmlformats.org/officeDocument/2006/relationships/image" Target="../media/image330.png"/><Relationship Id="rId172" Type="http://schemas.openxmlformats.org/officeDocument/2006/relationships/customXml" Target="../ink/ink318.xml"/><Relationship Id="rId193" Type="http://schemas.openxmlformats.org/officeDocument/2006/relationships/image" Target="../media/image351.png"/><Relationship Id="rId207" Type="http://schemas.openxmlformats.org/officeDocument/2006/relationships/image" Target="../media/image358.png"/><Relationship Id="rId228" Type="http://schemas.openxmlformats.org/officeDocument/2006/relationships/customXml" Target="../ink/ink346.xml"/><Relationship Id="rId13" Type="http://schemas.openxmlformats.org/officeDocument/2006/relationships/image" Target="../media/image261.png"/><Relationship Id="rId109" Type="http://schemas.openxmlformats.org/officeDocument/2006/relationships/image" Target="../media/image309.png"/><Relationship Id="rId34" Type="http://schemas.openxmlformats.org/officeDocument/2006/relationships/customXml" Target="../ink/ink249.xml"/><Relationship Id="rId55" Type="http://schemas.openxmlformats.org/officeDocument/2006/relationships/image" Target="../media/image282.png"/><Relationship Id="rId76" Type="http://schemas.openxmlformats.org/officeDocument/2006/relationships/customXml" Target="../ink/ink270.xml"/><Relationship Id="rId97" Type="http://schemas.openxmlformats.org/officeDocument/2006/relationships/image" Target="../media/image303.png"/><Relationship Id="rId120" Type="http://schemas.openxmlformats.org/officeDocument/2006/relationships/customXml" Target="../ink/ink292.xml"/><Relationship Id="rId141" Type="http://schemas.openxmlformats.org/officeDocument/2006/relationships/image" Target="../media/image325.png"/><Relationship Id="rId7" Type="http://schemas.openxmlformats.org/officeDocument/2006/relationships/image" Target="../media/image258.png"/><Relationship Id="rId162" Type="http://schemas.openxmlformats.org/officeDocument/2006/relationships/customXml" Target="../ink/ink313.xml"/><Relationship Id="rId183" Type="http://schemas.openxmlformats.org/officeDocument/2006/relationships/image" Target="../media/image346.png"/><Relationship Id="rId218" Type="http://schemas.openxmlformats.org/officeDocument/2006/relationships/customXml" Target="../ink/ink341.xml"/><Relationship Id="rId239" Type="http://schemas.openxmlformats.org/officeDocument/2006/relationships/image" Target="../media/image374.png"/><Relationship Id="rId24" Type="http://schemas.openxmlformats.org/officeDocument/2006/relationships/customXml" Target="../ink/ink244.xml"/><Relationship Id="rId45" Type="http://schemas.openxmlformats.org/officeDocument/2006/relationships/image" Target="../media/image277.png"/><Relationship Id="rId66" Type="http://schemas.openxmlformats.org/officeDocument/2006/relationships/customXml" Target="../ink/ink265.xml"/><Relationship Id="rId87" Type="http://schemas.openxmlformats.org/officeDocument/2006/relationships/image" Target="../media/image298.png"/><Relationship Id="rId110" Type="http://schemas.openxmlformats.org/officeDocument/2006/relationships/customXml" Target="../ink/ink287.xml"/><Relationship Id="rId131" Type="http://schemas.openxmlformats.org/officeDocument/2006/relationships/image" Target="../media/image320.png"/><Relationship Id="rId152" Type="http://schemas.openxmlformats.org/officeDocument/2006/relationships/customXml" Target="../ink/ink308.xml"/><Relationship Id="rId173" Type="http://schemas.openxmlformats.org/officeDocument/2006/relationships/image" Target="../media/image341.png"/><Relationship Id="rId194" Type="http://schemas.openxmlformats.org/officeDocument/2006/relationships/customXml" Target="../ink/ink329.xml"/><Relationship Id="rId208" Type="http://schemas.openxmlformats.org/officeDocument/2006/relationships/customXml" Target="../ink/ink336.xml"/><Relationship Id="rId229" Type="http://schemas.openxmlformats.org/officeDocument/2006/relationships/image" Target="../media/image369.png"/><Relationship Id="rId240" Type="http://schemas.openxmlformats.org/officeDocument/2006/relationships/customXml" Target="../ink/ink352.xml"/><Relationship Id="rId14" Type="http://schemas.openxmlformats.org/officeDocument/2006/relationships/customXml" Target="../ink/ink239.xml"/><Relationship Id="rId35" Type="http://schemas.openxmlformats.org/officeDocument/2006/relationships/image" Target="../media/image272.png"/><Relationship Id="rId56" Type="http://schemas.openxmlformats.org/officeDocument/2006/relationships/customXml" Target="../ink/ink260.xml"/><Relationship Id="rId77" Type="http://schemas.openxmlformats.org/officeDocument/2006/relationships/image" Target="../media/image293.png"/><Relationship Id="rId100" Type="http://schemas.openxmlformats.org/officeDocument/2006/relationships/customXml" Target="../ink/ink282.xml"/><Relationship Id="rId8" Type="http://schemas.openxmlformats.org/officeDocument/2006/relationships/customXml" Target="../ink/ink236.xml"/><Relationship Id="rId98" Type="http://schemas.openxmlformats.org/officeDocument/2006/relationships/customXml" Target="../ink/ink281.xml"/><Relationship Id="rId121" Type="http://schemas.openxmlformats.org/officeDocument/2006/relationships/image" Target="../media/image315.png"/><Relationship Id="rId142" Type="http://schemas.openxmlformats.org/officeDocument/2006/relationships/customXml" Target="../ink/ink303.xml"/><Relationship Id="rId163" Type="http://schemas.openxmlformats.org/officeDocument/2006/relationships/image" Target="../media/image336.png"/><Relationship Id="rId184" Type="http://schemas.openxmlformats.org/officeDocument/2006/relationships/customXml" Target="../ink/ink324.xml"/><Relationship Id="rId219" Type="http://schemas.openxmlformats.org/officeDocument/2006/relationships/image" Target="../media/image364.png"/><Relationship Id="rId230" Type="http://schemas.openxmlformats.org/officeDocument/2006/relationships/customXml" Target="../ink/ink347.xml"/><Relationship Id="rId25" Type="http://schemas.openxmlformats.org/officeDocument/2006/relationships/image" Target="../media/image267.png"/><Relationship Id="rId46" Type="http://schemas.openxmlformats.org/officeDocument/2006/relationships/customXml" Target="../ink/ink255.xml"/><Relationship Id="rId67" Type="http://schemas.openxmlformats.org/officeDocument/2006/relationships/image" Target="../media/image288.png"/><Relationship Id="rId88" Type="http://schemas.openxmlformats.org/officeDocument/2006/relationships/customXml" Target="../ink/ink276.xml"/><Relationship Id="rId111" Type="http://schemas.openxmlformats.org/officeDocument/2006/relationships/image" Target="../media/image310.png"/><Relationship Id="rId132" Type="http://schemas.openxmlformats.org/officeDocument/2006/relationships/customXml" Target="../ink/ink298.xml"/><Relationship Id="rId153" Type="http://schemas.openxmlformats.org/officeDocument/2006/relationships/image" Target="../media/image331.png"/><Relationship Id="rId174" Type="http://schemas.openxmlformats.org/officeDocument/2006/relationships/customXml" Target="../ink/ink319.xml"/><Relationship Id="rId195" Type="http://schemas.openxmlformats.org/officeDocument/2006/relationships/image" Target="../media/image352.png"/><Relationship Id="rId209" Type="http://schemas.openxmlformats.org/officeDocument/2006/relationships/image" Target="../media/image359.png"/><Relationship Id="rId220" Type="http://schemas.openxmlformats.org/officeDocument/2006/relationships/customXml" Target="../ink/ink342.xml"/><Relationship Id="rId241" Type="http://schemas.openxmlformats.org/officeDocument/2006/relationships/image" Target="../media/image375.png"/><Relationship Id="rId15" Type="http://schemas.openxmlformats.org/officeDocument/2006/relationships/image" Target="../media/image262.png"/><Relationship Id="rId36" Type="http://schemas.openxmlformats.org/officeDocument/2006/relationships/customXml" Target="../ink/ink250.xml"/><Relationship Id="rId57" Type="http://schemas.openxmlformats.org/officeDocument/2006/relationships/image" Target="../media/image283.png"/><Relationship Id="rId106" Type="http://schemas.openxmlformats.org/officeDocument/2006/relationships/customXml" Target="../ink/ink285.xml"/><Relationship Id="rId127" Type="http://schemas.openxmlformats.org/officeDocument/2006/relationships/image" Target="../media/image318.png"/><Relationship Id="rId10" Type="http://schemas.openxmlformats.org/officeDocument/2006/relationships/customXml" Target="../ink/ink237.xml"/><Relationship Id="rId31" Type="http://schemas.openxmlformats.org/officeDocument/2006/relationships/image" Target="../media/image270.png"/><Relationship Id="rId52" Type="http://schemas.openxmlformats.org/officeDocument/2006/relationships/customXml" Target="../ink/ink258.xml"/><Relationship Id="rId73" Type="http://schemas.openxmlformats.org/officeDocument/2006/relationships/image" Target="../media/image291.png"/><Relationship Id="rId78" Type="http://schemas.openxmlformats.org/officeDocument/2006/relationships/customXml" Target="../ink/ink271.xml"/><Relationship Id="rId94" Type="http://schemas.openxmlformats.org/officeDocument/2006/relationships/customXml" Target="../ink/ink279.xml"/><Relationship Id="rId99" Type="http://schemas.openxmlformats.org/officeDocument/2006/relationships/image" Target="../media/image304.png"/><Relationship Id="rId101" Type="http://schemas.openxmlformats.org/officeDocument/2006/relationships/image" Target="../media/image305.png"/><Relationship Id="rId122" Type="http://schemas.openxmlformats.org/officeDocument/2006/relationships/customXml" Target="../ink/ink293.xml"/><Relationship Id="rId143" Type="http://schemas.openxmlformats.org/officeDocument/2006/relationships/image" Target="../media/image326.png"/><Relationship Id="rId148" Type="http://schemas.openxmlformats.org/officeDocument/2006/relationships/customXml" Target="../ink/ink306.xml"/><Relationship Id="rId164" Type="http://schemas.openxmlformats.org/officeDocument/2006/relationships/customXml" Target="../ink/ink314.xml"/><Relationship Id="rId169" Type="http://schemas.openxmlformats.org/officeDocument/2006/relationships/image" Target="../media/image339.png"/><Relationship Id="rId185" Type="http://schemas.openxmlformats.org/officeDocument/2006/relationships/image" Target="../media/image347.png"/><Relationship Id="rId4" Type="http://schemas.openxmlformats.org/officeDocument/2006/relationships/customXml" Target="../ink/ink234.xml"/><Relationship Id="rId9" Type="http://schemas.openxmlformats.org/officeDocument/2006/relationships/image" Target="../media/image259.png"/><Relationship Id="rId180" Type="http://schemas.openxmlformats.org/officeDocument/2006/relationships/customXml" Target="../ink/ink322.xml"/><Relationship Id="rId210" Type="http://schemas.openxmlformats.org/officeDocument/2006/relationships/customXml" Target="../ink/ink337.xml"/><Relationship Id="rId215" Type="http://schemas.openxmlformats.org/officeDocument/2006/relationships/image" Target="../media/image362.png"/><Relationship Id="rId236" Type="http://schemas.openxmlformats.org/officeDocument/2006/relationships/customXml" Target="../ink/ink350.xml"/><Relationship Id="rId26" Type="http://schemas.openxmlformats.org/officeDocument/2006/relationships/customXml" Target="../ink/ink245.xml"/><Relationship Id="rId231" Type="http://schemas.openxmlformats.org/officeDocument/2006/relationships/image" Target="../media/image370.png"/><Relationship Id="rId47" Type="http://schemas.openxmlformats.org/officeDocument/2006/relationships/image" Target="../media/image278.png"/><Relationship Id="rId68" Type="http://schemas.openxmlformats.org/officeDocument/2006/relationships/customXml" Target="../ink/ink266.xml"/><Relationship Id="rId89" Type="http://schemas.openxmlformats.org/officeDocument/2006/relationships/image" Target="../media/image299.png"/><Relationship Id="rId112" Type="http://schemas.openxmlformats.org/officeDocument/2006/relationships/customXml" Target="../ink/ink288.xml"/><Relationship Id="rId133" Type="http://schemas.openxmlformats.org/officeDocument/2006/relationships/image" Target="../media/image321.png"/><Relationship Id="rId154" Type="http://schemas.openxmlformats.org/officeDocument/2006/relationships/customXml" Target="../ink/ink309.xml"/><Relationship Id="rId175" Type="http://schemas.openxmlformats.org/officeDocument/2006/relationships/image" Target="../media/image342.png"/><Relationship Id="rId196" Type="http://schemas.openxmlformats.org/officeDocument/2006/relationships/customXml" Target="../ink/ink330.xml"/><Relationship Id="rId200" Type="http://schemas.openxmlformats.org/officeDocument/2006/relationships/customXml" Target="../ink/ink332.xml"/><Relationship Id="rId16" Type="http://schemas.openxmlformats.org/officeDocument/2006/relationships/customXml" Target="../ink/ink240.xml"/><Relationship Id="rId221" Type="http://schemas.openxmlformats.org/officeDocument/2006/relationships/image" Target="../media/image365.png"/><Relationship Id="rId242" Type="http://schemas.openxmlformats.org/officeDocument/2006/relationships/customXml" Target="../ink/ink353.xml"/><Relationship Id="rId37" Type="http://schemas.openxmlformats.org/officeDocument/2006/relationships/image" Target="../media/image273.png"/><Relationship Id="rId58" Type="http://schemas.openxmlformats.org/officeDocument/2006/relationships/customXml" Target="../ink/ink261.xml"/><Relationship Id="rId79" Type="http://schemas.openxmlformats.org/officeDocument/2006/relationships/image" Target="../media/image294.png"/><Relationship Id="rId102" Type="http://schemas.openxmlformats.org/officeDocument/2006/relationships/customXml" Target="../ink/ink283.xml"/><Relationship Id="rId123" Type="http://schemas.openxmlformats.org/officeDocument/2006/relationships/image" Target="../media/image316.png"/><Relationship Id="rId144" Type="http://schemas.openxmlformats.org/officeDocument/2006/relationships/customXml" Target="../ink/ink304.xml"/><Relationship Id="rId90" Type="http://schemas.openxmlformats.org/officeDocument/2006/relationships/customXml" Target="../ink/ink277.xml"/><Relationship Id="rId165" Type="http://schemas.openxmlformats.org/officeDocument/2006/relationships/image" Target="../media/image337.png"/><Relationship Id="rId186" Type="http://schemas.openxmlformats.org/officeDocument/2006/relationships/customXml" Target="../ink/ink325.xml"/><Relationship Id="rId211" Type="http://schemas.openxmlformats.org/officeDocument/2006/relationships/image" Target="../media/image360.png"/><Relationship Id="rId232" Type="http://schemas.openxmlformats.org/officeDocument/2006/relationships/customXml" Target="../ink/ink348.xml"/><Relationship Id="rId27" Type="http://schemas.openxmlformats.org/officeDocument/2006/relationships/image" Target="../media/image268.png"/><Relationship Id="rId48" Type="http://schemas.openxmlformats.org/officeDocument/2006/relationships/customXml" Target="../ink/ink256.xml"/><Relationship Id="rId69" Type="http://schemas.openxmlformats.org/officeDocument/2006/relationships/image" Target="../media/image289.png"/><Relationship Id="rId113" Type="http://schemas.openxmlformats.org/officeDocument/2006/relationships/image" Target="../media/image311.png"/><Relationship Id="rId134" Type="http://schemas.openxmlformats.org/officeDocument/2006/relationships/customXml" Target="../ink/ink299.xml"/><Relationship Id="rId80" Type="http://schemas.openxmlformats.org/officeDocument/2006/relationships/customXml" Target="../ink/ink272.xml"/><Relationship Id="rId155" Type="http://schemas.openxmlformats.org/officeDocument/2006/relationships/image" Target="../media/image332.png"/><Relationship Id="rId176" Type="http://schemas.openxmlformats.org/officeDocument/2006/relationships/customXml" Target="../ink/ink320.xml"/><Relationship Id="rId197" Type="http://schemas.openxmlformats.org/officeDocument/2006/relationships/image" Target="../media/image353.png"/><Relationship Id="rId201" Type="http://schemas.openxmlformats.org/officeDocument/2006/relationships/image" Target="../media/image355.png"/><Relationship Id="rId222" Type="http://schemas.openxmlformats.org/officeDocument/2006/relationships/customXml" Target="../ink/ink343.xml"/><Relationship Id="rId243" Type="http://schemas.openxmlformats.org/officeDocument/2006/relationships/image" Target="../media/image376.png"/><Relationship Id="rId17" Type="http://schemas.openxmlformats.org/officeDocument/2006/relationships/image" Target="../media/image263.png"/><Relationship Id="rId38" Type="http://schemas.openxmlformats.org/officeDocument/2006/relationships/customXml" Target="../ink/ink251.xml"/><Relationship Id="rId59" Type="http://schemas.openxmlformats.org/officeDocument/2006/relationships/image" Target="../media/image284.png"/><Relationship Id="rId103" Type="http://schemas.openxmlformats.org/officeDocument/2006/relationships/image" Target="../media/image306.png"/><Relationship Id="rId124" Type="http://schemas.openxmlformats.org/officeDocument/2006/relationships/customXml" Target="../ink/ink294.xml"/><Relationship Id="rId70" Type="http://schemas.openxmlformats.org/officeDocument/2006/relationships/customXml" Target="../ink/ink267.xml"/><Relationship Id="rId91" Type="http://schemas.openxmlformats.org/officeDocument/2006/relationships/image" Target="../media/image300.png"/><Relationship Id="rId145" Type="http://schemas.openxmlformats.org/officeDocument/2006/relationships/image" Target="../media/image327.png"/><Relationship Id="rId166" Type="http://schemas.openxmlformats.org/officeDocument/2006/relationships/customXml" Target="../ink/ink315.xml"/><Relationship Id="rId187" Type="http://schemas.openxmlformats.org/officeDocument/2006/relationships/image" Target="../media/image348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338.xml"/><Relationship Id="rId233" Type="http://schemas.openxmlformats.org/officeDocument/2006/relationships/image" Target="../media/image371.png"/><Relationship Id="rId28" Type="http://schemas.openxmlformats.org/officeDocument/2006/relationships/customXml" Target="../ink/ink246.xml"/><Relationship Id="rId49" Type="http://schemas.openxmlformats.org/officeDocument/2006/relationships/image" Target="../media/image279.png"/><Relationship Id="rId114" Type="http://schemas.openxmlformats.org/officeDocument/2006/relationships/customXml" Target="../ink/ink289.xml"/><Relationship Id="rId60" Type="http://schemas.openxmlformats.org/officeDocument/2006/relationships/customXml" Target="../ink/ink262.xml"/><Relationship Id="rId81" Type="http://schemas.openxmlformats.org/officeDocument/2006/relationships/image" Target="../media/image295.png"/><Relationship Id="rId135" Type="http://schemas.openxmlformats.org/officeDocument/2006/relationships/image" Target="../media/image322.png"/><Relationship Id="rId156" Type="http://schemas.openxmlformats.org/officeDocument/2006/relationships/customXml" Target="../ink/ink310.xml"/><Relationship Id="rId177" Type="http://schemas.openxmlformats.org/officeDocument/2006/relationships/image" Target="../media/image343.png"/><Relationship Id="rId198" Type="http://schemas.openxmlformats.org/officeDocument/2006/relationships/customXml" Target="../ink/ink331.xml"/><Relationship Id="rId202" Type="http://schemas.openxmlformats.org/officeDocument/2006/relationships/customXml" Target="../ink/ink333.xml"/><Relationship Id="rId223" Type="http://schemas.openxmlformats.org/officeDocument/2006/relationships/image" Target="../media/image366.png"/><Relationship Id="rId18" Type="http://schemas.openxmlformats.org/officeDocument/2006/relationships/customXml" Target="../ink/ink241.xml"/><Relationship Id="rId39" Type="http://schemas.openxmlformats.org/officeDocument/2006/relationships/image" Target="../media/image274.png"/><Relationship Id="rId50" Type="http://schemas.openxmlformats.org/officeDocument/2006/relationships/customXml" Target="../ink/ink257.xml"/><Relationship Id="rId104" Type="http://schemas.openxmlformats.org/officeDocument/2006/relationships/customXml" Target="../ink/ink284.xml"/><Relationship Id="rId125" Type="http://schemas.openxmlformats.org/officeDocument/2006/relationships/image" Target="../media/image317.png"/><Relationship Id="rId146" Type="http://schemas.openxmlformats.org/officeDocument/2006/relationships/customXml" Target="../ink/ink305.xml"/><Relationship Id="rId167" Type="http://schemas.openxmlformats.org/officeDocument/2006/relationships/image" Target="../media/image338.png"/><Relationship Id="rId188" Type="http://schemas.openxmlformats.org/officeDocument/2006/relationships/customXml" Target="../ink/ink326.xml"/><Relationship Id="rId71" Type="http://schemas.openxmlformats.org/officeDocument/2006/relationships/image" Target="../media/image290.png"/><Relationship Id="rId92" Type="http://schemas.openxmlformats.org/officeDocument/2006/relationships/customXml" Target="../ink/ink278.xml"/><Relationship Id="rId213" Type="http://schemas.openxmlformats.org/officeDocument/2006/relationships/image" Target="../media/image361.png"/><Relationship Id="rId234" Type="http://schemas.openxmlformats.org/officeDocument/2006/relationships/customXml" Target="../ink/ink349.xml"/><Relationship Id="rId2" Type="http://schemas.openxmlformats.org/officeDocument/2006/relationships/customXml" Target="../ink/ink233.xml"/><Relationship Id="rId29" Type="http://schemas.openxmlformats.org/officeDocument/2006/relationships/image" Target="../media/image269.png"/><Relationship Id="rId40" Type="http://schemas.openxmlformats.org/officeDocument/2006/relationships/customXml" Target="../ink/ink252.xml"/><Relationship Id="rId115" Type="http://schemas.openxmlformats.org/officeDocument/2006/relationships/image" Target="../media/image312.png"/><Relationship Id="rId136" Type="http://schemas.openxmlformats.org/officeDocument/2006/relationships/customXml" Target="../ink/ink300.xml"/><Relationship Id="rId157" Type="http://schemas.openxmlformats.org/officeDocument/2006/relationships/image" Target="../media/image333.png"/><Relationship Id="rId178" Type="http://schemas.openxmlformats.org/officeDocument/2006/relationships/customXml" Target="../ink/ink321.xml"/><Relationship Id="rId61" Type="http://schemas.openxmlformats.org/officeDocument/2006/relationships/image" Target="../media/image285.png"/><Relationship Id="rId82" Type="http://schemas.openxmlformats.org/officeDocument/2006/relationships/customXml" Target="../ink/ink273.xml"/><Relationship Id="rId199" Type="http://schemas.openxmlformats.org/officeDocument/2006/relationships/image" Target="../media/image354.png"/><Relationship Id="rId203" Type="http://schemas.openxmlformats.org/officeDocument/2006/relationships/image" Target="../media/image356.png"/><Relationship Id="rId19" Type="http://schemas.openxmlformats.org/officeDocument/2006/relationships/image" Target="../media/image264.png"/><Relationship Id="rId224" Type="http://schemas.openxmlformats.org/officeDocument/2006/relationships/customXml" Target="../ink/ink344.xml"/><Relationship Id="rId30" Type="http://schemas.openxmlformats.org/officeDocument/2006/relationships/customXml" Target="../ink/ink247.xml"/><Relationship Id="rId105" Type="http://schemas.openxmlformats.org/officeDocument/2006/relationships/image" Target="../media/image307.png"/><Relationship Id="rId126" Type="http://schemas.openxmlformats.org/officeDocument/2006/relationships/customXml" Target="../ink/ink295.xml"/><Relationship Id="rId147" Type="http://schemas.openxmlformats.org/officeDocument/2006/relationships/image" Target="../media/image328.png"/><Relationship Id="rId168" Type="http://schemas.openxmlformats.org/officeDocument/2006/relationships/customXml" Target="../ink/ink316.xml"/><Relationship Id="rId51" Type="http://schemas.openxmlformats.org/officeDocument/2006/relationships/image" Target="../media/image280.png"/><Relationship Id="rId72" Type="http://schemas.openxmlformats.org/officeDocument/2006/relationships/customXml" Target="../ink/ink268.xml"/><Relationship Id="rId93" Type="http://schemas.openxmlformats.org/officeDocument/2006/relationships/image" Target="../media/image301.png"/><Relationship Id="rId189" Type="http://schemas.openxmlformats.org/officeDocument/2006/relationships/image" Target="../media/image349.png"/><Relationship Id="rId3" Type="http://schemas.openxmlformats.org/officeDocument/2006/relationships/image" Target="../media/image256.png"/><Relationship Id="rId214" Type="http://schemas.openxmlformats.org/officeDocument/2006/relationships/customXml" Target="../ink/ink339.xml"/><Relationship Id="rId235" Type="http://schemas.openxmlformats.org/officeDocument/2006/relationships/image" Target="../media/image372.png"/><Relationship Id="rId116" Type="http://schemas.openxmlformats.org/officeDocument/2006/relationships/customXml" Target="../ink/ink290.xml"/><Relationship Id="rId137" Type="http://schemas.openxmlformats.org/officeDocument/2006/relationships/image" Target="../media/image323.png"/><Relationship Id="rId158" Type="http://schemas.openxmlformats.org/officeDocument/2006/relationships/customXml" Target="../ink/ink311.xml"/><Relationship Id="rId20" Type="http://schemas.openxmlformats.org/officeDocument/2006/relationships/customXml" Target="../ink/ink242.xml"/><Relationship Id="rId41" Type="http://schemas.openxmlformats.org/officeDocument/2006/relationships/image" Target="../media/image275.png"/><Relationship Id="rId62" Type="http://schemas.openxmlformats.org/officeDocument/2006/relationships/customXml" Target="../ink/ink263.xml"/><Relationship Id="rId83" Type="http://schemas.openxmlformats.org/officeDocument/2006/relationships/image" Target="../media/image296.png"/><Relationship Id="rId179" Type="http://schemas.openxmlformats.org/officeDocument/2006/relationships/image" Target="../media/image344.png"/><Relationship Id="rId190" Type="http://schemas.openxmlformats.org/officeDocument/2006/relationships/customXml" Target="../ink/ink327.xml"/><Relationship Id="rId204" Type="http://schemas.openxmlformats.org/officeDocument/2006/relationships/customXml" Target="../ink/ink334.xml"/><Relationship Id="rId225" Type="http://schemas.openxmlformats.org/officeDocument/2006/relationships/image" Target="../media/image36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6.xml"/><Relationship Id="rId13" Type="http://schemas.openxmlformats.org/officeDocument/2006/relationships/image" Target="../media/image382.png"/><Relationship Id="rId18" Type="http://schemas.openxmlformats.org/officeDocument/2006/relationships/customXml" Target="../ink/ink361.xml"/><Relationship Id="rId3" Type="http://schemas.openxmlformats.org/officeDocument/2006/relationships/image" Target="../media/image81.png"/><Relationship Id="rId21" Type="http://schemas.openxmlformats.org/officeDocument/2006/relationships/image" Target="../media/image386.png"/><Relationship Id="rId7" Type="http://schemas.openxmlformats.org/officeDocument/2006/relationships/image" Target="../media/image379.png"/><Relationship Id="rId12" Type="http://schemas.openxmlformats.org/officeDocument/2006/relationships/customXml" Target="../ink/ink358.xml"/><Relationship Id="rId17" Type="http://schemas.openxmlformats.org/officeDocument/2006/relationships/image" Target="../media/image384.png"/><Relationship Id="rId2" Type="http://schemas.openxmlformats.org/officeDocument/2006/relationships/hyperlink" Target="http://www.moserware.com/2009/09/stick-figure-guide-to-advanced.html" TargetMode="External"/><Relationship Id="rId16" Type="http://schemas.openxmlformats.org/officeDocument/2006/relationships/customXml" Target="../ink/ink360.xml"/><Relationship Id="rId20" Type="http://schemas.openxmlformats.org/officeDocument/2006/relationships/customXml" Target="../ink/ink362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55.xml"/><Relationship Id="rId11" Type="http://schemas.openxmlformats.org/officeDocument/2006/relationships/image" Target="../media/image381.png"/><Relationship Id="rId5" Type="http://schemas.openxmlformats.org/officeDocument/2006/relationships/image" Target="../media/image378.png"/><Relationship Id="rId15" Type="http://schemas.openxmlformats.org/officeDocument/2006/relationships/image" Target="../media/image383.png"/><Relationship Id="rId10" Type="http://schemas.openxmlformats.org/officeDocument/2006/relationships/customXml" Target="../ink/ink357.xml"/><Relationship Id="rId19" Type="http://schemas.openxmlformats.org/officeDocument/2006/relationships/image" Target="../media/image385.png"/><Relationship Id="rId4" Type="http://schemas.openxmlformats.org/officeDocument/2006/relationships/customXml" Target="../ink/ink354.xml"/><Relationship Id="rId9" Type="http://schemas.openxmlformats.org/officeDocument/2006/relationships/image" Target="../media/image380.png"/><Relationship Id="rId14" Type="http://schemas.openxmlformats.org/officeDocument/2006/relationships/customXml" Target="../ink/ink35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5.png"/><Relationship Id="rId21" Type="http://schemas.openxmlformats.org/officeDocument/2006/relationships/image" Target="../media/image397.png"/><Relationship Id="rId42" Type="http://schemas.openxmlformats.org/officeDocument/2006/relationships/customXml" Target="../ink/ink383.xml"/><Relationship Id="rId63" Type="http://schemas.openxmlformats.org/officeDocument/2006/relationships/image" Target="../media/image418.png"/><Relationship Id="rId84" Type="http://schemas.openxmlformats.org/officeDocument/2006/relationships/customXml" Target="../ink/ink404.xml"/><Relationship Id="rId138" Type="http://schemas.openxmlformats.org/officeDocument/2006/relationships/customXml" Target="../ink/ink431.xml"/><Relationship Id="rId159" Type="http://schemas.openxmlformats.org/officeDocument/2006/relationships/image" Target="../media/image466.png"/><Relationship Id="rId170" Type="http://schemas.openxmlformats.org/officeDocument/2006/relationships/customXml" Target="../ink/ink447.xml"/><Relationship Id="rId107" Type="http://schemas.openxmlformats.org/officeDocument/2006/relationships/image" Target="../media/image440.png"/><Relationship Id="rId11" Type="http://schemas.openxmlformats.org/officeDocument/2006/relationships/image" Target="../media/image392.png"/><Relationship Id="rId32" Type="http://schemas.openxmlformats.org/officeDocument/2006/relationships/customXml" Target="../ink/ink378.xml"/><Relationship Id="rId53" Type="http://schemas.openxmlformats.org/officeDocument/2006/relationships/image" Target="../media/image413.png"/><Relationship Id="rId74" Type="http://schemas.openxmlformats.org/officeDocument/2006/relationships/customXml" Target="../ink/ink399.xml"/><Relationship Id="rId128" Type="http://schemas.openxmlformats.org/officeDocument/2006/relationships/customXml" Target="../ink/ink426.xml"/><Relationship Id="rId149" Type="http://schemas.openxmlformats.org/officeDocument/2006/relationships/image" Target="../media/image461.png"/><Relationship Id="rId5" Type="http://schemas.openxmlformats.org/officeDocument/2006/relationships/image" Target="../media/image389.png"/><Relationship Id="rId95" Type="http://schemas.openxmlformats.org/officeDocument/2006/relationships/image" Target="../media/image434.png"/><Relationship Id="rId160" Type="http://schemas.openxmlformats.org/officeDocument/2006/relationships/customXml" Target="../ink/ink442.xml"/><Relationship Id="rId181" Type="http://schemas.openxmlformats.org/officeDocument/2006/relationships/image" Target="../media/image477.png"/><Relationship Id="rId22" Type="http://schemas.openxmlformats.org/officeDocument/2006/relationships/customXml" Target="../ink/ink373.xml"/><Relationship Id="rId43" Type="http://schemas.openxmlformats.org/officeDocument/2006/relationships/image" Target="../media/image408.png"/><Relationship Id="rId64" Type="http://schemas.openxmlformats.org/officeDocument/2006/relationships/customXml" Target="../ink/ink394.xml"/><Relationship Id="rId118" Type="http://schemas.openxmlformats.org/officeDocument/2006/relationships/customXml" Target="../ink/ink421.xml"/><Relationship Id="rId139" Type="http://schemas.openxmlformats.org/officeDocument/2006/relationships/image" Target="../media/image456.png"/><Relationship Id="rId85" Type="http://schemas.openxmlformats.org/officeDocument/2006/relationships/image" Target="../media/image429.png"/><Relationship Id="rId150" Type="http://schemas.openxmlformats.org/officeDocument/2006/relationships/customXml" Target="../ink/ink437.xml"/><Relationship Id="rId171" Type="http://schemas.openxmlformats.org/officeDocument/2006/relationships/image" Target="../media/image472.png"/><Relationship Id="rId12" Type="http://schemas.openxmlformats.org/officeDocument/2006/relationships/customXml" Target="../ink/ink368.xml"/><Relationship Id="rId33" Type="http://schemas.openxmlformats.org/officeDocument/2006/relationships/image" Target="../media/image403.png"/><Relationship Id="rId108" Type="http://schemas.openxmlformats.org/officeDocument/2006/relationships/customXml" Target="../ink/ink416.xml"/><Relationship Id="rId129" Type="http://schemas.openxmlformats.org/officeDocument/2006/relationships/image" Target="../media/image451.png"/><Relationship Id="rId54" Type="http://schemas.openxmlformats.org/officeDocument/2006/relationships/customXml" Target="../ink/ink389.xml"/><Relationship Id="rId75" Type="http://schemas.openxmlformats.org/officeDocument/2006/relationships/image" Target="../media/image424.png"/><Relationship Id="rId96" Type="http://schemas.openxmlformats.org/officeDocument/2006/relationships/customXml" Target="../ink/ink410.xml"/><Relationship Id="rId140" Type="http://schemas.openxmlformats.org/officeDocument/2006/relationships/customXml" Target="../ink/ink432.xml"/><Relationship Id="rId161" Type="http://schemas.openxmlformats.org/officeDocument/2006/relationships/image" Target="../media/image467.png"/><Relationship Id="rId182" Type="http://schemas.openxmlformats.org/officeDocument/2006/relationships/customXml" Target="../ink/ink453.xml"/><Relationship Id="rId6" Type="http://schemas.openxmlformats.org/officeDocument/2006/relationships/customXml" Target="../ink/ink365.xml"/><Relationship Id="rId23" Type="http://schemas.openxmlformats.org/officeDocument/2006/relationships/image" Target="../media/image398.png"/><Relationship Id="rId119" Type="http://schemas.openxmlformats.org/officeDocument/2006/relationships/image" Target="../media/image446.png"/><Relationship Id="rId44" Type="http://schemas.openxmlformats.org/officeDocument/2006/relationships/customXml" Target="../ink/ink384.xml"/><Relationship Id="rId60" Type="http://schemas.openxmlformats.org/officeDocument/2006/relationships/customXml" Target="../ink/ink392.xml"/><Relationship Id="rId65" Type="http://schemas.openxmlformats.org/officeDocument/2006/relationships/image" Target="../media/image419.png"/><Relationship Id="rId81" Type="http://schemas.openxmlformats.org/officeDocument/2006/relationships/image" Target="../media/image427.png"/><Relationship Id="rId86" Type="http://schemas.openxmlformats.org/officeDocument/2006/relationships/customXml" Target="../ink/ink405.xml"/><Relationship Id="rId130" Type="http://schemas.openxmlformats.org/officeDocument/2006/relationships/customXml" Target="../ink/ink427.xml"/><Relationship Id="rId135" Type="http://schemas.openxmlformats.org/officeDocument/2006/relationships/image" Target="../media/image454.png"/><Relationship Id="rId151" Type="http://schemas.openxmlformats.org/officeDocument/2006/relationships/image" Target="../media/image462.png"/><Relationship Id="rId156" Type="http://schemas.openxmlformats.org/officeDocument/2006/relationships/customXml" Target="../ink/ink440.xml"/><Relationship Id="rId177" Type="http://schemas.openxmlformats.org/officeDocument/2006/relationships/image" Target="../media/image475.png"/><Relationship Id="rId172" Type="http://schemas.openxmlformats.org/officeDocument/2006/relationships/customXml" Target="../ink/ink448.xml"/><Relationship Id="rId13" Type="http://schemas.openxmlformats.org/officeDocument/2006/relationships/image" Target="../media/image393.png"/><Relationship Id="rId18" Type="http://schemas.openxmlformats.org/officeDocument/2006/relationships/customXml" Target="../ink/ink371.xml"/><Relationship Id="rId39" Type="http://schemas.openxmlformats.org/officeDocument/2006/relationships/image" Target="../media/image406.png"/><Relationship Id="rId109" Type="http://schemas.openxmlformats.org/officeDocument/2006/relationships/image" Target="../media/image441.png"/><Relationship Id="rId34" Type="http://schemas.openxmlformats.org/officeDocument/2006/relationships/customXml" Target="../ink/ink379.xml"/><Relationship Id="rId50" Type="http://schemas.openxmlformats.org/officeDocument/2006/relationships/customXml" Target="../ink/ink387.xml"/><Relationship Id="rId55" Type="http://schemas.openxmlformats.org/officeDocument/2006/relationships/image" Target="../media/image414.png"/><Relationship Id="rId76" Type="http://schemas.openxmlformats.org/officeDocument/2006/relationships/customXml" Target="../ink/ink400.xml"/><Relationship Id="rId97" Type="http://schemas.openxmlformats.org/officeDocument/2006/relationships/image" Target="../media/image435.png"/><Relationship Id="rId104" Type="http://schemas.openxmlformats.org/officeDocument/2006/relationships/customXml" Target="../ink/ink414.xml"/><Relationship Id="rId120" Type="http://schemas.openxmlformats.org/officeDocument/2006/relationships/customXml" Target="../ink/ink422.xml"/><Relationship Id="rId125" Type="http://schemas.openxmlformats.org/officeDocument/2006/relationships/image" Target="../media/image449.png"/><Relationship Id="rId141" Type="http://schemas.openxmlformats.org/officeDocument/2006/relationships/image" Target="../media/image457.png"/><Relationship Id="rId146" Type="http://schemas.openxmlformats.org/officeDocument/2006/relationships/customXml" Target="../ink/ink435.xml"/><Relationship Id="rId167" Type="http://schemas.openxmlformats.org/officeDocument/2006/relationships/image" Target="../media/image470.png"/><Relationship Id="rId7" Type="http://schemas.openxmlformats.org/officeDocument/2006/relationships/image" Target="../media/image390.png"/><Relationship Id="rId71" Type="http://schemas.openxmlformats.org/officeDocument/2006/relationships/image" Target="../media/image422.png"/><Relationship Id="rId92" Type="http://schemas.openxmlformats.org/officeDocument/2006/relationships/customXml" Target="../ink/ink408.xml"/><Relationship Id="rId162" Type="http://schemas.openxmlformats.org/officeDocument/2006/relationships/customXml" Target="../ink/ink443.xml"/><Relationship Id="rId183" Type="http://schemas.openxmlformats.org/officeDocument/2006/relationships/image" Target="../media/image478.png"/><Relationship Id="rId2" Type="http://schemas.openxmlformats.org/officeDocument/2006/relationships/customXml" Target="../ink/ink363.xml"/><Relationship Id="rId29" Type="http://schemas.openxmlformats.org/officeDocument/2006/relationships/image" Target="../media/image401.png"/><Relationship Id="rId24" Type="http://schemas.openxmlformats.org/officeDocument/2006/relationships/customXml" Target="../ink/ink374.xml"/><Relationship Id="rId40" Type="http://schemas.openxmlformats.org/officeDocument/2006/relationships/customXml" Target="../ink/ink382.xml"/><Relationship Id="rId45" Type="http://schemas.openxmlformats.org/officeDocument/2006/relationships/image" Target="../media/image409.png"/><Relationship Id="rId66" Type="http://schemas.openxmlformats.org/officeDocument/2006/relationships/customXml" Target="../ink/ink395.xml"/><Relationship Id="rId87" Type="http://schemas.openxmlformats.org/officeDocument/2006/relationships/image" Target="../media/image430.png"/><Relationship Id="rId110" Type="http://schemas.openxmlformats.org/officeDocument/2006/relationships/customXml" Target="../ink/ink417.xml"/><Relationship Id="rId115" Type="http://schemas.openxmlformats.org/officeDocument/2006/relationships/image" Target="../media/image444.png"/><Relationship Id="rId131" Type="http://schemas.openxmlformats.org/officeDocument/2006/relationships/image" Target="../media/image452.png"/><Relationship Id="rId136" Type="http://schemas.openxmlformats.org/officeDocument/2006/relationships/customXml" Target="../ink/ink430.xml"/><Relationship Id="rId157" Type="http://schemas.openxmlformats.org/officeDocument/2006/relationships/image" Target="../media/image465.png"/><Relationship Id="rId178" Type="http://schemas.openxmlformats.org/officeDocument/2006/relationships/customXml" Target="../ink/ink451.xml"/><Relationship Id="rId61" Type="http://schemas.openxmlformats.org/officeDocument/2006/relationships/image" Target="../media/image417.png"/><Relationship Id="rId82" Type="http://schemas.openxmlformats.org/officeDocument/2006/relationships/customXml" Target="../ink/ink403.xml"/><Relationship Id="rId152" Type="http://schemas.openxmlformats.org/officeDocument/2006/relationships/customXml" Target="../ink/ink438.xml"/><Relationship Id="rId173" Type="http://schemas.openxmlformats.org/officeDocument/2006/relationships/image" Target="../media/image473.png"/><Relationship Id="rId19" Type="http://schemas.openxmlformats.org/officeDocument/2006/relationships/image" Target="../media/image396.png"/><Relationship Id="rId14" Type="http://schemas.openxmlformats.org/officeDocument/2006/relationships/customXml" Target="../ink/ink369.xml"/><Relationship Id="rId30" Type="http://schemas.openxmlformats.org/officeDocument/2006/relationships/customXml" Target="../ink/ink377.xml"/><Relationship Id="rId35" Type="http://schemas.openxmlformats.org/officeDocument/2006/relationships/image" Target="../media/image404.png"/><Relationship Id="rId56" Type="http://schemas.openxmlformats.org/officeDocument/2006/relationships/customXml" Target="../ink/ink390.xml"/><Relationship Id="rId77" Type="http://schemas.openxmlformats.org/officeDocument/2006/relationships/image" Target="../media/image425.png"/><Relationship Id="rId100" Type="http://schemas.openxmlformats.org/officeDocument/2006/relationships/customXml" Target="../ink/ink412.xml"/><Relationship Id="rId105" Type="http://schemas.openxmlformats.org/officeDocument/2006/relationships/image" Target="../media/image439.png"/><Relationship Id="rId126" Type="http://schemas.openxmlformats.org/officeDocument/2006/relationships/customXml" Target="../ink/ink425.xml"/><Relationship Id="rId147" Type="http://schemas.openxmlformats.org/officeDocument/2006/relationships/image" Target="../media/image460.png"/><Relationship Id="rId168" Type="http://schemas.openxmlformats.org/officeDocument/2006/relationships/customXml" Target="../ink/ink446.xml"/><Relationship Id="rId8" Type="http://schemas.openxmlformats.org/officeDocument/2006/relationships/customXml" Target="../ink/ink366.xml"/><Relationship Id="rId51" Type="http://schemas.openxmlformats.org/officeDocument/2006/relationships/image" Target="../media/image412.png"/><Relationship Id="rId72" Type="http://schemas.openxmlformats.org/officeDocument/2006/relationships/customXml" Target="../ink/ink398.xml"/><Relationship Id="rId93" Type="http://schemas.openxmlformats.org/officeDocument/2006/relationships/image" Target="../media/image433.png"/><Relationship Id="rId98" Type="http://schemas.openxmlformats.org/officeDocument/2006/relationships/customXml" Target="../ink/ink411.xml"/><Relationship Id="rId121" Type="http://schemas.openxmlformats.org/officeDocument/2006/relationships/image" Target="../media/image447.png"/><Relationship Id="rId142" Type="http://schemas.openxmlformats.org/officeDocument/2006/relationships/customXml" Target="../ink/ink433.xml"/><Relationship Id="rId163" Type="http://schemas.openxmlformats.org/officeDocument/2006/relationships/image" Target="../media/image468.png"/><Relationship Id="rId3" Type="http://schemas.openxmlformats.org/officeDocument/2006/relationships/image" Target="../media/image388.png"/><Relationship Id="rId25" Type="http://schemas.openxmlformats.org/officeDocument/2006/relationships/image" Target="../media/image399.png"/><Relationship Id="rId46" Type="http://schemas.openxmlformats.org/officeDocument/2006/relationships/customXml" Target="../ink/ink385.xml"/><Relationship Id="rId67" Type="http://schemas.openxmlformats.org/officeDocument/2006/relationships/image" Target="../media/image420.png"/><Relationship Id="rId116" Type="http://schemas.openxmlformats.org/officeDocument/2006/relationships/customXml" Target="../ink/ink420.xml"/><Relationship Id="rId137" Type="http://schemas.openxmlformats.org/officeDocument/2006/relationships/image" Target="../media/image455.png"/><Relationship Id="rId158" Type="http://schemas.openxmlformats.org/officeDocument/2006/relationships/customXml" Target="../ink/ink441.xml"/><Relationship Id="rId20" Type="http://schemas.openxmlformats.org/officeDocument/2006/relationships/customXml" Target="../ink/ink372.xml"/><Relationship Id="rId41" Type="http://schemas.openxmlformats.org/officeDocument/2006/relationships/image" Target="../media/image407.png"/><Relationship Id="rId62" Type="http://schemas.openxmlformats.org/officeDocument/2006/relationships/customXml" Target="../ink/ink393.xml"/><Relationship Id="rId83" Type="http://schemas.openxmlformats.org/officeDocument/2006/relationships/image" Target="../media/image428.png"/><Relationship Id="rId88" Type="http://schemas.openxmlformats.org/officeDocument/2006/relationships/customXml" Target="../ink/ink406.xml"/><Relationship Id="rId111" Type="http://schemas.openxmlformats.org/officeDocument/2006/relationships/image" Target="../media/image442.png"/><Relationship Id="rId132" Type="http://schemas.openxmlformats.org/officeDocument/2006/relationships/customXml" Target="../ink/ink428.xml"/><Relationship Id="rId153" Type="http://schemas.openxmlformats.org/officeDocument/2006/relationships/image" Target="../media/image463.png"/><Relationship Id="rId174" Type="http://schemas.openxmlformats.org/officeDocument/2006/relationships/customXml" Target="../ink/ink449.xml"/><Relationship Id="rId179" Type="http://schemas.openxmlformats.org/officeDocument/2006/relationships/image" Target="../media/image476.png"/><Relationship Id="rId15" Type="http://schemas.openxmlformats.org/officeDocument/2006/relationships/image" Target="../media/image394.png"/><Relationship Id="rId36" Type="http://schemas.openxmlformats.org/officeDocument/2006/relationships/customXml" Target="../ink/ink380.xml"/><Relationship Id="rId57" Type="http://schemas.openxmlformats.org/officeDocument/2006/relationships/image" Target="../media/image415.png"/><Relationship Id="rId106" Type="http://schemas.openxmlformats.org/officeDocument/2006/relationships/customXml" Target="../ink/ink415.xml"/><Relationship Id="rId127" Type="http://schemas.openxmlformats.org/officeDocument/2006/relationships/image" Target="../media/image450.png"/><Relationship Id="rId10" Type="http://schemas.openxmlformats.org/officeDocument/2006/relationships/customXml" Target="../ink/ink367.xml"/><Relationship Id="rId31" Type="http://schemas.openxmlformats.org/officeDocument/2006/relationships/image" Target="../media/image402.png"/><Relationship Id="rId52" Type="http://schemas.openxmlformats.org/officeDocument/2006/relationships/customXml" Target="../ink/ink388.xml"/><Relationship Id="rId73" Type="http://schemas.openxmlformats.org/officeDocument/2006/relationships/image" Target="../media/image423.png"/><Relationship Id="rId78" Type="http://schemas.openxmlformats.org/officeDocument/2006/relationships/customXml" Target="../ink/ink401.xml"/><Relationship Id="rId94" Type="http://schemas.openxmlformats.org/officeDocument/2006/relationships/customXml" Target="../ink/ink409.xml"/><Relationship Id="rId99" Type="http://schemas.openxmlformats.org/officeDocument/2006/relationships/image" Target="../media/image436.png"/><Relationship Id="rId101" Type="http://schemas.openxmlformats.org/officeDocument/2006/relationships/image" Target="../media/image437.png"/><Relationship Id="rId122" Type="http://schemas.openxmlformats.org/officeDocument/2006/relationships/customXml" Target="../ink/ink423.xml"/><Relationship Id="rId143" Type="http://schemas.openxmlformats.org/officeDocument/2006/relationships/image" Target="../media/image458.png"/><Relationship Id="rId148" Type="http://schemas.openxmlformats.org/officeDocument/2006/relationships/customXml" Target="../ink/ink436.xml"/><Relationship Id="rId164" Type="http://schemas.openxmlformats.org/officeDocument/2006/relationships/customXml" Target="../ink/ink444.xml"/><Relationship Id="rId169" Type="http://schemas.openxmlformats.org/officeDocument/2006/relationships/image" Target="../media/image471.png"/><Relationship Id="rId4" Type="http://schemas.openxmlformats.org/officeDocument/2006/relationships/customXml" Target="../ink/ink364.xml"/><Relationship Id="rId9" Type="http://schemas.openxmlformats.org/officeDocument/2006/relationships/image" Target="../media/image391.png"/><Relationship Id="rId180" Type="http://schemas.openxmlformats.org/officeDocument/2006/relationships/customXml" Target="../ink/ink452.xml"/><Relationship Id="rId26" Type="http://schemas.openxmlformats.org/officeDocument/2006/relationships/customXml" Target="../ink/ink375.xml"/><Relationship Id="rId47" Type="http://schemas.openxmlformats.org/officeDocument/2006/relationships/image" Target="../media/image410.png"/><Relationship Id="rId68" Type="http://schemas.openxmlformats.org/officeDocument/2006/relationships/customXml" Target="../ink/ink396.xml"/><Relationship Id="rId89" Type="http://schemas.openxmlformats.org/officeDocument/2006/relationships/image" Target="../media/image431.png"/><Relationship Id="rId112" Type="http://schemas.openxmlformats.org/officeDocument/2006/relationships/customXml" Target="../ink/ink418.xml"/><Relationship Id="rId133" Type="http://schemas.openxmlformats.org/officeDocument/2006/relationships/image" Target="../media/image453.png"/><Relationship Id="rId154" Type="http://schemas.openxmlformats.org/officeDocument/2006/relationships/customXml" Target="../ink/ink439.xml"/><Relationship Id="rId175" Type="http://schemas.openxmlformats.org/officeDocument/2006/relationships/image" Target="../media/image474.png"/><Relationship Id="rId16" Type="http://schemas.openxmlformats.org/officeDocument/2006/relationships/customXml" Target="../ink/ink370.xml"/><Relationship Id="rId37" Type="http://schemas.openxmlformats.org/officeDocument/2006/relationships/image" Target="../media/image405.png"/><Relationship Id="rId58" Type="http://schemas.openxmlformats.org/officeDocument/2006/relationships/customXml" Target="../ink/ink391.xml"/><Relationship Id="rId79" Type="http://schemas.openxmlformats.org/officeDocument/2006/relationships/image" Target="../media/image426.png"/><Relationship Id="rId102" Type="http://schemas.openxmlformats.org/officeDocument/2006/relationships/customXml" Target="../ink/ink413.xml"/><Relationship Id="rId123" Type="http://schemas.openxmlformats.org/officeDocument/2006/relationships/image" Target="../media/image448.png"/><Relationship Id="rId144" Type="http://schemas.openxmlformats.org/officeDocument/2006/relationships/customXml" Target="../ink/ink434.xml"/><Relationship Id="rId90" Type="http://schemas.openxmlformats.org/officeDocument/2006/relationships/customXml" Target="../ink/ink407.xml"/><Relationship Id="rId165" Type="http://schemas.openxmlformats.org/officeDocument/2006/relationships/image" Target="../media/image469.png"/><Relationship Id="rId27" Type="http://schemas.openxmlformats.org/officeDocument/2006/relationships/image" Target="../media/image400.png"/><Relationship Id="rId48" Type="http://schemas.openxmlformats.org/officeDocument/2006/relationships/customXml" Target="../ink/ink386.xml"/><Relationship Id="rId69" Type="http://schemas.openxmlformats.org/officeDocument/2006/relationships/image" Target="../media/image421.png"/><Relationship Id="rId113" Type="http://schemas.openxmlformats.org/officeDocument/2006/relationships/image" Target="../media/image443.png"/><Relationship Id="rId134" Type="http://schemas.openxmlformats.org/officeDocument/2006/relationships/customXml" Target="../ink/ink429.xml"/><Relationship Id="rId80" Type="http://schemas.openxmlformats.org/officeDocument/2006/relationships/customXml" Target="../ink/ink402.xml"/><Relationship Id="rId155" Type="http://schemas.openxmlformats.org/officeDocument/2006/relationships/image" Target="../media/image464.png"/><Relationship Id="rId176" Type="http://schemas.openxmlformats.org/officeDocument/2006/relationships/customXml" Target="../ink/ink450.xml"/><Relationship Id="rId17" Type="http://schemas.openxmlformats.org/officeDocument/2006/relationships/image" Target="../media/image395.png"/><Relationship Id="rId38" Type="http://schemas.openxmlformats.org/officeDocument/2006/relationships/customXml" Target="../ink/ink381.xml"/><Relationship Id="rId59" Type="http://schemas.openxmlformats.org/officeDocument/2006/relationships/image" Target="../media/image416.png"/><Relationship Id="rId103" Type="http://schemas.openxmlformats.org/officeDocument/2006/relationships/image" Target="../media/image438.png"/><Relationship Id="rId124" Type="http://schemas.openxmlformats.org/officeDocument/2006/relationships/customXml" Target="../ink/ink424.xml"/><Relationship Id="rId70" Type="http://schemas.openxmlformats.org/officeDocument/2006/relationships/customXml" Target="../ink/ink397.xml"/><Relationship Id="rId91" Type="http://schemas.openxmlformats.org/officeDocument/2006/relationships/image" Target="../media/image432.png"/><Relationship Id="rId145" Type="http://schemas.openxmlformats.org/officeDocument/2006/relationships/image" Target="../media/image459.png"/><Relationship Id="rId166" Type="http://schemas.openxmlformats.org/officeDocument/2006/relationships/customXml" Target="../ink/ink445.xml"/><Relationship Id="rId1" Type="http://schemas.openxmlformats.org/officeDocument/2006/relationships/slideLayout" Target="../slideLayouts/slideLayout5.xml"/><Relationship Id="rId28" Type="http://schemas.openxmlformats.org/officeDocument/2006/relationships/customXml" Target="../ink/ink376.xml"/><Relationship Id="rId49" Type="http://schemas.openxmlformats.org/officeDocument/2006/relationships/image" Target="../media/image411.png"/><Relationship Id="rId114" Type="http://schemas.openxmlformats.org/officeDocument/2006/relationships/customXml" Target="../ink/ink41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png"/><Relationship Id="rId13" Type="http://schemas.openxmlformats.org/officeDocument/2006/relationships/customXml" Target="../ink/ink459.xml"/><Relationship Id="rId18" Type="http://schemas.openxmlformats.org/officeDocument/2006/relationships/image" Target="../media/image486.png"/><Relationship Id="rId26" Type="http://schemas.openxmlformats.org/officeDocument/2006/relationships/image" Target="../media/image490.png"/><Relationship Id="rId3" Type="http://schemas.openxmlformats.org/officeDocument/2006/relationships/customXml" Target="../ink/ink454.xml"/><Relationship Id="rId21" Type="http://schemas.openxmlformats.org/officeDocument/2006/relationships/customXml" Target="../ink/ink463.xml"/><Relationship Id="rId7" Type="http://schemas.openxmlformats.org/officeDocument/2006/relationships/customXml" Target="../ink/ink456.xml"/><Relationship Id="rId12" Type="http://schemas.openxmlformats.org/officeDocument/2006/relationships/image" Target="../media/image483.png"/><Relationship Id="rId17" Type="http://schemas.openxmlformats.org/officeDocument/2006/relationships/customXml" Target="../ink/ink461.xml"/><Relationship Id="rId25" Type="http://schemas.openxmlformats.org/officeDocument/2006/relationships/customXml" Target="../ink/ink465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85.png"/><Relationship Id="rId20" Type="http://schemas.openxmlformats.org/officeDocument/2006/relationships/image" Target="../media/image487.png"/><Relationship Id="rId29" Type="http://schemas.openxmlformats.org/officeDocument/2006/relationships/customXml" Target="../ink/ink46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0.png"/><Relationship Id="rId11" Type="http://schemas.openxmlformats.org/officeDocument/2006/relationships/customXml" Target="../ink/ink458.xml"/><Relationship Id="rId24" Type="http://schemas.openxmlformats.org/officeDocument/2006/relationships/image" Target="../media/image489.png"/><Relationship Id="rId5" Type="http://schemas.openxmlformats.org/officeDocument/2006/relationships/customXml" Target="../ink/ink455.xml"/><Relationship Id="rId15" Type="http://schemas.openxmlformats.org/officeDocument/2006/relationships/customXml" Target="../ink/ink460.xml"/><Relationship Id="rId23" Type="http://schemas.openxmlformats.org/officeDocument/2006/relationships/customXml" Target="../ink/ink464.xml"/><Relationship Id="rId28" Type="http://schemas.openxmlformats.org/officeDocument/2006/relationships/image" Target="../media/image491.png"/><Relationship Id="rId10" Type="http://schemas.openxmlformats.org/officeDocument/2006/relationships/image" Target="../media/image482.png"/><Relationship Id="rId19" Type="http://schemas.openxmlformats.org/officeDocument/2006/relationships/customXml" Target="../ink/ink462.xml"/><Relationship Id="rId4" Type="http://schemas.openxmlformats.org/officeDocument/2006/relationships/image" Target="../media/image479.png"/><Relationship Id="rId9" Type="http://schemas.openxmlformats.org/officeDocument/2006/relationships/customXml" Target="../ink/ink457.xml"/><Relationship Id="rId14" Type="http://schemas.openxmlformats.org/officeDocument/2006/relationships/image" Target="../media/image484.png"/><Relationship Id="rId22" Type="http://schemas.openxmlformats.org/officeDocument/2006/relationships/image" Target="../media/image488.png"/><Relationship Id="rId27" Type="http://schemas.openxmlformats.org/officeDocument/2006/relationships/customXml" Target="../ink/ink466.xml"/><Relationship Id="rId30" Type="http://schemas.openxmlformats.org/officeDocument/2006/relationships/image" Target="../media/image49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1.xml"/><Relationship Id="rId13" Type="http://schemas.openxmlformats.org/officeDocument/2006/relationships/image" Target="../media/image498.png"/><Relationship Id="rId3" Type="http://schemas.openxmlformats.org/officeDocument/2006/relationships/image" Target="../media/image493.png"/><Relationship Id="rId7" Type="http://schemas.openxmlformats.org/officeDocument/2006/relationships/image" Target="../media/image495.png"/><Relationship Id="rId12" Type="http://schemas.openxmlformats.org/officeDocument/2006/relationships/customXml" Target="../ink/ink473.xml"/><Relationship Id="rId2" Type="http://schemas.openxmlformats.org/officeDocument/2006/relationships/customXml" Target="../ink/ink468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70.xml"/><Relationship Id="rId11" Type="http://schemas.openxmlformats.org/officeDocument/2006/relationships/image" Target="../media/image497.png"/><Relationship Id="rId5" Type="http://schemas.openxmlformats.org/officeDocument/2006/relationships/image" Target="../media/image494.png"/><Relationship Id="rId10" Type="http://schemas.openxmlformats.org/officeDocument/2006/relationships/customXml" Target="../ink/ink472.xml"/><Relationship Id="rId4" Type="http://schemas.openxmlformats.org/officeDocument/2006/relationships/customXml" Target="../ink/ink469.xml"/><Relationship Id="rId9" Type="http://schemas.openxmlformats.org/officeDocument/2006/relationships/image" Target="../media/image496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10.png"/><Relationship Id="rId21" Type="http://schemas.openxmlformats.org/officeDocument/2006/relationships/customXml" Target="../ink/ink483.xml"/><Relationship Id="rId42" Type="http://schemas.openxmlformats.org/officeDocument/2006/relationships/image" Target="../media/image518.png"/><Relationship Id="rId47" Type="http://schemas.openxmlformats.org/officeDocument/2006/relationships/customXml" Target="../ink/ink496.xml"/><Relationship Id="rId63" Type="http://schemas.openxmlformats.org/officeDocument/2006/relationships/customXml" Target="../ink/ink504.xml"/><Relationship Id="rId68" Type="http://schemas.openxmlformats.org/officeDocument/2006/relationships/image" Target="../media/image531.png"/><Relationship Id="rId84" Type="http://schemas.openxmlformats.org/officeDocument/2006/relationships/image" Target="../media/image539.png"/><Relationship Id="rId89" Type="http://schemas.openxmlformats.org/officeDocument/2006/relationships/customXml" Target="../ink/ink517.xml"/><Relationship Id="rId16" Type="http://schemas.openxmlformats.org/officeDocument/2006/relationships/image" Target="../media/image505.png"/><Relationship Id="rId11" Type="http://schemas.openxmlformats.org/officeDocument/2006/relationships/customXml" Target="../ink/ink478.xml"/><Relationship Id="rId32" Type="http://schemas.openxmlformats.org/officeDocument/2006/relationships/image" Target="../media/image513.png"/><Relationship Id="rId37" Type="http://schemas.openxmlformats.org/officeDocument/2006/relationships/customXml" Target="../ink/ink491.xml"/><Relationship Id="rId53" Type="http://schemas.openxmlformats.org/officeDocument/2006/relationships/customXml" Target="../ink/ink499.xml"/><Relationship Id="rId58" Type="http://schemas.openxmlformats.org/officeDocument/2006/relationships/image" Target="../media/image526.png"/><Relationship Id="rId74" Type="http://schemas.openxmlformats.org/officeDocument/2006/relationships/image" Target="../media/image534.png"/><Relationship Id="rId79" Type="http://schemas.openxmlformats.org/officeDocument/2006/relationships/customXml" Target="../ink/ink512.xml"/><Relationship Id="rId102" Type="http://schemas.openxmlformats.org/officeDocument/2006/relationships/image" Target="../media/image548.png"/><Relationship Id="rId5" Type="http://schemas.openxmlformats.org/officeDocument/2006/relationships/customXml" Target="../ink/ink475.xml"/><Relationship Id="rId90" Type="http://schemas.openxmlformats.org/officeDocument/2006/relationships/image" Target="../media/image542.png"/><Relationship Id="rId95" Type="http://schemas.openxmlformats.org/officeDocument/2006/relationships/customXml" Target="../ink/ink520.xml"/><Relationship Id="rId22" Type="http://schemas.openxmlformats.org/officeDocument/2006/relationships/image" Target="../media/image508.png"/><Relationship Id="rId27" Type="http://schemas.openxmlformats.org/officeDocument/2006/relationships/customXml" Target="../ink/ink486.xml"/><Relationship Id="rId43" Type="http://schemas.openxmlformats.org/officeDocument/2006/relationships/customXml" Target="../ink/ink494.xml"/><Relationship Id="rId48" Type="http://schemas.openxmlformats.org/officeDocument/2006/relationships/image" Target="../media/image521.png"/><Relationship Id="rId64" Type="http://schemas.openxmlformats.org/officeDocument/2006/relationships/image" Target="../media/image529.png"/><Relationship Id="rId69" Type="http://schemas.openxmlformats.org/officeDocument/2006/relationships/customXml" Target="../ink/ink507.xml"/><Relationship Id="rId80" Type="http://schemas.openxmlformats.org/officeDocument/2006/relationships/image" Target="../media/image537.png"/><Relationship Id="rId85" Type="http://schemas.openxmlformats.org/officeDocument/2006/relationships/customXml" Target="../ink/ink515.xml"/><Relationship Id="rId12" Type="http://schemas.openxmlformats.org/officeDocument/2006/relationships/image" Target="../media/image503.png"/><Relationship Id="rId17" Type="http://schemas.openxmlformats.org/officeDocument/2006/relationships/customXml" Target="../ink/ink481.xml"/><Relationship Id="rId25" Type="http://schemas.openxmlformats.org/officeDocument/2006/relationships/customXml" Target="../ink/ink485.xml"/><Relationship Id="rId33" Type="http://schemas.openxmlformats.org/officeDocument/2006/relationships/customXml" Target="../ink/ink489.xml"/><Relationship Id="rId38" Type="http://schemas.openxmlformats.org/officeDocument/2006/relationships/image" Target="../media/image516.png"/><Relationship Id="rId46" Type="http://schemas.openxmlformats.org/officeDocument/2006/relationships/image" Target="../media/image520.png"/><Relationship Id="rId59" Type="http://schemas.openxmlformats.org/officeDocument/2006/relationships/customXml" Target="../ink/ink502.xml"/><Relationship Id="rId67" Type="http://schemas.openxmlformats.org/officeDocument/2006/relationships/customXml" Target="../ink/ink506.xml"/><Relationship Id="rId103" Type="http://schemas.openxmlformats.org/officeDocument/2006/relationships/customXml" Target="../ink/ink524.xml"/><Relationship Id="rId20" Type="http://schemas.openxmlformats.org/officeDocument/2006/relationships/image" Target="../media/image507.png"/><Relationship Id="rId41" Type="http://schemas.openxmlformats.org/officeDocument/2006/relationships/customXml" Target="../ink/ink493.xml"/><Relationship Id="rId54" Type="http://schemas.openxmlformats.org/officeDocument/2006/relationships/image" Target="../media/image524.png"/><Relationship Id="rId62" Type="http://schemas.openxmlformats.org/officeDocument/2006/relationships/image" Target="../media/image528.png"/><Relationship Id="rId70" Type="http://schemas.openxmlformats.org/officeDocument/2006/relationships/image" Target="../media/image532.png"/><Relationship Id="rId75" Type="http://schemas.openxmlformats.org/officeDocument/2006/relationships/customXml" Target="../ink/ink510.xml"/><Relationship Id="rId83" Type="http://schemas.openxmlformats.org/officeDocument/2006/relationships/customXml" Target="../ink/ink514.xml"/><Relationship Id="rId88" Type="http://schemas.openxmlformats.org/officeDocument/2006/relationships/image" Target="../media/image541.png"/><Relationship Id="rId91" Type="http://schemas.openxmlformats.org/officeDocument/2006/relationships/customXml" Target="../ink/ink518.xml"/><Relationship Id="rId96" Type="http://schemas.openxmlformats.org/officeDocument/2006/relationships/image" Target="../media/image5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0.png"/><Relationship Id="rId15" Type="http://schemas.openxmlformats.org/officeDocument/2006/relationships/customXml" Target="../ink/ink480.xml"/><Relationship Id="rId23" Type="http://schemas.openxmlformats.org/officeDocument/2006/relationships/customXml" Target="../ink/ink484.xml"/><Relationship Id="rId28" Type="http://schemas.openxmlformats.org/officeDocument/2006/relationships/image" Target="../media/image511.png"/><Relationship Id="rId36" Type="http://schemas.openxmlformats.org/officeDocument/2006/relationships/image" Target="../media/image515.png"/><Relationship Id="rId49" Type="http://schemas.openxmlformats.org/officeDocument/2006/relationships/customXml" Target="../ink/ink497.xml"/><Relationship Id="rId57" Type="http://schemas.openxmlformats.org/officeDocument/2006/relationships/customXml" Target="../ink/ink501.xml"/><Relationship Id="rId10" Type="http://schemas.openxmlformats.org/officeDocument/2006/relationships/image" Target="../media/image502.png"/><Relationship Id="rId31" Type="http://schemas.openxmlformats.org/officeDocument/2006/relationships/customXml" Target="../ink/ink488.xml"/><Relationship Id="rId44" Type="http://schemas.openxmlformats.org/officeDocument/2006/relationships/image" Target="../media/image519.png"/><Relationship Id="rId52" Type="http://schemas.openxmlformats.org/officeDocument/2006/relationships/image" Target="../media/image523.png"/><Relationship Id="rId60" Type="http://schemas.openxmlformats.org/officeDocument/2006/relationships/image" Target="../media/image527.png"/><Relationship Id="rId65" Type="http://schemas.openxmlformats.org/officeDocument/2006/relationships/customXml" Target="../ink/ink505.xml"/><Relationship Id="rId73" Type="http://schemas.openxmlformats.org/officeDocument/2006/relationships/customXml" Target="../ink/ink509.xml"/><Relationship Id="rId78" Type="http://schemas.openxmlformats.org/officeDocument/2006/relationships/image" Target="../media/image536.png"/><Relationship Id="rId81" Type="http://schemas.openxmlformats.org/officeDocument/2006/relationships/customXml" Target="../ink/ink513.xml"/><Relationship Id="rId86" Type="http://schemas.openxmlformats.org/officeDocument/2006/relationships/image" Target="../media/image540.png"/><Relationship Id="rId94" Type="http://schemas.openxmlformats.org/officeDocument/2006/relationships/image" Target="../media/image544.png"/><Relationship Id="rId99" Type="http://schemas.openxmlformats.org/officeDocument/2006/relationships/customXml" Target="../ink/ink522.xml"/><Relationship Id="rId101" Type="http://schemas.openxmlformats.org/officeDocument/2006/relationships/customXml" Target="../ink/ink523.xml"/><Relationship Id="rId4" Type="http://schemas.openxmlformats.org/officeDocument/2006/relationships/image" Target="../media/image499.png"/><Relationship Id="rId9" Type="http://schemas.openxmlformats.org/officeDocument/2006/relationships/customXml" Target="../ink/ink477.xml"/><Relationship Id="rId13" Type="http://schemas.openxmlformats.org/officeDocument/2006/relationships/customXml" Target="../ink/ink479.xml"/><Relationship Id="rId18" Type="http://schemas.openxmlformats.org/officeDocument/2006/relationships/image" Target="../media/image506.png"/><Relationship Id="rId39" Type="http://schemas.openxmlformats.org/officeDocument/2006/relationships/customXml" Target="../ink/ink492.xml"/><Relationship Id="rId34" Type="http://schemas.openxmlformats.org/officeDocument/2006/relationships/image" Target="../media/image514.png"/><Relationship Id="rId50" Type="http://schemas.openxmlformats.org/officeDocument/2006/relationships/image" Target="../media/image522.png"/><Relationship Id="rId55" Type="http://schemas.openxmlformats.org/officeDocument/2006/relationships/customXml" Target="../ink/ink500.xml"/><Relationship Id="rId76" Type="http://schemas.openxmlformats.org/officeDocument/2006/relationships/image" Target="../media/image535.png"/><Relationship Id="rId97" Type="http://schemas.openxmlformats.org/officeDocument/2006/relationships/customXml" Target="../ink/ink521.xml"/><Relationship Id="rId104" Type="http://schemas.openxmlformats.org/officeDocument/2006/relationships/image" Target="../media/image549.png"/><Relationship Id="rId7" Type="http://schemas.openxmlformats.org/officeDocument/2006/relationships/customXml" Target="../ink/ink476.xml"/><Relationship Id="rId71" Type="http://schemas.openxmlformats.org/officeDocument/2006/relationships/customXml" Target="../ink/ink508.xml"/><Relationship Id="rId92" Type="http://schemas.openxmlformats.org/officeDocument/2006/relationships/image" Target="../media/image543.png"/><Relationship Id="rId2" Type="http://schemas.openxmlformats.org/officeDocument/2006/relationships/notesSlide" Target="../notesSlides/notesSlide9.xml"/><Relationship Id="rId29" Type="http://schemas.openxmlformats.org/officeDocument/2006/relationships/customXml" Target="../ink/ink487.xml"/><Relationship Id="rId24" Type="http://schemas.openxmlformats.org/officeDocument/2006/relationships/image" Target="../media/image509.png"/><Relationship Id="rId40" Type="http://schemas.openxmlformats.org/officeDocument/2006/relationships/image" Target="../media/image517.png"/><Relationship Id="rId45" Type="http://schemas.openxmlformats.org/officeDocument/2006/relationships/customXml" Target="../ink/ink495.xml"/><Relationship Id="rId66" Type="http://schemas.openxmlformats.org/officeDocument/2006/relationships/image" Target="../media/image530.png"/><Relationship Id="rId87" Type="http://schemas.openxmlformats.org/officeDocument/2006/relationships/customXml" Target="../ink/ink516.xml"/><Relationship Id="rId61" Type="http://schemas.openxmlformats.org/officeDocument/2006/relationships/customXml" Target="../ink/ink503.xml"/><Relationship Id="rId82" Type="http://schemas.openxmlformats.org/officeDocument/2006/relationships/image" Target="../media/image538.png"/><Relationship Id="rId19" Type="http://schemas.openxmlformats.org/officeDocument/2006/relationships/customXml" Target="../ink/ink482.xml"/><Relationship Id="rId14" Type="http://schemas.openxmlformats.org/officeDocument/2006/relationships/image" Target="../media/image504.png"/><Relationship Id="rId30" Type="http://schemas.openxmlformats.org/officeDocument/2006/relationships/image" Target="../media/image512.png"/><Relationship Id="rId35" Type="http://schemas.openxmlformats.org/officeDocument/2006/relationships/customXml" Target="../ink/ink490.xml"/><Relationship Id="rId56" Type="http://schemas.openxmlformats.org/officeDocument/2006/relationships/image" Target="../media/image525.png"/><Relationship Id="rId77" Type="http://schemas.openxmlformats.org/officeDocument/2006/relationships/customXml" Target="../ink/ink511.xml"/><Relationship Id="rId100" Type="http://schemas.openxmlformats.org/officeDocument/2006/relationships/image" Target="../media/image547.png"/><Relationship Id="rId8" Type="http://schemas.openxmlformats.org/officeDocument/2006/relationships/image" Target="../media/image501.png"/><Relationship Id="rId51" Type="http://schemas.openxmlformats.org/officeDocument/2006/relationships/customXml" Target="../ink/ink498.xml"/><Relationship Id="rId72" Type="http://schemas.openxmlformats.org/officeDocument/2006/relationships/image" Target="../media/image533.png"/><Relationship Id="rId93" Type="http://schemas.openxmlformats.org/officeDocument/2006/relationships/customXml" Target="../ink/ink519.xml"/><Relationship Id="rId98" Type="http://schemas.openxmlformats.org/officeDocument/2006/relationships/image" Target="../media/image546.png"/><Relationship Id="rId3" Type="http://schemas.openxmlformats.org/officeDocument/2006/relationships/customXml" Target="../ink/ink474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5.png"/><Relationship Id="rId18" Type="http://schemas.openxmlformats.org/officeDocument/2006/relationships/customXml" Target="../ink/ink533.xml"/><Relationship Id="rId26" Type="http://schemas.openxmlformats.org/officeDocument/2006/relationships/customXml" Target="../ink/ink537.xml"/><Relationship Id="rId39" Type="http://schemas.openxmlformats.org/officeDocument/2006/relationships/image" Target="../media/image568.png"/><Relationship Id="rId21" Type="http://schemas.openxmlformats.org/officeDocument/2006/relationships/image" Target="../media/image559.png"/><Relationship Id="rId34" Type="http://schemas.openxmlformats.org/officeDocument/2006/relationships/customXml" Target="../ink/ink541.xml"/><Relationship Id="rId42" Type="http://schemas.openxmlformats.org/officeDocument/2006/relationships/customXml" Target="../ink/ink545.xml"/><Relationship Id="rId47" Type="http://schemas.openxmlformats.org/officeDocument/2006/relationships/image" Target="../media/image572.png"/><Relationship Id="rId50" Type="http://schemas.openxmlformats.org/officeDocument/2006/relationships/customXml" Target="../ink/ink549.xml"/><Relationship Id="rId55" Type="http://schemas.openxmlformats.org/officeDocument/2006/relationships/image" Target="../media/image576.png"/><Relationship Id="rId7" Type="http://schemas.openxmlformats.org/officeDocument/2006/relationships/image" Target="../media/image552.png"/><Relationship Id="rId2" Type="http://schemas.openxmlformats.org/officeDocument/2006/relationships/customXml" Target="../ink/ink525.xml"/><Relationship Id="rId16" Type="http://schemas.openxmlformats.org/officeDocument/2006/relationships/customXml" Target="../ink/ink532.xml"/><Relationship Id="rId29" Type="http://schemas.openxmlformats.org/officeDocument/2006/relationships/image" Target="../media/image563.png"/><Relationship Id="rId11" Type="http://schemas.openxmlformats.org/officeDocument/2006/relationships/image" Target="../media/image554.png"/><Relationship Id="rId24" Type="http://schemas.openxmlformats.org/officeDocument/2006/relationships/customXml" Target="../ink/ink536.xml"/><Relationship Id="rId32" Type="http://schemas.openxmlformats.org/officeDocument/2006/relationships/customXml" Target="../ink/ink540.xml"/><Relationship Id="rId37" Type="http://schemas.openxmlformats.org/officeDocument/2006/relationships/image" Target="../media/image567.png"/><Relationship Id="rId40" Type="http://schemas.openxmlformats.org/officeDocument/2006/relationships/customXml" Target="../ink/ink544.xml"/><Relationship Id="rId45" Type="http://schemas.openxmlformats.org/officeDocument/2006/relationships/image" Target="../media/image571.png"/><Relationship Id="rId53" Type="http://schemas.openxmlformats.org/officeDocument/2006/relationships/image" Target="../media/image575.png"/><Relationship Id="rId5" Type="http://schemas.openxmlformats.org/officeDocument/2006/relationships/image" Target="../media/image551.png"/><Relationship Id="rId19" Type="http://schemas.openxmlformats.org/officeDocument/2006/relationships/image" Target="../media/image558.png"/><Relationship Id="rId4" Type="http://schemas.openxmlformats.org/officeDocument/2006/relationships/customXml" Target="../ink/ink526.xml"/><Relationship Id="rId9" Type="http://schemas.openxmlformats.org/officeDocument/2006/relationships/image" Target="../media/image553.png"/><Relationship Id="rId14" Type="http://schemas.openxmlformats.org/officeDocument/2006/relationships/customXml" Target="../ink/ink531.xml"/><Relationship Id="rId22" Type="http://schemas.openxmlformats.org/officeDocument/2006/relationships/customXml" Target="../ink/ink535.xml"/><Relationship Id="rId27" Type="http://schemas.openxmlformats.org/officeDocument/2006/relationships/image" Target="../media/image562.png"/><Relationship Id="rId30" Type="http://schemas.openxmlformats.org/officeDocument/2006/relationships/customXml" Target="../ink/ink539.xml"/><Relationship Id="rId35" Type="http://schemas.openxmlformats.org/officeDocument/2006/relationships/image" Target="../media/image566.png"/><Relationship Id="rId43" Type="http://schemas.openxmlformats.org/officeDocument/2006/relationships/image" Target="../media/image570.png"/><Relationship Id="rId48" Type="http://schemas.openxmlformats.org/officeDocument/2006/relationships/customXml" Target="../ink/ink548.xml"/><Relationship Id="rId56" Type="http://schemas.openxmlformats.org/officeDocument/2006/relationships/customXml" Target="../ink/ink552.xml"/><Relationship Id="rId8" Type="http://schemas.openxmlformats.org/officeDocument/2006/relationships/customXml" Target="../ink/ink528.xml"/><Relationship Id="rId51" Type="http://schemas.openxmlformats.org/officeDocument/2006/relationships/image" Target="../media/image574.png"/><Relationship Id="rId3" Type="http://schemas.openxmlformats.org/officeDocument/2006/relationships/image" Target="../media/image550.png"/><Relationship Id="rId12" Type="http://schemas.openxmlformats.org/officeDocument/2006/relationships/customXml" Target="../ink/ink530.xml"/><Relationship Id="rId17" Type="http://schemas.openxmlformats.org/officeDocument/2006/relationships/image" Target="../media/image557.png"/><Relationship Id="rId25" Type="http://schemas.openxmlformats.org/officeDocument/2006/relationships/image" Target="../media/image561.png"/><Relationship Id="rId33" Type="http://schemas.openxmlformats.org/officeDocument/2006/relationships/image" Target="../media/image565.png"/><Relationship Id="rId38" Type="http://schemas.openxmlformats.org/officeDocument/2006/relationships/customXml" Target="../ink/ink543.xml"/><Relationship Id="rId46" Type="http://schemas.openxmlformats.org/officeDocument/2006/relationships/customXml" Target="../ink/ink547.xml"/><Relationship Id="rId20" Type="http://schemas.openxmlformats.org/officeDocument/2006/relationships/customXml" Target="../ink/ink534.xml"/><Relationship Id="rId41" Type="http://schemas.openxmlformats.org/officeDocument/2006/relationships/image" Target="../media/image569.png"/><Relationship Id="rId54" Type="http://schemas.openxmlformats.org/officeDocument/2006/relationships/customXml" Target="../ink/ink55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527.xml"/><Relationship Id="rId15" Type="http://schemas.openxmlformats.org/officeDocument/2006/relationships/image" Target="../media/image556.png"/><Relationship Id="rId23" Type="http://schemas.openxmlformats.org/officeDocument/2006/relationships/image" Target="../media/image560.png"/><Relationship Id="rId28" Type="http://schemas.openxmlformats.org/officeDocument/2006/relationships/customXml" Target="../ink/ink538.xml"/><Relationship Id="rId36" Type="http://schemas.openxmlformats.org/officeDocument/2006/relationships/customXml" Target="../ink/ink542.xml"/><Relationship Id="rId49" Type="http://schemas.openxmlformats.org/officeDocument/2006/relationships/image" Target="../media/image573.png"/><Relationship Id="rId57" Type="http://schemas.openxmlformats.org/officeDocument/2006/relationships/image" Target="../media/image577.png"/><Relationship Id="rId10" Type="http://schemas.openxmlformats.org/officeDocument/2006/relationships/customXml" Target="../ink/ink529.xml"/><Relationship Id="rId31" Type="http://schemas.openxmlformats.org/officeDocument/2006/relationships/image" Target="../media/image564.png"/><Relationship Id="rId44" Type="http://schemas.openxmlformats.org/officeDocument/2006/relationships/customXml" Target="../ink/ink546.xml"/><Relationship Id="rId52" Type="http://schemas.openxmlformats.org/officeDocument/2006/relationships/customXml" Target="../ink/ink55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5.png"/><Relationship Id="rId21" Type="http://schemas.openxmlformats.org/officeDocument/2006/relationships/image" Target="../media/image587.png"/><Relationship Id="rId42" Type="http://schemas.openxmlformats.org/officeDocument/2006/relationships/customXml" Target="../ink/ink573.xml"/><Relationship Id="rId47" Type="http://schemas.openxmlformats.org/officeDocument/2006/relationships/image" Target="../media/image600.png"/><Relationship Id="rId63" Type="http://schemas.openxmlformats.org/officeDocument/2006/relationships/image" Target="../media/image608.png"/><Relationship Id="rId68" Type="http://schemas.openxmlformats.org/officeDocument/2006/relationships/customXml" Target="../ink/ink586.xml"/><Relationship Id="rId84" Type="http://schemas.openxmlformats.org/officeDocument/2006/relationships/customXml" Target="../ink/ink594.xml"/><Relationship Id="rId89" Type="http://schemas.openxmlformats.org/officeDocument/2006/relationships/image" Target="../media/image621.png"/><Relationship Id="rId112" Type="http://schemas.openxmlformats.org/officeDocument/2006/relationships/customXml" Target="../ink/ink608.xml"/><Relationship Id="rId16" Type="http://schemas.openxmlformats.org/officeDocument/2006/relationships/customXml" Target="../ink/ink560.xml"/><Relationship Id="rId107" Type="http://schemas.openxmlformats.org/officeDocument/2006/relationships/image" Target="../media/image630.png"/><Relationship Id="rId11" Type="http://schemas.openxmlformats.org/officeDocument/2006/relationships/image" Target="../media/image582.png"/><Relationship Id="rId32" Type="http://schemas.openxmlformats.org/officeDocument/2006/relationships/customXml" Target="../ink/ink568.xml"/><Relationship Id="rId37" Type="http://schemas.openxmlformats.org/officeDocument/2006/relationships/image" Target="../media/image595.png"/><Relationship Id="rId53" Type="http://schemas.openxmlformats.org/officeDocument/2006/relationships/image" Target="../media/image603.png"/><Relationship Id="rId58" Type="http://schemas.openxmlformats.org/officeDocument/2006/relationships/customXml" Target="../ink/ink581.xml"/><Relationship Id="rId74" Type="http://schemas.openxmlformats.org/officeDocument/2006/relationships/customXml" Target="../ink/ink589.xml"/><Relationship Id="rId79" Type="http://schemas.openxmlformats.org/officeDocument/2006/relationships/image" Target="../media/image616.png"/><Relationship Id="rId102" Type="http://schemas.openxmlformats.org/officeDocument/2006/relationships/customXml" Target="../ink/ink603.xml"/><Relationship Id="rId123" Type="http://schemas.openxmlformats.org/officeDocument/2006/relationships/image" Target="../media/image638.png"/><Relationship Id="rId128" Type="http://schemas.openxmlformats.org/officeDocument/2006/relationships/customXml" Target="../ink/ink616.xml"/><Relationship Id="rId5" Type="http://schemas.openxmlformats.org/officeDocument/2006/relationships/image" Target="../media/image579.png"/><Relationship Id="rId90" Type="http://schemas.openxmlformats.org/officeDocument/2006/relationships/customXml" Target="../ink/ink597.xml"/><Relationship Id="rId95" Type="http://schemas.openxmlformats.org/officeDocument/2006/relationships/image" Target="../media/image624.png"/><Relationship Id="rId22" Type="http://schemas.openxmlformats.org/officeDocument/2006/relationships/customXml" Target="../ink/ink563.xml"/><Relationship Id="rId27" Type="http://schemas.openxmlformats.org/officeDocument/2006/relationships/image" Target="../media/image590.png"/><Relationship Id="rId43" Type="http://schemas.openxmlformats.org/officeDocument/2006/relationships/image" Target="../media/image598.png"/><Relationship Id="rId48" Type="http://schemas.openxmlformats.org/officeDocument/2006/relationships/customXml" Target="../ink/ink576.xml"/><Relationship Id="rId64" Type="http://schemas.openxmlformats.org/officeDocument/2006/relationships/customXml" Target="../ink/ink584.xml"/><Relationship Id="rId69" Type="http://schemas.openxmlformats.org/officeDocument/2006/relationships/image" Target="../media/image611.png"/><Relationship Id="rId113" Type="http://schemas.openxmlformats.org/officeDocument/2006/relationships/image" Target="../media/image633.png"/><Relationship Id="rId118" Type="http://schemas.openxmlformats.org/officeDocument/2006/relationships/customXml" Target="../ink/ink611.xml"/><Relationship Id="rId80" Type="http://schemas.openxmlformats.org/officeDocument/2006/relationships/customXml" Target="../ink/ink592.xml"/><Relationship Id="rId85" Type="http://schemas.openxmlformats.org/officeDocument/2006/relationships/image" Target="../media/image619.png"/><Relationship Id="rId12" Type="http://schemas.openxmlformats.org/officeDocument/2006/relationships/customXml" Target="../ink/ink558.xml"/><Relationship Id="rId17" Type="http://schemas.openxmlformats.org/officeDocument/2006/relationships/image" Target="../media/image585.png"/><Relationship Id="rId33" Type="http://schemas.openxmlformats.org/officeDocument/2006/relationships/image" Target="../media/image593.png"/><Relationship Id="rId38" Type="http://schemas.openxmlformats.org/officeDocument/2006/relationships/customXml" Target="../ink/ink571.xml"/><Relationship Id="rId59" Type="http://schemas.openxmlformats.org/officeDocument/2006/relationships/image" Target="../media/image606.png"/><Relationship Id="rId103" Type="http://schemas.openxmlformats.org/officeDocument/2006/relationships/image" Target="../media/image628.png"/><Relationship Id="rId108" Type="http://schemas.openxmlformats.org/officeDocument/2006/relationships/customXml" Target="../ink/ink606.xml"/><Relationship Id="rId124" Type="http://schemas.openxmlformats.org/officeDocument/2006/relationships/customXml" Target="../ink/ink614.xml"/><Relationship Id="rId129" Type="http://schemas.openxmlformats.org/officeDocument/2006/relationships/image" Target="../media/image641.png"/><Relationship Id="rId54" Type="http://schemas.openxmlformats.org/officeDocument/2006/relationships/customXml" Target="../ink/ink579.xml"/><Relationship Id="rId70" Type="http://schemas.openxmlformats.org/officeDocument/2006/relationships/customXml" Target="../ink/ink587.xml"/><Relationship Id="rId75" Type="http://schemas.openxmlformats.org/officeDocument/2006/relationships/image" Target="../media/image614.png"/><Relationship Id="rId91" Type="http://schemas.openxmlformats.org/officeDocument/2006/relationships/image" Target="../media/image622.png"/><Relationship Id="rId96" Type="http://schemas.openxmlformats.org/officeDocument/2006/relationships/customXml" Target="../ink/ink600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555.xml"/><Relationship Id="rId23" Type="http://schemas.openxmlformats.org/officeDocument/2006/relationships/image" Target="../media/image588.png"/><Relationship Id="rId28" Type="http://schemas.openxmlformats.org/officeDocument/2006/relationships/customXml" Target="../ink/ink566.xml"/><Relationship Id="rId49" Type="http://schemas.openxmlformats.org/officeDocument/2006/relationships/image" Target="../media/image601.png"/><Relationship Id="rId114" Type="http://schemas.openxmlformats.org/officeDocument/2006/relationships/customXml" Target="../ink/ink609.xml"/><Relationship Id="rId119" Type="http://schemas.openxmlformats.org/officeDocument/2006/relationships/image" Target="../media/image636.png"/><Relationship Id="rId44" Type="http://schemas.openxmlformats.org/officeDocument/2006/relationships/customXml" Target="../ink/ink574.xml"/><Relationship Id="rId60" Type="http://schemas.openxmlformats.org/officeDocument/2006/relationships/customXml" Target="../ink/ink582.xml"/><Relationship Id="rId65" Type="http://schemas.openxmlformats.org/officeDocument/2006/relationships/image" Target="../media/image609.png"/><Relationship Id="rId81" Type="http://schemas.openxmlformats.org/officeDocument/2006/relationships/image" Target="../media/image617.png"/><Relationship Id="rId86" Type="http://schemas.openxmlformats.org/officeDocument/2006/relationships/customXml" Target="../ink/ink595.xml"/><Relationship Id="rId130" Type="http://schemas.openxmlformats.org/officeDocument/2006/relationships/customXml" Target="../ink/ink617.xml"/><Relationship Id="rId13" Type="http://schemas.openxmlformats.org/officeDocument/2006/relationships/image" Target="../media/image583.png"/><Relationship Id="rId18" Type="http://schemas.openxmlformats.org/officeDocument/2006/relationships/customXml" Target="../ink/ink561.xml"/><Relationship Id="rId39" Type="http://schemas.openxmlformats.org/officeDocument/2006/relationships/image" Target="../media/image596.png"/><Relationship Id="rId109" Type="http://schemas.openxmlformats.org/officeDocument/2006/relationships/image" Target="../media/image631.png"/><Relationship Id="rId34" Type="http://schemas.openxmlformats.org/officeDocument/2006/relationships/customXml" Target="../ink/ink569.xml"/><Relationship Id="rId50" Type="http://schemas.openxmlformats.org/officeDocument/2006/relationships/customXml" Target="../ink/ink577.xml"/><Relationship Id="rId55" Type="http://schemas.openxmlformats.org/officeDocument/2006/relationships/image" Target="../media/image604.png"/><Relationship Id="rId76" Type="http://schemas.openxmlformats.org/officeDocument/2006/relationships/customXml" Target="../ink/ink590.xml"/><Relationship Id="rId97" Type="http://schemas.openxmlformats.org/officeDocument/2006/relationships/image" Target="../media/image625.png"/><Relationship Id="rId104" Type="http://schemas.openxmlformats.org/officeDocument/2006/relationships/customXml" Target="../ink/ink604.xml"/><Relationship Id="rId120" Type="http://schemas.openxmlformats.org/officeDocument/2006/relationships/customXml" Target="../ink/ink612.xml"/><Relationship Id="rId125" Type="http://schemas.openxmlformats.org/officeDocument/2006/relationships/image" Target="../media/image639.png"/><Relationship Id="rId7" Type="http://schemas.openxmlformats.org/officeDocument/2006/relationships/image" Target="../media/image580.png"/><Relationship Id="rId71" Type="http://schemas.openxmlformats.org/officeDocument/2006/relationships/image" Target="../media/image612.png"/><Relationship Id="rId92" Type="http://schemas.openxmlformats.org/officeDocument/2006/relationships/customXml" Target="../ink/ink598.xml"/><Relationship Id="rId2" Type="http://schemas.openxmlformats.org/officeDocument/2006/relationships/customXml" Target="../ink/ink553.xml"/><Relationship Id="rId29" Type="http://schemas.openxmlformats.org/officeDocument/2006/relationships/image" Target="../media/image591.png"/><Relationship Id="rId24" Type="http://schemas.openxmlformats.org/officeDocument/2006/relationships/customXml" Target="../ink/ink564.xml"/><Relationship Id="rId40" Type="http://schemas.openxmlformats.org/officeDocument/2006/relationships/customXml" Target="../ink/ink572.xml"/><Relationship Id="rId45" Type="http://schemas.openxmlformats.org/officeDocument/2006/relationships/image" Target="../media/image599.png"/><Relationship Id="rId66" Type="http://schemas.openxmlformats.org/officeDocument/2006/relationships/customXml" Target="../ink/ink585.xml"/><Relationship Id="rId87" Type="http://schemas.openxmlformats.org/officeDocument/2006/relationships/image" Target="../media/image620.png"/><Relationship Id="rId110" Type="http://schemas.openxmlformats.org/officeDocument/2006/relationships/customXml" Target="../ink/ink607.xml"/><Relationship Id="rId115" Type="http://schemas.openxmlformats.org/officeDocument/2006/relationships/image" Target="../media/image634.png"/><Relationship Id="rId131" Type="http://schemas.openxmlformats.org/officeDocument/2006/relationships/image" Target="../media/image642.png"/><Relationship Id="rId61" Type="http://schemas.openxmlformats.org/officeDocument/2006/relationships/image" Target="../media/image607.png"/><Relationship Id="rId82" Type="http://schemas.openxmlformats.org/officeDocument/2006/relationships/customXml" Target="../ink/ink593.xml"/><Relationship Id="rId19" Type="http://schemas.openxmlformats.org/officeDocument/2006/relationships/image" Target="../media/image586.png"/><Relationship Id="rId14" Type="http://schemas.openxmlformats.org/officeDocument/2006/relationships/customXml" Target="../ink/ink559.xml"/><Relationship Id="rId30" Type="http://schemas.openxmlformats.org/officeDocument/2006/relationships/customXml" Target="../ink/ink567.xml"/><Relationship Id="rId35" Type="http://schemas.openxmlformats.org/officeDocument/2006/relationships/image" Target="../media/image594.png"/><Relationship Id="rId56" Type="http://schemas.openxmlformats.org/officeDocument/2006/relationships/customXml" Target="../ink/ink580.xml"/><Relationship Id="rId77" Type="http://schemas.openxmlformats.org/officeDocument/2006/relationships/image" Target="../media/image615.png"/><Relationship Id="rId100" Type="http://schemas.openxmlformats.org/officeDocument/2006/relationships/customXml" Target="../ink/ink602.xml"/><Relationship Id="rId105" Type="http://schemas.openxmlformats.org/officeDocument/2006/relationships/image" Target="../media/image629.png"/><Relationship Id="rId126" Type="http://schemas.openxmlformats.org/officeDocument/2006/relationships/customXml" Target="../ink/ink615.xml"/><Relationship Id="rId8" Type="http://schemas.openxmlformats.org/officeDocument/2006/relationships/customXml" Target="../ink/ink556.xml"/><Relationship Id="rId51" Type="http://schemas.openxmlformats.org/officeDocument/2006/relationships/image" Target="../media/image602.png"/><Relationship Id="rId72" Type="http://schemas.openxmlformats.org/officeDocument/2006/relationships/customXml" Target="../ink/ink588.xml"/><Relationship Id="rId93" Type="http://schemas.openxmlformats.org/officeDocument/2006/relationships/image" Target="../media/image623.png"/><Relationship Id="rId98" Type="http://schemas.openxmlformats.org/officeDocument/2006/relationships/customXml" Target="../ink/ink601.xml"/><Relationship Id="rId121" Type="http://schemas.openxmlformats.org/officeDocument/2006/relationships/image" Target="../media/image637.png"/><Relationship Id="rId3" Type="http://schemas.openxmlformats.org/officeDocument/2006/relationships/image" Target="../media/image578.png"/><Relationship Id="rId25" Type="http://schemas.openxmlformats.org/officeDocument/2006/relationships/image" Target="../media/image589.png"/><Relationship Id="rId46" Type="http://schemas.openxmlformats.org/officeDocument/2006/relationships/customXml" Target="../ink/ink575.xml"/><Relationship Id="rId67" Type="http://schemas.openxmlformats.org/officeDocument/2006/relationships/image" Target="../media/image610.png"/><Relationship Id="rId116" Type="http://schemas.openxmlformats.org/officeDocument/2006/relationships/customXml" Target="../ink/ink610.xml"/><Relationship Id="rId20" Type="http://schemas.openxmlformats.org/officeDocument/2006/relationships/customXml" Target="../ink/ink562.xml"/><Relationship Id="rId41" Type="http://schemas.openxmlformats.org/officeDocument/2006/relationships/image" Target="../media/image597.png"/><Relationship Id="rId62" Type="http://schemas.openxmlformats.org/officeDocument/2006/relationships/customXml" Target="../ink/ink583.xml"/><Relationship Id="rId83" Type="http://schemas.openxmlformats.org/officeDocument/2006/relationships/image" Target="../media/image618.png"/><Relationship Id="rId88" Type="http://schemas.openxmlformats.org/officeDocument/2006/relationships/customXml" Target="../ink/ink596.xml"/><Relationship Id="rId111" Type="http://schemas.openxmlformats.org/officeDocument/2006/relationships/image" Target="../media/image632.png"/><Relationship Id="rId15" Type="http://schemas.openxmlformats.org/officeDocument/2006/relationships/image" Target="../media/image584.png"/><Relationship Id="rId36" Type="http://schemas.openxmlformats.org/officeDocument/2006/relationships/customXml" Target="../ink/ink570.xml"/><Relationship Id="rId57" Type="http://schemas.openxmlformats.org/officeDocument/2006/relationships/image" Target="../media/image605.png"/><Relationship Id="rId106" Type="http://schemas.openxmlformats.org/officeDocument/2006/relationships/customXml" Target="../ink/ink605.xml"/><Relationship Id="rId127" Type="http://schemas.openxmlformats.org/officeDocument/2006/relationships/image" Target="../media/image640.png"/><Relationship Id="rId10" Type="http://schemas.openxmlformats.org/officeDocument/2006/relationships/customXml" Target="../ink/ink557.xml"/><Relationship Id="rId31" Type="http://schemas.openxmlformats.org/officeDocument/2006/relationships/image" Target="../media/image592.png"/><Relationship Id="rId52" Type="http://schemas.openxmlformats.org/officeDocument/2006/relationships/customXml" Target="../ink/ink578.xml"/><Relationship Id="rId73" Type="http://schemas.openxmlformats.org/officeDocument/2006/relationships/image" Target="../media/image613.png"/><Relationship Id="rId78" Type="http://schemas.openxmlformats.org/officeDocument/2006/relationships/customXml" Target="../ink/ink591.xml"/><Relationship Id="rId94" Type="http://schemas.openxmlformats.org/officeDocument/2006/relationships/customXml" Target="../ink/ink599.xml"/><Relationship Id="rId99" Type="http://schemas.openxmlformats.org/officeDocument/2006/relationships/image" Target="../media/image626.png"/><Relationship Id="rId101" Type="http://schemas.openxmlformats.org/officeDocument/2006/relationships/image" Target="../media/image627.png"/><Relationship Id="rId122" Type="http://schemas.openxmlformats.org/officeDocument/2006/relationships/customXml" Target="../ink/ink613.xml"/><Relationship Id="rId4" Type="http://schemas.openxmlformats.org/officeDocument/2006/relationships/customXml" Target="../ink/ink554.xml"/><Relationship Id="rId9" Type="http://schemas.openxmlformats.org/officeDocument/2006/relationships/image" Target="../media/image581.png"/><Relationship Id="rId26" Type="http://schemas.openxmlformats.org/officeDocument/2006/relationships/customXml" Target="../ink/ink56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3.png"/><Relationship Id="rId7" Type="http://schemas.openxmlformats.org/officeDocument/2006/relationships/image" Target="../media/image645.png"/><Relationship Id="rId2" Type="http://schemas.openxmlformats.org/officeDocument/2006/relationships/customXml" Target="../ink/ink618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20.xml"/><Relationship Id="rId5" Type="http://schemas.openxmlformats.org/officeDocument/2006/relationships/image" Target="../media/image644.png"/><Relationship Id="rId4" Type="http://schemas.openxmlformats.org/officeDocument/2006/relationships/customXml" Target="../ink/ink61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4.xml"/><Relationship Id="rId13" Type="http://schemas.openxmlformats.org/officeDocument/2006/relationships/image" Target="../media/image651.png"/><Relationship Id="rId18" Type="http://schemas.openxmlformats.org/officeDocument/2006/relationships/customXml" Target="../ink/ink629.xml"/><Relationship Id="rId26" Type="http://schemas.openxmlformats.org/officeDocument/2006/relationships/customXml" Target="../ink/ink633.xml"/><Relationship Id="rId3" Type="http://schemas.openxmlformats.org/officeDocument/2006/relationships/image" Target="../media/image646.png"/><Relationship Id="rId21" Type="http://schemas.openxmlformats.org/officeDocument/2006/relationships/image" Target="../media/image655.png"/><Relationship Id="rId7" Type="http://schemas.openxmlformats.org/officeDocument/2006/relationships/image" Target="../media/image648.png"/><Relationship Id="rId12" Type="http://schemas.openxmlformats.org/officeDocument/2006/relationships/customXml" Target="../ink/ink626.xml"/><Relationship Id="rId17" Type="http://schemas.openxmlformats.org/officeDocument/2006/relationships/image" Target="../media/image653.png"/><Relationship Id="rId25" Type="http://schemas.openxmlformats.org/officeDocument/2006/relationships/image" Target="../media/image657.png"/><Relationship Id="rId2" Type="http://schemas.openxmlformats.org/officeDocument/2006/relationships/customXml" Target="../ink/ink621.xml"/><Relationship Id="rId16" Type="http://schemas.openxmlformats.org/officeDocument/2006/relationships/customXml" Target="../ink/ink628.xml"/><Relationship Id="rId20" Type="http://schemas.openxmlformats.org/officeDocument/2006/relationships/customXml" Target="../ink/ink630.xml"/><Relationship Id="rId29" Type="http://schemas.openxmlformats.org/officeDocument/2006/relationships/image" Target="../media/image659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623.xml"/><Relationship Id="rId11" Type="http://schemas.openxmlformats.org/officeDocument/2006/relationships/image" Target="../media/image650.png"/><Relationship Id="rId24" Type="http://schemas.openxmlformats.org/officeDocument/2006/relationships/customXml" Target="../ink/ink632.xml"/><Relationship Id="rId5" Type="http://schemas.openxmlformats.org/officeDocument/2006/relationships/image" Target="../media/image647.png"/><Relationship Id="rId15" Type="http://schemas.openxmlformats.org/officeDocument/2006/relationships/image" Target="../media/image652.png"/><Relationship Id="rId23" Type="http://schemas.openxmlformats.org/officeDocument/2006/relationships/image" Target="../media/image656.png"/><Relationship Id="rId28" Type="http://schemas.openxmlformats.org/officeDocument/2006/relationships/customXml" Target="../ink/ink634.xml"/><Relationship Id="rId10" Type="http://schemas.openxmlformats.org/officeDocument/2006/relationships/customXml" Target="../ink/ink625.xml"/><Relationship Id="rId19" Type="http://schemas.openxmlformats.org/officeDocument/2006/relationships/image" Target="../media/image654.png"/><Relationship Id="rId31" Type="http://schemas.openxmlformats.org/officeDocument/2006/relationships/image" Target="../media/image660.png"/><Relationship Id="rId4" Type="http://schemas.openxmlformats.org/officeDocument/2006/relationships/customXml" Target="../ink/ink622.xml"/><Relationship Id="rId9" Type="http://schemas.openxmlformats.org/officeDocument/2006/relationships/image" Target="../media/image649.png"/><Relationship Id="rId14" Type="http://schemas.openxmlformats.org/officeDocument/2006/relationships/customXml" Target="../ink/ink627.xml"/><Relationship Id="rId22" Type="http://schemas.openxmlformats.org/officeDocument/2006/relationships/customXml" Target="../ink/ink631.xml"/><Relationship Id="rId27" Type="http://schemas.openxmlformats.org/officeDocument/2006/relationships/image" Target="../media/image658.png"/><Relationship Id="rId30" Type="http://schemas.openxmlformats.org/officeDocument/2006/relationships/customXml" Target="../ink/ink63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3.png"/><Relationship Id="rId13" Type="http://schemas.openxmlformats.org/officeDocument/2006/relationships/customXml" Target="../ink/ink641.xml"/><Relationship Id="rId18" Type="http://schemas.openxmlformats.org/officeDocument/2006/relationships/image" Target="../media/image668.png"/><Relationship Id="rId3" Type="http://schemas.openxmlformats.org/officeDocument/2006/relationships/customXml" Target="../ink/ink636.xml"/><Relationship Id="rId7" Type="http://schemas.openxmlformats.org/officeDocument/2006/relationships/customXml" Target="../ink/ink638.xml"/><Relationship Id="rId12" Type="http://schemas.openxmlformats.org/officeDocument/2006/relationships/image" Target="../media/image665.png"/><Relationship Id="rId17" Type="http://schemas.openxmlformats.org/officeDocument/2006/relationships/customXml" Target="../ink/ink643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67.png"/><Relationship Id="rId20" Type="http://schemas.openxmlformats.org/officeDocument/2006/relationships/image" Target="../media/image6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2.png"/><Relationship Id="rId11" Type="http://schemas.openxmlformats.org/officeDocument/2006/relationships/customXml" Target="../ink/ink640.xml"/><Relationship Id="rId5" Type="http://schemas.openxmlformats.org/officeDocument/2006/relationships/customXml" Target="../ink/ink637.xml"/><Relationship Id="rId15" Type="http://schemas.openxmlformats.org/officeDocument/2006/relationships/customXml" Target="../ink/ink642.xml"/><Relationship Id="rId10" Type="http://schemas.openxmlformats.org/officeDocument/2006/relationships/image" Target="../media/image664.png"/><Relationship Id="rId19" Type="http://schemas.openxmlformats.org/officeDocument/2006/relationships/customXml" Target="../ink/ink644.xml"/><Relationship Id="rId4" Type="http://schemas.openxmlformats.org/officeDocument/2006/relationships/image" Target="../media/image661.png"/><Relationship Id="rId9" Type="http://schemas.openxmlformats.org/officeDocument/2006/relationships/customXml" Target="../ink/ink639.xml"/><Relationship Id="rId14" Type="http://schemas.openxmlformats.org/officeDocument/2006/relationships/image" Target="../media/image66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customXml" Target="../ink/ink645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4.png"/><Relationship Id="rId13" Type="http://schemas.openxmlformats.org/officeDocument/2006/relationships/customXml" Target="../ink/ink651.xml"/><Relationship Id="rId18" Type="http://schemas.openxmlformats.org/officeDocument/2006/relationships/image" Target="../media/image679.png"/><Relationship Id="rId3" Type="http://schemas.openxmlformats.org/officeDocument/2006/relationships/customXml" Target="../ink/ink646.xml"/><Relationship Id="rId21" Type="http://schemas.openxmlformats.org/officeDocument/2006/relationships/customXml" Target="../ink/ink655.xml"/><Relationship Id="rId7" Type="http://schemas.openxmlformats.org/officeDocument/2006/relationships/customXml" Target="../ink/ink648.xml"/><Relationship Id="rId12" Type="http://schemas.openxmlformats.org/officeDocument/2006/relationships/image" Target="../media/image676.png"/><Relationship Id="rId17" Type="http://schemas.openxmlformats.org/officeDocument/2006/relationships/customXml" Target="../ink/ink653.xml"/><Relationship Id="rId2" Type="http://schemas.openxmlformats.org/officeDocument/2006/relationships/image" Target="../media/image88.png"/><Relationship Id="rId16" Type="http://schemas.openxmlformats.org/officeDocument/2006/relationships/image" Target="../media/image678.png"/><Relationship Id="rId20" Type="http://schemas.openxmlformats.org/officeDocument/2006/relationships/image" Target="../media/image6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3.png"/><Relationship Id="rId11" Type="http://schemas.openxmlformats.org/officeDocument/2006/relationships/customXml" Target="../ink/ink650.xml"/><Relationship Id="rId24" Type="http://schemas.openxmlformats.org/officeDocument/2006/relationships/image" Target="../media/image682.png"/><Relationship Id="rId5" Type="http://schemas.openxmlformats.org/officeDocument/2006/relationships/customXml" Target="../ink/ink647.xml"/><Relationship Id="rId15" Type="http://schemas.openxmlformats.org/officeDocument/2006/relationships/customXml" Target="../ink/ink652.xml"/><Relationship Id="rId23" Type="http://schemas.openxmlformats.org/officeDocument/2006/relationships/customXml" Target="../ink/ink656.xml"/><Relationship Id="rId10" Type="http://schemas.openxmlformats.org/officeDocument/2006/relationships/image" Target="../media/image675.png"/><Relationship Id="rId19" Type="http://schemas.openxmlformats.org/officeDocument/2006/relationships/customXml" Target="../ink/ink654.xml"/><Relationship Id="rId4" Type="http://schemas.openxmlformats.org/officeDocument/2006/relationships/image" Target="../media/image672.png"/><Relationship Id="rId9" Type="http://schemas.openxmlformats.org/officeDocument/2006/relationships/customXml" Target="../ink/ink649.xml"/><Relationship Id="rId14" Type="http://schemas.openxmlformats.org/officeDocument/2006/relationships/image" Target="../media/image677.png"/><Relationship Id="rId22" Type="http://schemas.openxmlformats.org/officeDocument/2006/relationships/image" Target="../media/image68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20E8BF-E47E-B246-8F18-D55B5F1AE73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Symmetric Key Encryption</a:t>
            </a:r>
          </a:p>
        </p:txBody>
      </p:sp>
    </p:spTree>
    <p:extLst>
      <p:ext uri="{BB962C8B-B14F-4D97-AF65-F5344CB8AC3E}">
        <p14:creationId xmlns:p14="http://schemas.microsoft.com/office/powerpoint/2010/main" val="2139250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50AD-6E56-EC46-9C2C-152050E3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dirty="0"/>
              <a:t>Overview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ECE501-5673-0048-9036-2EEB589E293E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69A6F15-86D4-4DE0-97D0-BE94C5440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164548"/>
              </p:ext>
            </p:extLst>
          </p:nvPr>
        </p:nvGraphicFramePr>
        <p:xfrm>
          <a:off x="512763" y="1268413"/>
          <a:ext cx="10841037" cy="4722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200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Motivation: </a:t>
            </a:r>
            <a:r>
              <a:rPr lang="en-US" dirty="0">
                <a:solidFill>
                  <a:srgbClr val="1A47B6"/>
                </a:solidFill>
              </a:rPr>
              <a:t>Confidentiality</a:t>
            </a:r>
            <a:r>
              <a:rPr lang="en-US" dirty="0"/>
              <a:t> is crucial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16ADDF-EFD0-DC44-B3BC-B22F74EEFB7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1569610"/>
            <a:ext cx="2241961" cy="1600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435" y="1468180"/>
            <a:ext cx="2209800" cy="1854653"/>
          </a:xfrm>
          <a:prstGeom prst="rect">
            <a:avLst/>
          </a:prstGeom>
        </p:spPr>
      </p:pic>
      <p:pic>
        <p:nvPicPr>
          <p:cNvPr id="6" name="Picture 5" descr="Autolycus (submarine detector) - Wikipedia">
            <a:extLst>
              <a:ext uri="{FF2B5EF4-FFF2-40B4-BE49-F238E27FC236}">
                <a16:creationId xmlns:a16="http://schemas.microsoft.com/office/drawing/2014/main" id="{4627CFD3-2DC4-0F4C-A361-112B32CD3B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912222" y="3962168"/>
            <a:ext cx="3070670" cy="1920875"/>
          </a:xfrm>
          <a:prstGeom prst="rect">
            <a:avLst/>
          </a:prstGeom>
        </p:spPr>
      </p:pic>
      <p:pic>
        <p:nvPicPr>
          <p:cNvPr id="12" name="Picture 11" descr="Wireless network - Wikipedia">
            <a:extLst>
              <a:ext uri="{FF2B5EF4-FFF2-40B4-BE49-F238E27FC236}">
                <a16:creationId xmlns:a16="http://schemas.microsoft.com/office/drawing/2014/main" id="{F3189286-88BB-4344-84ED-3E4E275D1C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346582" y="3832806"/>
            <a:ext cx="2209800" cy="2393950"/>
          </a:xfrm>
          <a:prstGeom prst="rect">
            <a:avLst/>
          </a:prstGeom>
        </p:spPr>
      </p:pic>
      <p:pic>
        <p:nvPicPr>
          <p:cNvPr id="18" name="Picture 17" descr="Satellite PNG Transparent Images | PNG All">
            <a:extLst>
              <a:ext uri="{FF2B5EF4-FFF2-40B4-BE49-F238E27FC236}">
                <a16:creationId xmlns:a16="http://schemas.microsoft.com/office/drawing/2014/main" id="{9CAB3E58-A16D-FF42-B852-584D7DDE62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220200" y="3832805"/>
            <a:ext cx="2785533" cy="22284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12FE0D-22F7-890F-13E9-E09B6BE71AFF}"/>
                  </a:ext>
                </a:extLst>
              </p14:cNvPr>
              <p14:cNvContentPartPr/>
              <p14:nvPr/>
            </p14:nvContentPartPr>
            <p14:xfrm>
              <a:off x="10788480" y="531720"/>
              <a:ext cx="11520" cy="23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12FE0D-22F7-890F-13E9-E09B6BE71AF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79120" y="522360"/>
                <a:ext cx="30240" cy="4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0521-0F06-444C-807D-6BFA2AAFF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Motivation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5508FD-2CC7-934D-9F38-6C7BE41499A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12C3D-BA85-0244-8D05-CADFA1E5E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9" y="1268243"/>
            <a:ext cx="10840451" cy="2160757"/>
          </a:xfrm>
        </p:spPr>
        <p:txBody>
          <a:bodyPr>
            <a:normAutofit/>
          </a:bodyPr>
          <a:lstStyle/>
          <a:p>
            <a:r>
              <a:rPr lang="en-GB" dirty="0"/>
              <a:t>The sender has no (physical) control of communication data once they leave the platform.</a:t>
            </a:r>
          </a:p>
          <a:p>
            <a:pPr lvl="1"/>
            <a:r>
              <a:rPr lang="en-GB" dirty="0"/>
              <a:t>No exclusive communication channel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7117E-4590-824B-8D76-1415A1E1F1EC}"/>
              </a:ext>
            </a:extLst>
          </p:cNvPr>
          <p:cNvSpPr txBox="1"/>
          <p:nvPr/>
        </p:nvSpPr>
        <p:spPr>
          <a:xfrm>
            <a:off x="1413933" y="3934700"/>
            <a:ext cx="9364133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Comic Sans MS" panose="030F0902030302020204" pitchFamily="66" charset="0"/>
              </a:rPr>
              <a:t>Cannot prevent the adversary from accessing the 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9A677C-9D81-AD44-7CBD-96D2D793FA42}"/>
                  </a:ext>
                </a:extLst>
              </p14:cNvPr>
              <p14:cNvContentPartPr/>
              <p14:nvPr/>
            </p14:nvContentPartPr>
            <p14:xfrm>
              <a:off x="2657160" y="1788120"/>
              <a:ext cx="1628280" cy="36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9A677C-9D81-AD44-7CBD-96D2D793FA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7800" y="1778760"/>
                <a:ext cx="1647000" cy="3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12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mage result for primary math formula fruit">
            <a:extLst>
              <a:ext uri="{FF2B5EF4-FFF2-40B4-BE49-F238E27FC236}">
                <a16:creationId xmlns:a16="http://schemas.microsoft.com/office/drawing/2014/main" id="{587D65FC-5166-BC4E-AFFC-7C8D400C9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580" y="762000"/>
            <a:ext cx="8318564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76C2D6-4A2E-16E2-0DB7-5E1B7B1BC85C}"/>
                  </a:ext>
                </a:extLst>
              </p14:cNvPr>
              <p14:cNvContentPartPr/>
              <p14:nvPr/>
            </p14:nvContentPartPr>
            <p14:xfrm>
              <a:off x="231480" y="221400"/>
              <a:ext cx="11157120" cy="55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76C2D6-4A2E-16E2-0DB7-5E1B7B1BC8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120" y="212040"/>
                <a:ext cx="11175840" cy="5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351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8CE5-D5DF-8149-9C15-1FD880075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Rationale of Encryption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82266-202C-4A41-89E6-79D7652F7F5D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8620B-D1D7-B743-86E3-E9D03DF9E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Information semantics and representation are different.</a:t>
            </a:r>
          </a:p>
          <a:p>
            <a:pPr lvl="1"/>
            <a:r>
              <a:rPr lang="en-GB" dirty="0"/>
              <a:t>We recognize semantics from representations by using patterns.</a:t>
            </a:r>
          </a:p>
          <a:p>
            <a:pPr lvl="1"/>
            <a:r>
              <a:rPr lang="en-GB" dirty="0"/>
              <a:t>Different ways of representations have different patterns.</a:t>
            </a:r>
          </a:p>
          <a:p>
            <a:r>
              <a:rPr lang="en-GB" dirty="0"/>
              <a:t>IF the adversary cannot find patterns, it gets a hard time to extract semantics from a given representation.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D34CD-01F9-2A43-82F7-EB3A91634D1E}"/>
              </a:ext>
            </a:extLst>
          </p:cNvPr>
          <p:cNvSpPr txBox="1"/>
          <p:nvPr/>
        </p:nvSpPr>
        <p:spPr>
          <a:xfrm>
            <a:off x="1552074" y="4584412"/>
            <a:ext cx="8763000" cy="58477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Comic Sans MS" panose="030F0902030302020204" pitchFamily="66" charset="0"/>
              </a:rPr>
              <a:t>“Two”, “2”, “</a:t>
            </a:r>
            <a:r>
              <a:rPr lang="zh-CN" altLang="en-GB" sz="3200" dirty="0">
                <a:latin typeface="Comic Sans MS" panose="030F0902030302020204" pitchFamily="66" charset="0"/>
              </a:rPr>
              <a:t>贰</a:t>
            </a:r>
            <a:r>
              <a:rPr lang="en-US" altLang="zh-CN" sz="3200" dirty="0">
                <a:latin typeface="Comic Sans MS" panose="030F0902030302020204" pitchFamily="66" charset="0"/>
              </a:rPr>
              <a:t>”</a:t>
            </a:r>
            <a:r>
              <a:rPr lang="en-GB" altLang="zh-CN" sz="3200" dirty="0">
                <a:latin typeface="Comic Sans MS" panose="030F0902030302020204" pitchFamily="66" charset="0"/>
              </a:rPr>
              <a:t> </a:t>
            </a:r>
            <a:r>
              <a:rPr lang="en-US" altLang="zh-CN" sz="3200" dirty="0">
                <a:latin typeface="Comic Sans MS" panose="030F0902030302020204" pitchFamily="66" charset="0"/>
              </a:rPr>
              <a:t>, “</a:t>
            </a:r>
            <a:r>
              <a:rPr lang="az-Cyrl-AZ" sz="3200" dirty="0"/>
              <a:t>два</a:t>
            </a:r>
            <a:r>
              <a:rPr lang="en-US" sz="3200" dirty="0">
                <a:latin typeface="Comic Sans MS" panose="030F0902030302020204" pitchFamily="66" charset="0"/>
              </a:rPr>
              <a:t>”, “</a:t>
            </a:r>
            <a:r>
              <a:rPr lang="es-ES" sz="3200" dirty="0">
                <a:latin typeface="Comic Sans MS" panose="030F0902030302020204" pitchFamily="66" charset="0"/>
              </a:rPr>
              <a:t>dos”, “</a:t>
            </a:r>
            <a:r>
              <a:rPr lang="ms-MY" sz="3200" dirty="0">
                <a:latin typeface="Comic Sans MS" panose="030F0902030302020204" pitchFamily="66" charset="0"/>
              </a:rPr>
              <a:t>dua”, “</a:t>
            </a:r>
            <a:r>
              <a:rPr lang="zu-ZA" sz="3200" dirty="0" err="1">
                <a:latin typeface="Comic Sans MS" panose="030F0902030302020204" pitchFamily="66" charset="0"/>
              </a:rPr>
              <a:t>ezimbil</a:t>
            </a:r>
            <a:r>
              <a:rPr lang="zu-ZA" sz="3200" dirty="0">
                <a:latin typeface="Comic Sans MS" panose="030F0902030302020204" pitchFamily="66" charset="0"/>
              </a:rPr>
              <a:t>”</a:t>
            </a:r>
            <a:endParaRPr lang="en-GB" sz="3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B42C2E-A210-9489-9799-132056C34E27}"/>
                  </a:ext>
                </a:extLst>
              </p14:cNvPr>
              <p14:cNvContentPartPr/>
              <p14:nvPr/>
            </p14:nvContentPartPr>
            <p14:xfrm>
              <a:off x="577440" y="3627000"/>
              <a:ext cx="7013520" cy="90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B42C2E-A210-9489-9799-132056C34E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8080" y="3617640"/>
                <a:ext cx="7032240" cy="9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765E588-35FE-7AEC-D052-AB5F1C2BE5D4}"/>
                  </a:ext>
                </a:extLst>
              </p14:cNvPr>
              <p14:cNvContentPartPr/>
              <p14:nvPr/>
            </p14:nvContentPartPr>
            <p14:xfrm>
              <a:off x="4841698" y="4182966"/>
              <a:ext cx="978840" cy="285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765E588-35FE-7AEC-D052-AB5F1C2BE5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31258" y="4172526"/>
                <a:ext cx="10000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ECAE496-F987-537F-C03D-BA77365533EF}"/>
                  </a:ext>
                </a:extLst>
              </p14:cNvPr>
              <p14:cNvContentPartPr/>
              <p14:nvPr/>
            </p14:nvContentPartPr>
            <p14:xfrm>
              <a:off x="4132858" y="4131126"/>
              <a:ext cx="491400" cy="348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ECAE496-F987-537F-C03D-BA77365533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22066" y="4120326"/>
                <a:ext cx="512624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85D7ED4-579D-228F-A98F-F1E0E6273E3D}"/>
                  </a:ext>
                </a:extLst>
              </p14:cNvPr>
              <p14:cNvContentPartPr/>
              <p14:nvPr/>
            </p14:nvContentPartPr>
            <p14:xfrm>
              <a:off x="3710218" y="4205286"/>
              <a:ext cx="246960" cy="255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85D7ED4-579D-228F-A98F-F1E0E6273E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9763" y="4194486"/>
                <a:ext cx="268231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A0FE6A3-8CD8-C955-5F31-6D7E4254327B}"/>
                  </a:ext>
                </a:extLst>
              </p14:cNvPr>
              <p14:cNvContentPartPr/>
              <p14:nvPr/>
            </p14:nvContentPartPr>
            <p14:xfrm>
              <a:off x="5998072" y="4233090"/>
              <a:ext cx="586800" cy="220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A0FE6A3-8CD8-C955-5F31-6D7E4254327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87632" y="4222290"/>
                <a:ext cx="6080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68470A4-AB59-BB5B-52A8-A61C9E1B2F81}"/>
                  </a:ext>
                </a:extLst>
              </p14:cNvPr>
              <p14:cNvContentPartPr/>
              <p14:nvPr/>
            </p14:nvContentPartPr>
            <p14:xfrm>
              <a:off x="6701152" y="4280610"/>
              <a:ext cx="865440" cy="171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68470A4-AB59-BB5B-52A8-A61C9E1B2F8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90712" y="4269833"/>
                <a:ext cx="886680" cy="192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F7AEA1A-D25E-6A5B-AA14-CD4AB9E06BFE}"/>
                  </a:ext>
                </a:extLst>
              </p14:cNvPr>
              <p14:cNvContentPartPr/>
              <p14:nvPr/>
            </p14:nvContentPartPr>
            <p14:xfrm>
              <a:off x="2941867" y="5370627"/>
              <a:ext cx="233280" cy="338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F7AEA1A-D25E-6A5B-AA14-CD4AB9E06B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31427" y="5359838"/>
                <a:ext cx="254520" cy="3599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49F83BD-AFF4-1C51-FB97-DCE3CDD4B632}"/>
                  </a:ext>
                </a:extLst>
              </p14:cNvPr>
              <p14:cNvContentPartPr/>
              <p14:nvPr/>
            </p14:nvContentPartPr>
            <p14:xfrm>
              <a:off x="1580347" y="5314107"/>
              <a:ext cx="1108080" cy="4730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49F83BD-AFF4-1C51-FB97-DCE3CDD4B6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9547" y="5303307"/>
                <a:ext cx="112932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F1B1080-3D56-C531-EBC4-1E820DB3488D}"/>
                  </a:ext>
                </a:extLst>
              </p14:cNvPr>
              <p14:cNvContentPartPr/>
              <p14:nvPr/>
            </p14:nvContentPartPr>
            <p14:xfrm>
              <a:off x="3534787" y="5405907"/>
              <a:ext cx="903600" cy="4237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F1B1080-3D56-C531-EBC4-1E820DB3488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23987" y="5395107"/>
                <a:ext cx="92484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A48DE85-B462-CE9D-676C-E18429F40454}"/>
                  </a:ext>
                </a:extLst>
              </p14:cNvPr>
              <p14:cNvContentPartPr/>
              <p14:nvPr/>
            </p14:nvContentPartPr>
            <p14:xfrm>
              <a:off x="4769227" y="5364147"/>
              <a:ext cx="331920" cy="4402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A48DE85-B462-CE9D-676C-E18429F4045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58427" y="5353338"/>
                <a:ext cx="353160" cy="461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CD94B1E-5EE1-3C5F-CB6C-21673858EA64}"/>
                  </a:ext>
                </a:extLst>
              </p14:cNvPr>
              <p14:cNvContentPartPr/>
              <p14:nvPr/>
            </p14:nvContentPartPr>
            <p14:xfrm>
              <a:off x="5087827" y="5448027"/>
              <a:ext cx="140040" cy="246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CD94B1E-5EE1-3C5F-CB6C-21673858EA6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77027" y="5437227"/>
                <a:ext cx="1612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48FE2FE-4FD8-48B9-A609-B93D9B840927}"/>
                  </a:ext>
                </a:extLst>
              </p14:cNvPr>
              <p14:cNvContentPartPr/>
              <p14:nvPr/>
            </p14:nvContentPartPr>
            <p14:xfrm>
              <a:off x="5242267" y="5392587"/>
              <a:ext cx="127440" cy="3272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48FE2FE-4FD8-48B9-A609-B93D9B84092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31467" y="5381787"/>
                <a:ext cx="1486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7D52768-F3CD-8F61-429C-46906DCCC39E}"/>
                  </a:ext>
                </a:extLst>
              </p14:cNvPr>
              <p14:cNvContentPartPr/>
              <p14:nvPr/>
            </p14:nvContentPartPr>
            <p14:xfrm>
              <a:off x="5326867" y="5420667"/>
              <a:ext cx="233280" cy="315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7D52768-F3CD-8F61-429C-46906DCCC39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16067" y="5409867"/>
                <a:ext cx="2545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DCDC5AE-E711-327A-FC9A-4756A63253E4}"/>
                  </a:ext>
                </a:extLst>
              </p14:cNvPr>
              <p14:cNvContentPartPr/>
              <p14:nvPr/>
            </p14:nvContentPartPr>
            <p14:xfrm>
              <a:off x="5848867" y="5398707"/>
              <a:ext cx="353160" cy="3038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DCDC5AE-E711-327A-FC9A-4756A63253E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38056" y="5387894"/>
                <a:ext cx="374422" cy="325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DDB92C9-E4A7-A722-A71F-29136FE8C055}"/>
                  </a:ext>
                </a:extLst>
              </p14:cNvPr>
              <p14:cNvContentPartPr/>
              <p14:nvPr/>
            </p14:nvContentPartPr>
            <p14:xfrm>
              <a:off x="6215707" y="5399427"/>
              <a:ext cx="183960" cy="2707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DDB92C9-E4A7-A722-A71F-29136FE8C05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04886" y="5388627"/>
                <a:ext cx="205242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2E7C31A-1817-A39F-3148-3D2345ED6CF0}"/>
                  </a:ext>
                </a:extLst>
              </p14:cNvPr>
              <p14:cNvContentPartPr/>
              <p14:nvPr/>
            </p14:nvContentPartPr>
            <p14:xfrm>
              <a:off x="6314707" y="5438667"/>
              <a:ext cx="219240" cy="172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2E7C31A-1817-A39F-3148-3D2345ED6CF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03907" y="5427867"/>
                <a:ext cx="2404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0B3A826-2191-B03F-8124-5605092DB376}"/>
                  </a:ext>
                </a:extLst>
              </p14:cNvPr>
              <p14:cNvContentPartPr/>
              <p14:nvPr/>
            </p14:nvContentPartPr>
            <p14:xfrm>
              <a:off x="6582547" y="5384667"/>
              <a:ext cx="35640" cy="3366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0B3A826-2191-B03F-8124-5605092DB3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71747" y="5373879"/>
                <a:ext cx="56880" cy="357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CF5FB83-431A-BAA2-02D0-2B6D977F29E7}"/>
                  </a:ext>
                </a:extLst>
              </p14:cNvPr>
              <p14:cNvContentPartPr/>
              <p14:nvPr/>
            </p14:nvContentPartPr>
            <p14:xfrm>
              <a:off x="6646267" y="5426787"/>
              <a:ext cx="120240" cy="162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CF5FB83-431A-BAA2-02D0-2B6D977F29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635467" y="5415987"/>
                <a:ext cx="1414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255E621-F5D2-251A-A015-F41EA7CECD26}"/>
                  </a:ext>
                </a:extLst>
              </p14:cNvPr>
              <p14:cNvContentPartPr/>
              <p14:nvPr/>
            </p14:nvContentPartPr>
            <p14:xfrm>
              <a:off x="6801427" y="5385387"/>
              <a:ext cx="84960" cy="246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255E621-F5D2-251A-A015-F41EA7CECD2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90673" y="5374571"/>
                <a:ext cx="106110" cy="267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D718FE9-6ED6-BF56-91D1-43FEFF45CF42}"/>
                  </a:ext>
                </a:extLst>
              </p14:cNvPr>
              <p14:cNvContentPartPr/>
              <p14:nvPr/>
            </p14:nvContentPartPr>
            <p14:xfrm>
              <a:off x="6914107" y="5441187"/>
              <a:ext cx="190800" cy="257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D718FE9-6ED6-BF56-91D1-43FEFF45CF4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903307" y="5430387"/>
                <a:ext cx="21204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111F789-AAB2-0D2C-FC3F-302235520939}"/>
                  </a:ext>
                </a:extLst>
              </p14:cNvPr>
              <p14:cNvContentPartPr/>
              <p14:nvPr/>
            </p14:nvContentPartPr>
            <p14:xfrm>
              <a:off x="7372747" y="5324907"/>
              <a:ext cx="28440" cy="3844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111F789-AAB2-0D2C-FC3F-30223552093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61947" y="5314107"/>
                <a:ext cx="4968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855C41A-E466-42D8-ABF2-EF8701C54F50}"/>
                  </a:ext>
                </a:extLst>
              </p14:cNvPr>
              <p14:cNvContentPartPr/>
              <p14:nvPr/>
            </p14:nvContentPartPr>
            <p14:xfrm>
              <a:off x="7288147" y="5377467"/>
              <a:ext cx="247320" cy="141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855C41A-E466-42D8-ABF2-EF8701C54F5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77347" y="5366667"/>
                <a:ext cx="2685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AF65E25-A774-36E3-DC91-34EC6AF304F5}"/>
                  </a:ext>
                </a:extLst>
              </p14:cNvPr>
              <p14:cNvContentPartPr/>
              <p14:nvPr/>
            </p14:nvContentPartPr>
            <p14:xfrm>
              <a:off x="7542307" y="5314107"/>
              <a:ext cx="155520" cy="3772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AF65E25-A774-36E3-DC91-34EC6AF304F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531507" y="5303317"/>
                <a:ext cx="176760" cy="39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9B4AD7C-F51F-1B6F-6305-B00D0D4F8876}"/>
                  </a:ext>
                </a:extLst>
              </p14:cNvPr>
              <p14:cNvContentPartPr/>
              <p14:nvPr/>
            </p14:nvContentPartPr>
            <p14:xfrm>
              <a:off x="7669387" y="5455227"/>
              <a:ext cx="172800" cy="1900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9B4AD7C-F51F-1B6F-6305-B00D0D4F887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58587" y="5444427"/>
                <a:ext cx="1940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0952A3C-F636-0C1A-1086-FEF0B790F728}"/>
                  </a:ext>
                </a:extLst>
              </p14:cNvPr>
              <p14:cNvContentPartPr/>
              <p14:nvPr/>
            </p14:nvContentPartPr>
            <p14:xfrm>
              <a:off x="7895107" y="5436507"/>
              <a:ext cx="148680" cy="2458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0952A3C-F636-0C1A-1086-FEF0B790F72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884307" y="5425707"/>
                <a:ext cx="1699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F93C59D-B26D-2B91-4B95-9EFCCAB2096C}"/>
                  </a:ext>
                </a:extLst>
              </p14:cNvPr>
              <p14:cNvContentPartPr/>
              <p14:nvPr/>
            </p14:nvContentPartPr>
            <p14:xfrm>
              <a:off x="8304067" y="5419947"/>
              <a:ext cx="1129320" cy="4078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F93C59D-B26D-2B91-4B95-9EFCCAB2096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293627" y="5409147"/>
                <a:ext cx="115056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45FC5DAE-CBAC-845F-9DA0-D4AB483E7A9A}"/>
                  </a:ext>
                </a:extLst>
              </p14:cNvPr>
              <p14:cNvContentPartPr/>
              <p14:nvPr/>
            </p14:nvContentPartPr>
            <p14:xfrm>
              <a:off x="10166707" y="5455227"/>
              <a:ext cx="261720" cy="353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45FC5DAE-CBAC-845F-9DA0-D4AB483E7A9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156253" y="5444427"/>
                <a:ext cx="282989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0514E38-7FDC-E32F-52EF-27F8D6ADF428}"/>
                  </a:ext>
                </a:extLst>
              </p14:cNvPr>
              <p14:cNvContentPartPr/>
              <p14:nvPr/>
            </p14:nvContentPartPr>
            <p14:xfrm>
              <a:off x="9581347" y="5504547"/>
              <a:ext cx="360000" cy="3520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0514E38-7FDC-E32F-52EF-27F8D6ADF42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570558" y="5494118"/>
                <a:ext cx="381219" cy="373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7CFF68D1-3B5F-F0EE-BC8E-B26FB04ACEB7}"/>
                  </a:ext>
                </a:extLst>
              </p14:cNvPr>
              <p14:cNvContentPartPr/>
              <p14:nvPr/>
            </p14:nvContentPartPr>
            <p14:xfrm>
              <a:off x="10647307" y="5409867"/>
              <a:ext cx="190080" cy="433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7CFF68D1-3B5F-F0EE-BC8E-B26FB04ACEB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636867" y="5399067"/>
                <a:ext cx="21132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BF398DE-354E-4A0F-07EE-F0D15F566281}"/>
                  </a:ext>
                </a:extLst>
              </p14:cNvPr>
              <p14:cNvContentPartPr/>
              <p14:nvPr/>
            </p14:nvContentPartPr>
            <p14:xfrm>
              <a:off x="10851427" y="5567907"/>
              <a:ext cx="141480" cy="246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BF398DE-354E-4A0F-07EE-F0D15F56628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840627" y="5557467"/>
                <a:ext cx="1627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06FC0556-F2FA-0291-6642-E7EC069626A5}"/>
                  </a:ext>
                </a:extLst>
              </p14:cNvPr>
              <p14:cNvContentPartPr/>
              <p14:nvPr/>
            </p14:nvContentPartPr>
            <p14:xfrm>
              <a:off x="10965547" y="5575107"/>
              <a:ext cx="157320" cy="2685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06FC0556-F2FA-0291-6642-E7EC069626A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955107" y="5564667"/>
                <a:ext cx="1785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AD314DD7-6748-0E1E-6B6B-D3F082BF6729}"/>
                  </a:ext>
                </a:extLst>
              </p14:cNvPr>
              <p14:cNvContentPartPr/>
              <p14:nvPr/>
            </p14:nvContentPartPr>
            <p14:xfrm>
              <a:off x="11098387" y="5553867"/>
              <a:ext cx="148680" cy="3250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AD314DD7-6748-0E1E-6B6B-D3F082BF67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087587" y="5543427"/>
                <a:ext cx="16992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CF95FE9-E440-0CBE-A6E2-27841A2DEAE3}"/>
                  </a:ext>
                </a:extLst>
              </p14:cNvPr>
              <p14:cNvContentPartPr/>
              <p14:nvPr/>
            </p14:nvContentPartPr>
            <p14:xfrm>
              <a:off x="11450827" y="5549907"/>
              <a:ext cx="162720" cy="3038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CF95FE9-E440-0CBE-A6E2-27841A2DEAE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440387" y="5539467"/>
                <a:ext cx="1839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BA347EB-1DC4-B53C-72E9-EE3DF9150DB9}"/>
                  </a:ext>
                </a:extLst>
              </p14:cNvPr>
              <p14:cNvContentPartPr/>
              <p14:nvPr/>
            </p14:nvContentPartPr>
            <p14:xfrm>
              <a:off x="11613907" y="5539827"/>
              <a:ext cx="126720" cy="2746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BA347EB-1DC4-B53C-72E9-EE3DF9150DB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603467" y="5529387"/>
                <a:ext cx="1479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7B5E231-FFA9-F9D4-FF8D-99B6AA5F325F}"/>
                  </a:ext>
                </a:extLst>
              </p14:cNvPr>
              <p14:cNvContentPartPr/>
              <p14:nvPr/>
            </p14:nvContentPartPr>
            <p14:xfrm>
              <a:off x="11775547" y="5504547"/>
              <a:ext cx="7560" cy="381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7B5E231-FFA9-F9D4-FF8D-99B6AA5F325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764747" y="5494107"/>
                <a:ext cx="2880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829964A-D6AD-FD26-4328-4DE5A20CF5C9}"/>
                  </a:ext>
                </a:extLst>
              </p14:cNvPr>
              <p14:cNvContentPartPr/>
              <p14:nvPr/>
            </p14:nvContentPartPr>
            <p14:xfrm>
              <a:off x="11697787" y="5680947"/>
              <a:ext cx="183960" cy="84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829964A-D6AD-FD26-4328-4DE5A20CF5C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687347" y="5670507"/>
                <a:ext cx="2052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CC482DF-DFE3-A8FF-FCDE-D8EC64AA3B7E}"/>
                  </a:ext>
                </a:extLst>
              </p14:cNvPr>
              <p14:cNvContentPartPr/>
              <p14:nvPr/>
            </p14:nvContentPartPr>
            <p14:xfrm>
              <a:off x="1594387" y="5857347"/>
              <a:ext cx="155520" cy="2858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CC482DF-DFE3-A8FF-FCDE-D8EC64AA3B7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83587" y="5846547"/>
                <a:ext cx="1767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78BA619-5E1E-7BB6-106A-BBD4F8896E8F}"/>
                  </a:ext>
                </a:extLst>
              </p14:cNvPr>
              <p14:cNvContentPartPr/>
              <p14:nvPr/>
            </p14:nvContentPartPr>
            <p14:xfrm>
              <a:off x="1756747" y="5850147"/>
              <a:ext cx="176760" cy="2473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78BA619-5E1E-7BB6-106A-BBD4F8896E8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745947" y="5839707"/>
                <a:ext cx="1980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9D349CA6-DD75-AA13-3922-E9A0D48C0D0B}"/>
                  </a:ext>
                </a:extLst>
              </p14:cNvPr>
              <p14:cNvContentPartPr/>
              <p14:nvPr/>
            </p14:nvContentPartPr>
            <p14:xfrm>
              <a:off x="1919107" y="5857347"/>
              <a:ext cx="183960" cy="327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9D349CA6-DD75-AA13-3922-E9A0D48C0D0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908307" y="5846547"/>
                <a:ext cx="20520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D5700D3-9EBC-528B-2767-D7D13BCB3DC1}"/>
                  </a:ext>
                </a:extLst>
              </p14:cNvPr>
              <p14:cNvContentPartPr/>
              <p14:nvPr/>
            </p14:nvContentPartPr>
            <p14:xfrm>
              <a:off x="2123587" y="5889387"/>
              <a:ext cx="141480" cy="20664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D5700D3-9EBC-528B-2767-D7D13BCB3DC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112787" y="5878947"/>
                <a:ext cx="1627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A8BC3F0-53ED-AFDC-52E4-16D392FD20E6}"/>
                  </a:ext>
                </a:extLst>
              </p14:cNvPr>
              <p14:cNvContentPartPr/>
              <p14:nvPr/>
            </p14:nvContentPartPr>
            <p14:xfrm>
              <a:off x="2299987" y="5955987"/>
              <a:ext cx="360" cy="950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A8BC3F0-53ED-AFDC-52E4-16D392FD20E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289187" y="5945547"/>
                <a:ext cx="216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13226F9-9BB2-CA4F-B718-55AA1B6ABD49}"/>
                  </a:ext>
                </a:extLst>
              </p14:cNvPr>
              <p14:cNvContentPartPr/>
              <p14:nvPr/>
            </p14:nvContentPartPr>
            <p14:xfrm>
              <a:off x="2299987" y="5836107"/>
              <a:ext cx="7560" cy="284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13226F9-9BB2-CA4F-B718-55AA1B6ABD4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89187" y="5825667"/>
                <a:ext cx="288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0AD117C-DBCC-23ED-5016-A41038325C8B}"/>
                  </a:ext>
                </a:extLst>
              </p14:cNvPr>
              <p14:cNvContentPartPr/>
              <p14:nvPr/>
            </p14:nvContentPartPr>
            <p14:xfrm>
              <a:off x="2363347" y="5800827"/>
              <a:ext cx="339120" cy="2361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0AD117C-DBCC-23ED-5016-A41038325C8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52907" y="5790387"/>
                <a:ext cx="3603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047F88F-FD34-4988-B65D-EE1F2FC76566}"/>
                  </a:ext>
                </a:extLst>
              </p14:cNvPr>
              <p14:cNvContentPartPr/>
              <p14:nvPr/>
            </p14:nvContentPartPr>
            <p14:xfrm>
              <a:off x="2991547" y="5849427"/>
              <a:ext cx="204840" cy="2120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047F88F-FD34-4988-B65D-EE1F2FC7656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80747" y="5838987"/>
                <a:ext cx="2260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2C971ED4-472B-6B03-3F42-95B8AE8B0D5A}"/>
                  </a:ext>
                </a:extLst>
              </p14:cNvPr>
              <p14:cNvContentPartPr/>
              <p14:nvPr/>
            </p14:nvContentPartPr>
            <p14:xfrm>
              <a:off x="3379267" y="5800827"/>
              <a:ext cx="70920" cy="310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2C971ED4-472B-6B03-3F42-95B8AE8B0D5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368827" y="5790387"/>
                <a:ext cx="9216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0B67DC1C-2C18-2AC1-DBCF-CE28BF657CD2}"/>
                  </a:ext>
                </a:extLst>
              </p14:cNvPr>
              <p14:cNvContentPartPr/>
              <p14:nvPr/>
            </p14:nvContentPartPr>
            <p14:xfrm>
              <a:off x="3428947" y="5864547"/>
              <a:ext cx="134280" cy="1908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0B67DC1C-2C18-2AC1-DBCF-CE28BF657CD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418147" y="5853747"/>
                <a:ext cx="1555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E250976-3623-2D7A-2A2B-8513147147F7}"/>
                  </a:ext>
                </a:extLst>
              </p14:cNvPr>
              <p14:cNvContentPartPr/>
              <p14:nvPr/>
            </p14:nvContentPartPr>
            <p14:xfrm>
              <a:off x="3549547" y="5878587"/>
              <a:ext cx="162000" cy="2473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E250976-3623-2D7A-2A2B-8513147147F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539107" y="5867787"/>
                <a:ext cx="1832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839F455-43BE-CA9E-6100-8C441BB25F93}"/>
                  </a:ext>
                </a:extLst>
              </p14:cNvPr>
              <p14:cNvContentPartPr/>
              <p14:nvPr/>
            </p14:nvContentPartPr>
            <p14:xfrm>
              <a:off x="3718027" y="5906667"/>
              <a:ext cx="233280" cy="3373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839F455-43BE-CA9E-6100-8C441BB25F9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707587" y="5896227"/>
                <a:ext cx="25452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44BE0D0-1A6B-81DD-3AE7-7831BE1C4086}"/>
                  </a:ext>
                </a:extLst>
              </p14:cNvPr>
              <p14:cNvContentPartPr/>
              <p14:nvPr/>
            </p14:nvContentPartPr>
            <p14:xfrm>
              <a:off x="4042747" y="6083067"/>
              <a:ext cx="7560" cy="428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44BE0D0-1A6B-81DD-3AE7-7831BE1C408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031947" y="6072627"/>
                <a:ext cx="28800" cy="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163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Rationale of Encryption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2D91C-D0C7-964D-B920-CB5BEF5EA09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>
          <a:xfrm>
            <a:off x="513349" y="1268243"/>
            <a:ext cx="10840451" cy="3490024"/>
          </a:xfrm>
        </p:spPr>
        <p:txBody>
          <a:bodyPr>
            <a:normAutofit/>
          </a:bodyPr>
          <a:lstStyle/>
          <a:p>
            <a:r>
              <a:rPr lang="en-US" dirty="0"/>
              <a:t>GOAL: to make the ciphertext without patterns recognizable to the adversary. </a:t>
            </a:r>
          </a:p>
          <a:p>
            <a:pPr lvl="1"/>
            <a:r>
              <a:rPr lang="en-US" dirty="0"/>
              <a:t>Ideally, the ciphertext is random, i.e., no pattern!</a:t>
            </a:r>
          </a:p>
          <a:p>
            <a:r>
              <a:rPr lang="en-US" dirty="0"/>
              <a:t>Approach 1: substitution</a:t>
            </a:r>
          </a:p>
          <a:p>
            <a:pPr lvl="1"/>
            <a:r>
              <a:rPr lang="en-US" dirty="0"/>
              <a:t>Substitution can be made on the symbol set or on a fixed sized group of symbols. </a:t>
            </a:r>
          </a:p>
          <a:p>
            <a:pPr lvl="1"/>
            <a:r>
              <a:rPr lang="en-US" dirty="0"/>
              <a:t>E.g., “A” </a:t>
            </a:r>
            <a:r>
              <a:rPr lang="en-US" dirty="0">
                <a:sym typeface="Wingdings" pitchFamily="2" charset="2"/>
              </a:rPr>
              <a:t> “132”, “B” “888 ”, ...</a:t>
            </a:r>
            <a:endParaRPr lang="en-US" dirty="0"/>
          </a:p>
          <a:p>
            <a:r>
              <a:rPr lang="en-US" dirty="0"/>
              <a:t>Approach 2: shuffle or permutation</a:t>
            </a:r>
          </a:p>
          <a:p>
            <a:pPr lvl="1"/>
            <a:r>
              <a:rPr lang="en-US" dirty="0"/>
              <a:t>Rearrange the symbols to different positions in the ciphertext.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CB1953-1926-48AD-E107-12F6801EF137}"/>
              </a:ext>
            </a:extLst>
          </p:cNvPr>
          <p:cNvSpPr/>
          <p:nvPr/>
        </p:nvSpPr>
        <p:spPr>
          <a:xfrm>
            <a:off x="1166592" y="4881229"/>
            <a:ext cx="9533964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rgbClr val="002060"/>
                </a:solidFill>
                <a:latin typeface="Comic Sans MS" panose="030F0902030302020204" pitchFamily="66" charset="0"/>
              </a:rPr>
              <a:t>But, we need a way to get back the original data!!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1E0C41A-239B-906D-C06D-0E0B3BE9F1AE}"/>
                  </a:ext>
                </a:extLst>
              </p14:cNvPr>
              <p14:cNvContentPartPr/>
              <p14:nvPr/>
            </p14:nvContentPartPr>
            <p14:xfrm>
              <a:off x="3571654" y="1011650"/>
              <a:ext cx="840600" cy="391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1E0C41A-239B-906D-C06D-0E0B3BE9F1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61210" y="1000850"/>
                <a:ext cx="861849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F73409F-E7C3-84F8-B246-5B82A9AF9675}"/>
                  </a:ext>
                </a:extLst>
              </p14:cNvPr>
              <p14:cNvContentPartPr/>
              <p14:nvPr/>
            </p14:nvContentPartPr>
            <p14:xfrm>
              <a:off x="5374259" y="484299"/>
              <a:ext cx="902520" cy="2221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F73409F-E7C3-84F8-B246-5B82A9AF96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63463" y="473859"/>
                <a:ext cx="923752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CCCC359-A313-3A64-E896-63451D8E31AE}"/>
                  </a:ext>
                </a:extLst>
              </p14:cNvPr>
              <p14:cNvContentPartPr/>
              <p14:nvPr/>
            </p14:nvContentPartPr>
            <p14:xfrm>
              <a:off x="6376499" y="539019"/>
              <a:ext cx="87840" cy="1252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CCCC359-A313-3A64-E896-63451D8E31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65699" y="528579"/>
                <a:ext cx="1090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E614556-0991-8DC6-71E0-AEABE15586DD}"/>
                  </a:ext>
                </a:extLst>
              </p14:cNvPr>
              <p14:cNvContentPartPr/>
              <p14:nvPr/>
            </p14:nvContentPartPr>
            <p14:xfrm>
              <a:off x="6623459" y="578979"/>
              <a:ext cx="557280" cy="1378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E614556-0991-8DC6-71E0-AEABE15586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13019" y="568539"/>
                <a:ext cx="578520" cy="1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91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328" y="116632"/>
            <a:ext cx="11161336" cy="1143000"/>
          </a:xfrm>
        </p:spPr>
        <p:txBody>
          <a:bodyPr>
            <a:normAutofit/>
          </a:bodyPr>
          <a:lstStyle/>
          <a:p>
            <a:r>
              <a:rPr lang="en-US" dirty="0"/>
              <a:t>Substitution – an example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64" y="1259632"/>
            <a:ext cx="6380956" cy="47906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473276-65D8-BF4F-E8EB-372873B39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925" y="211711"/>
            <a:ext cx="3219450" cy="6019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F37EDF-E3DC-E228-021B-F3DFDB603C04}"/>
              </a:ext>
            </a:extLst>
          </p:cNvPr>
          <p:cNvSpPr txBox="1"/>
          <p:nvPr/>
        </p:nvSpPr>
        <p:spPr>
          <a:xfrm>
            <a:off x="2743201" y="6413194"/>
            <a:ext cx="8672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>
                <a:hlinkClick r:id="rId4"/>
              </a:rPr>
              <a:t>https://cryptological.wordpress.com/2018/01/06/sherlock-holmes-the-dancing-men/</a:t>
            </a:r>
            <a:endParaRPr lang="en-SG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6BCE362-6BEE-A810-F436-BF4C62F03187}"/>
                  </a:ext>
                </a:extLst>
              </p14:cNvPr>
              <p14:cNvContentPartPr/>
              <p14:nvPr/>
            </p14:nvContentPartPr>
            <p14:xfrm>
              <a:off x="4861027" y="3473427"/>
              <a:ext cx="1665720" cy="387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6BCE362-6BEE-A810-F436-BF4C62F031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50585" y="3462637"/>
                <a:ext cx="1686965" cy="408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29661ED-480B-A36B-A80C-D82B4B3029ED}"/>
                  </a:ext>
                </a:extLst>
              </p14:cNvPr>
              <p14:cNvContentPartPr/>
              <p14:nvPr/>
            </p14:nvContentPartPr>
            <p14:xfrm>
              <a:off x="5532067" y="2958267"/>
              <a:ext cx="627840" cy="383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29661ED-480B-A36B-A80C-D82B4B3029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21621" y="2947827"/>
                <a:ext cx="649092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A0BE912-F070-E030-68B1-B13904579B68}"/>
                  </a:ext>
                </a:extLst>
              </p14:cNvPr>
              <p14:cNvContentPartPr/>
              <p14:nvPr/>
            </p14:nvContentPartPr>
            <p14:xfrm>
              <a:off x="4229947" y="3006867"/>
              <a:ext cx="1019520" cy="268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A0BE912-F070-E030-68B1-B13904579B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19507" y="2996427"/>
                <a:ext cx="10407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A8FA1E8-5A72-3BBE-64A0-FCA7F153C61F}"/>
                  </a:ext>
                </a:extLst>
              </p14:cNvPr>
              <p14:cNvContentPartPr/>
              <p14:nvPr/>
            </p14:nvContentPartPr>
            <p14:xfrm>
              <a:off x="5870827" y="3878787"/>
              <a:ext cx="1092960" cy="458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A8FA1E8-5A72-3BBE-64A0-FCA7F153C61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60390" y="3867995"/>
                <a:ext cx="1114193" cy="479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D5D9060-ECFF-52DD-ADDC-102243BD097E}"/>
                  </a:ext>
                </a:extLst>
              </p14:cNvPr>
              <p14:cNvContentPartPr/>
              <p14:nvPr/>
            </p14:nvContentPartPr>
            <p14:xfrm>
              <a:off x="5961907" y="4495467"/>
              <a:ext cx="1122120" cy="385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D5D9060-ECFF-52DD-ADDC-102243BD097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51107" y="4485027"/>
                <a:ext cx="1143360" cy="40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698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3" y="1259632"/>
            <a:ext cx="2612705" cy="25226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99855" y="1447614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TOM MARVOLO RIDDLE</a:t>
            </a:r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96" y="2204864"/>
            <a:ext cx="5040560" cy="352839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19535" y="4177123"/>
            <a:ext cx="2880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Harry Potter and the Chamber of Secrets (2002</a:t>
            </a:r>
            <a:r>
              <a:rPr lang="en-US" dirty="0"/>
              <a:t>)</a:t>
            </a:r>
            <a:endParaRPr lang="en-A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646BEC-BF87-36AC-D61B-9F61EADF62C1}"/>
              </a:ext>
            </a:extLst>
          </p:cNvPr>
          <p:cNvSpPr txBox="1">
            <a:spLocks/>
          </p:cNvSpPr>
          <p:nvPr/>
        </p:nvSpPr>
        <p:spPr>
          <a:xfrm>
            <a:off x="669303" y="116632"/>
            <a:ext cx="9312897" cy="1143000"/>
          </a:xfrm>
          <a:prstGeom prst="rect">
            <a:avLst/>
          </a:prstGeom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Arial Nova" panose="020B0504020202020204" pitchFamily="34" charset="0"/>
                <a:ea typeface="Arial Nova" panose="020B0504020202020204" pitchFamily="34" charset="0"/>
                <a:cs typeface="Arial Nova" panose="020B0504020202020204" pitchFamily="34" charset="0"/>
              </a:defRPr>
            </a:lvl1pPr>
          </a:lstStyle>
          <a:p>
            <a:r>
              <a:rPr lang="en-US" dirty="0"/>
              <a:t>Permutation – an example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399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Encryption/Decryption</a:t>
            </a:r>
            <a:endParaRPr lang="en-US"/>
          </a:p>
        </p:txBody>
      </p:sp>
      <p:pic>
        <p:nvPicPr>
          <p:cNvPr id="154632" name="Picture 8" descr="Bit073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1981201"/>
            <a:ext cx="1544638" cy="720725"/>
          </a:xfrm>
          <a:prstGeom prst="rect">
            <a:avLst/>
          </a:prstGeom>
          <a:noFill/>
        </p:spPr>
      </p:pic>
      <p:sp>
        <p:nvSpPr>
          <p:cNvPr id="154634" name="AutoShape 10"/>
          <p:cNvSpPr>
            <a:spLocks noChangeArrowheads="1"/>
          </p:cNvSpPr>
          <p:nvPr/>
        </p:nvSpPr>
        <p:spPr bwMode="auto">
          <a:xfrm>
            <a:off x="2514600" y="3429000"/>
            <a:ext cx="3048000" cy="1066800"/>
          </a:xfrm>
          <a:prstGeom prst="downArrowCallout">
            <a:avLst>
              <a:gd name="adj1" fmla="val 71429"/>
              <a:gd name="adj2" fmla="val 71429"/>
              <a:gd name="adj3" fmla="val 16667"/>
              <a:gd name="adj4" fmla="val 66667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/>
              <a:t>Encryption</a:t>
            </a:r>
          </a:p>
          <a:p>
            <a:pPr algn="ctr" eaLnBrk="0" hangingPunct="0"/>
            <a:r>
              <a:rPr lang="en-US"/>
              <a:t>algorithm</a:t>
            </a:r>
          </a:p>
        </p:txBody>
      </p:sp>
      <p:sp>
        <p:nvSpPr>
          <p:cNvPr id="154635" name="AutoShape 11"/>
          <p:cNvSpPr>
            <a:spLocks noChangeArrowheads="1"/>
          </p:cNvSpPr>
          <p:nvPr/>
        </p:nvSpPr>
        <p:spPr bwMode="auto">
          <a:xfrm>
            <a:off x="2514600" y="2895600"/>
            <a:ext cx="609600" cy="4572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6" name="AutoShape 12"/>
          <p:cNvSpPr>
            <a:spLocks noChangeArrowheads="1"/>
          </p:cNvSpPr>
          <p:nvPr/>
        </p:nvSpPr>
        <p:spPr bwMode="auto">
          <a:xfrm>
            <a:off x="4648200" y="2819400"/>
            <a:ext cx="609600" cy="533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7" name="Text Box 13"/>
          <p:cNvSpPr txBox="1">
            <a:spLocks noChangeArrowheads="1"/>
          </p:cNvSpPr>
          <p:nvPr/>
        </p:nvSpPr>
        <p:spPr bwMode="auto">
          <a:xfrm>
            <a:off x="2206091" y="2375197"/>
            <a:ext cx="12266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66FF"/>
                </a:solidFill>
                <a:ea typeface="宋体" pitchFamily="2" charset="-122"/>
              </a:rPr>
              <a:t>message</a:t>
            </a: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4" name="AutoShape 9"/>
          <p:cNvSpPr>
            <a:spLocks noChangeArrowheads="1"/>
          </p:cNvSpPr>
          <p:nvPr/>
        </p:nvSpPr>
        <p:spPr bwMode="auto">
          <a:xfrm>
            <a:off x="6608762" y="3733800"/>
            <a:ext cx="3048000" cy="1066800"/>
          </a:xfrm>
          <a:prstGeom prst="downArrowCallout">
            <a:avLst>
              <a:gd name="adj1" fmla="val 71429"/>
              <a:gd name="adj2" fmla="val 71429"/>
              <a:gd name="adj3" fmla="val 16667"/>
              <a:gd name="adj4" fmla="val 66667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/>
              <a:t>Decryption</a:t>
            </a:r>
          </a:p>
          <a:p>
            <a:pPr algn="ctr" eaLnBrk="0" hangingPunct="0"/>
            <a:r>
              <a:rPr lang="en-US"/>
              <a:t>algorithm</a:t>
            </a: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6684962" y="2971800"/>
            <a:ext cx="609600" cy="685800"/>
          </a:xfrm>
          <a:prstGeom prst="downArrow">
            <a:avLst>
              <a:gd name="adj1" fmla="val 50000"/>
              <a:gd name="adj2" fmla="val 28125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AutoShape 11"/>
          <p:cNvSpPr>
            <a:spLocks noChangeArrowheads="1"/>
          </p:cNvSpPr>
          <p:nvPr/>
        </p:nvSpPr>
        <p:spPr bwMode="auto">
          <a:xfrm>
            <a:off x="8818562" y="2971800"/>
            <a:ext cx="609600" cy="685800"/>
          </a:xfrm>
          <a:prstGeom prst="downArrow">
            <a:avLst>
              <a:gd name="adj1" fmla="val 50000"/>
              <a:gd name="adj2" fmla="val 28125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519453" y="4889500"/>
            <a:ext cx="1226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66FF"/>
                </a:solidFill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1" y="4572001"/>
            <a:ext cx="141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ciphertext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9800" y="2362201"/>
            <a:ext cx="1412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ciphertext</a:t>
            </a:r>
          </a:p>
        </p:txBody>
      </p:sp>
      <p:pic>
        <p:nvPicPr>
          <p:cNvPr id="19" name="Picture 8" descr="Bit0737">
            <a:extLst>
              <a:ext uri="{FF2B5EF4-FFF2-40B4-BE49-F238E27FC236}">
                <a16:creationId xmlns:a16="http://schemas.microsoft.com/office/drawing/2014/main" id="{924CDED3-E75F-AE4E-9DC2-1309D7DF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43952" y="1852613"/>
            <a:ext cx="1544638" cy="720725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F9174-B05C-29EB-299C-3F6D3C671CA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EEA5708-084B-3F94-67A3-1DD9A2F77F5E}"/>
                  </a:ext>
                </a:extLst>
              </p14:cNvPr>
              <p14:cNvContentPartPr/>
              <p14:nvPr/>
            </p14:nvContentPartPr>
            <p14:xfrm>
              <a:off x="4174571" y="1597782"/>
              <a:ext cx="1157040" cy="613235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EEA5708-084B-3F94-67A3-1DD9A2F77F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64131" y="1586979"/>
                <a:ext cx="1178280" cy="63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167C036-0512-D411-1ED8-EE7EAE4362DA}"/>
                  </a:ext>
                </a:extLst>
              </p14:cNvPr>
              <p14:cNvContentPartPr/>
              <p14:nvPr/>
            </p14:nvContentPartPr>
            <p14:xfrm>
              <a:off x="4775411" y="1784622"/>
              <a:ext cx="902880" cy="1566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167C036-0512-D411-1ED8-EE7EAE4362D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64611" y="1774158"/>
                <a:ext cx="924120" cy="177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4667" name="Ink 154666">
                <a:extLst>
                  <a:ext uri="{FF2B5EF4-FFF2-40B4-BE49-F238E27FC236}">
                    <a16:creationId xmlns:a16="http://schemas.microsoft.com/office/drawing/2014/main" id="{5A76ED08-F158-A306-FDF4-A23D7F75D27E}"/>
                  </a:ext>
                </a:extLst>
              </p14:cNvPr>
              <p14:cNvContentPartPr/>
              <p14:nvPr/>
            </p14:nvContentPartPr>
            <p14:xfrm>
              <a:off x="216720" y="1165775"/>
              <a:ext cx="2041920" cy="584640"/>
            </p14:xfrm>
          </p:contentPart>
        </mc:Choice>
        <mc:Fallback xmlns="">
          <p:pic>
            <p:nvPicPr>
              <p:cNvPr id="154667" name="Ink 154666">
                <a:extLst>
                  <a:ext uri="{FF2B5EF4-FFF2-40B4-BE49-F238E27FC236}">
                    <a16:creationId xmlns:a16="http://schemas.microsoft.com/office/drawing/2014/main" id="{5A76ED08-F158-A306-FDF4-A23D7F75D2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6278" y="1155335"/>
                <a:ext cx="2063164" cy="60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4717" name="Ink 154716">
                <a:extLst>
                  <a:ext uri="{FF2B5EF4-FFF2-40B4-BE49-F238E27FC236}">
                    <a16:creationId xmlns:a16="http://schemas.microsoft.com/office/drawing/2014/main" id="{3662703E-080E-795F-9CC1-156932663184}"/>
                  </a:ext>
                </a:extLst>
              </p14:cNvPr>
              <p14:cNvContentPartPr/>
              <p14:nvPr/>
            </p14:nvContentPartPr>
            <p14:xfrm>
              <a:off x="1208160" y="1714055"/>
              <a:ext cx="2054520" cy="538560"/>
            </p14:xfrm>
          </p:contentPart>
        </mc:Choice>
        <mc:Fallback xmlns="">
          <p:pic>
            <p:nvPicPr>
              <p:cNvPr id="154717" name="Ink 154716">
                <a:extLst>
                  <a:ext uri="{FF2B5EF4-FFF2-40B4-BE49-F238E27FC236}">
                    <a16:creationId xmlns:a16="http://schemas.microsoft.com/office/drawing/2014/main" id="{3662703E-080E-795F-9CC1-1569326631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97360" y="1703608"/>
                <a:ext cx="2075760" cy="559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4718" name="Ink 154717">
                <a:extLst>
                  <a:ext uri="{FF2B5EF4-FFF2-40B4-BE49-F238E27FC236}">
                    <a16:creationId xmlns:a16="http://schemas.microsoft.com/office/drawing/2014/main" id="{87C32572-514D-99D9-E14F-A3E42311B537}"/>
                  </a:ext>
                </a:extLst>
              </p14:cNvPr>
              <p14:cNvContentPartPr/>
              <p14:nvPr/>
            </p14:nvContentPartPr>
            <p14:xfrm>
              <a:off x="193680" y="1868135"/>
              <a:ext cx="896400" cy="259560"/>
            </p14:xfrm>
          </p:contentPart>
        </mc:Choice>
        <mc:Fallback xmlns="">
          <p:pic>
            <p:nvPicPr>
              <p:cNvPr id="154718" name="Ink 154717">
                <a:extLst>
                  <a:ext uri="{FF2B5EF4-FFF2-40B4-BE49-F238E27FC236}">
                    <a16:creationId xmlns:a16="http://schemas.microsoft.com/office/drawing/2014/main" id="{87C32572-514D-99D9-E14F-A3E42311B53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3240" y="1857335"/>
                <a:ext cx="917640" cy="28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Caesar Cipher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Julius Caesar 2000 years ago</a:t>
            </a:r>
          </a:p>
          <a:p>
            <a:r>
              <a:rPr lang="en-AU" dirty="0"/>
              <a:t>Substitution: a letter is replaced by another letter (the original Caesar cipher is a shift cipher)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317" y="2674751"/>
            <a:ext cx="2880320" cy="28803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C5F1C12-5375-D31B-3499-A3741370F576}"/>
                  </a:ext>
                </a:extLst>
              </p14:cNvPr>
              <p14:cNvContentPartPr/>
              <p14:nvPr/>
            </p14:nvContentPartPr>
            <p14:xfrm>
              <a:off x="1937648" y="2999830"/>
              <a:ext cx="328320" cy="2476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C5F1C12-5375-D31B-3499-A3741370F5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6848" y="2989390"/>
                <a:ext cx="3495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D1792B5-9939-C97B-5281-97B86693D067}"/>
                  </a:ext>
                </a:extLst>
              </p14:cNvPr>
              <p14:cNvContentPartPr/>
              <p14:nvPr/>
            </p14:nvContentPartPr>
            <p14:xfrm>
              <a:off x="1656848" y="3078310"/>
              <a:ext cx="128160" cy="160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D1792B5-9939-C97B-5281-97B86693D0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6048" y="3067870"/>
                <a:ext cx="1494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7C0BEDD-A665-2565-B325-C3B7ABCE075B}"/>
                  </a:ext>
                </a:extLst>
              </p14:cNvPr>
              <p14:cNvContentPartPr/>
              <p14:nvPr/>
            </p14:nvContentPartPr>
            <p14:xfrm>
              <a:off x="1242488" y="3037630"/>
              <a:ext cx="273240" cy="257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7C0BEDD-A665-2565-B325-C3B7ABCE07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32048" y="3026845"/>
                <a:ext cx="294480" cy="278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A9788AF-BD27-C3D4-E993-01C61043D0C3}"/>
                  </a:ext>
                </a:extLst>
              </p14:cNvPr>
              <p14:cNvContentPartPr/>
              <p14:nvPr/>
            </p14:nvContentPartPr>
            <p14:xfrm>
              <a:off x="734168" y="3037630"/>
              <a:ext cx="379800" cy="245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A9788AF-BD27-C3D4-E993-01C61043D0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3378" y="3026846"/>
                <a:ext cx="401020" cy="266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7D00DC-C21E-F143-870C-A2D0C17EE86D}"/>
                  </a:ext>
                </a:extLst>
              </p14:cNvPr>
              <p14:cNvContentPartPr/>
              <p14:nvPr/>
            </p14:nvContentPartPr>
            <p14:xfrm>
              <a:off x="2215568" y="3345070"/>
              <a:ext cx="505440" cy="2077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7D00DC-C21E-F143-870C-A2D0C17EE86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05128" y="3334630"/>
                <a:ext cx="52668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637E20F-6FA1-9F0A-B40F-57B29F896F43}"/>
                  </a:ext>
                </a:extLst>
              </p14:cNvPr>
              <p14:cNvContentPartPr/>
              <p14:nvPr/>
            </p14:nvContentPartPr>
            <p14:xfrm>
              <a:off x="1176608" y="3358030"/>
              <a:ext cx="897840" cy="244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637E20F-6FA1-9F0A-B40F-57B29F896F4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66168" y="3347590"/>
                <a:ext cx="9190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3444CA4-4204-6B42-D6FA-07AACB262027}"/>
                  </a:ext>
                </a:extLst>
              </p14:cNvPr>
              <p14:cNvContentPartPr/>
              <p14:nvPr/>
            </p14:nvContentPartPr>
            <p14:xfrm>
              <a:off x="717248" y="3386110"/>
              <a:ext cx="331200" cy="194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3444CA4-4204-6B42-D6FA-07AACB26202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6797" y="3375310"/>
                <a:ext cx="352463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1BC04F4-F960-3F18-335A-C24017F3C3C0}"/>
                  </a:ext>
                </a:extLst>
              </p14:cNvPr>
              <p14:cNvContentPartPr/>
              <p14:nvPr/>
            </p14:nvContentPartPr>
            <p14:xfrm>
              <a:off x="2723888" y="3304750"/>
              <a:ext cx="474120" cy="2574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1BC04F4-F960-3F18-335A-C24017F3C3C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13088" y="3293950"/>
                <a:ext cx="495360" cy="2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057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the original message?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21A7A6-EAD7-4A00-AB80-5E96ACBB5875}" type="slidenum">
              <a:rPr lang="en-AU" smtClean="0"/>
              <a:pPr/>
              <a:t>12</a:t>
            </a:fld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2279576" y="1988840"/>
            <a:ext cx="7632848" cy="9361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 err="1"/>
              <a:t>Fubswrjudskb</a:t>
            </a:r>
            <a:r>
              <a:rPr lang="en-AU" dirty="0"/>
              <a:t> lv </a:t>
            </a:r>
            <a:r>
              <a:rPr lang="en-AU" dirty="0" err="1"/>
              <a:t>dq</a:t>
            </a:r>
            <a:r>
              <a:rPr lang="en-AU" dirty="0"/>
              <a:t> </a:t>
            </a:r>
            <a:r>
              <a:rPr lang="en-AU" dirty="0" err="1"/>
              <a:t>lqwhuhvwlqj</a:t>
            </a:r>
            <a:r>
              <a:rPr lang="en-AU" dirty="0"/>
              <a:t> </a:t>
            </a:r>
            <a:r>
              <a:rPr lang="en-AU" dirty="0" err="1"/>
              <a:t>vxemhfw</a:t>
            </a:r>
            <a:endParaRPr lang="en-AU" dirty="0"/>
          </a:p>
        </p:txBody>
      </p:sp>
      <p:sp>
        <p:nvSpPr>
          <p:cNvPr id="6" name="Rounded Rectangle 5"/>
          <p:cNvSpPr/>
          <p:nvPr/>
        </p:nvSpPr>
        <p:spPr>
          <a:xfrm>
            <a:off x="2279576" y="5085184"/>
            <a:ext cx="7632848" cy="93610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Cryptography is an interesting subject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DF0A308-7D8C-1643-8B25-1AF7F1255F8E}"/>
                  </a:ext>
                </a:extLst>
              </p14:cNvPr>
              <p14:cNvContentPartPr/>
              <p14:nvPr/>
            </p14:nvContentPartPr>
            <p14:xfrm>
              <a:off x="5055907" y="3115453"/>
              <a:ext cx="424080" cy="195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DF0A308-7D8C-1643-8B25-1AF7F1255F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5467" y="3105013"/>
                <a:ext cx="4453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9D7E093-E9D0-F4E0-4C41-23E9726669A4}"/>
                  </a:ext>
                </a:extLst>
              </p14:cNvPr>
              <p14:cNvContentPartPr/>
              <p14:nvPr/>
            </p14:nvContentPartPr>
            <p14:xfrm>
              <a:off x="4408987" y="3124453"/>
              <a:ext cx="428760" cy="241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9D7E093-E9D0-F4E0-4C41-23E9726669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8538" y="3114013"/>
                <a:ext cx="450018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F3E9C2C-2EB0-A2AB-216F-0920BDEF2F70}"/>
                  </a:ext>
                </a:extLst>
              </p14:cNvPr>
              <p14:cNvContentPartPr/>
              <p14:nvPr/>
            </p14:nvContentPartPr>
            <p14:xfrm>
              <a:off x="3297667" y="3084133"/>
              <a:ext cx="897840" cy="272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F3E9C2C-2EB0-A2AB-216F-0920BDEF2F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7227" y="3073333"/>
                <a:ext cx="91908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5A125E3-ACB4-1EC3-1B39-E3499F7CA187}"/>
                  </a:ext>
                </a:extLst>
              </p14:cNvPr>
              <p14:cNvContentPartPr/>
              <p14:nvPr/>
            </p14:nvContentPartPr>
            <p14:xfrm>
              <a:off x="2350147" y="3134173"/>
              <a:ext cx="743040" cy="245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5A125E3-ACB4-1EC3-1B39-E3499F7CA18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39702" y="3123733"/>
                <a:ext cx="76429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E637142-8B9F-8BC7-16A5-1B65B4C6B97F}"/>
                  </a:ext>
                </a:extLst>
              </p14:cNvPr>
              <p14:cNvContentPartPr/>
              <p14:nvPr/>
            </p14:nvContentPartPr>
            <p14:xfrm>
              <a:off x="3157922" y="3467748"/>
              <a:ext cx="528120" cy="187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E637142-8B9F-8BC7-16A5-1B65B4C6B97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47475" y="3456948"/>
                <a:ext cx="549374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3D05D87-BEA0-C7A0-41DC-B0F15842D096}"/>
                  </a:ext>
                </a:extLst>
              </p14:cNvPr>
              <p14:cNvContentPartPr/>
              <p14:nvPr/>
            </p14:nvContentPartPr>
            <p14:xfrm>
              <a:off x="2368802" y="3437868"/>
              <a:ext cx="556560" cy="2541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3D05D87-BEA0-C7A0-41DC-B0F15842D09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58002" y="3427428"/>
                <a:ext cx="577800" cy="2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95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German Enigma Machine: Character Substitution</a:t>
            </a:r>
          </a:p>
        </p:txBody>
      </p:sp>
      <p:pic>
        <p:nvPicPr>
          <p:cNvPr id="5" name="Picture 6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1219200"/>
            <a:ext cx="6327813" cy="472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04799" y="1295401"/>
            <a:ext cx="3581401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902030302020204" pitchFamily="66" charset="0"/>
              </a:rPr>
              <a:t>The longest "darkness" period was with the German Navy's Enigma machine, which could not be deciphered for four years between 1937-1941.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D1E5E-B6CA-9A48-B054-AB36921E8DF3}"/>
              </a:ext>
            </a:extLst>
          </p:cNvPr>
          <p:cNvSpPr txBox="1"/>
          <p:nvPr/>
        </p:nvSpPr>
        <p:spPr>
          <a:xfrm>
            <a:off x="3886200" y="6002867"/>
            <a:ext cx="2162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2"/>
              </a:rPr>
              <a:t>An Enigma Demo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05697-292E-636E-CE13-2558DF37A430}"/>
              </a:ext>
            </a:extLst>
          </p:cNvPr>
          <p:cNvSpPr txBox="1"/>
          <p:nvPr/>
        </p:nvSpPr>
        <p:spPr>
          <a:xfrm>
            <a:off x="3886200" y="6457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https://www.101computing.net/enigma-encoder/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814EE7A-00DF-043E-5475-6853DA8B4FAC}"/>
                  </a:ext>
                </a:extLst>
              </p14:cNvPr>
              <p14:cNvContentPartPr/>
              <p14:nvPr/>
            </p14:nvContentPartPr>
            <p14:xfrm>
              <a:off x="2424960" y="3402503"/>
              <a:ext cx="801360" cy="269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814EE7A-00DF-043E-5475-6853DA8B4F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4165" y="3391703"/>
                <a:ext cx="82259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04C8E84-5281-FDD3-C12E-CE6A1B4BEE35}"/>
                  </a:ext>
                </a:extLst>
              </p14:cNvPr>
              <p14:cNvContentPartPr/>
              <p14:nvPr/>
            </p14:nvContentPartPr>
            <p14:xfrm>
              <a:off x="2018520" y="3426263"/>
              <a:ext cx="284400" cy="205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04C8E84-5281-FDD3-C12E-CE6A1B4BEE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08067" y="3415463"/>
                <a:ext cx="305667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346EB82-2654-E01E-5E64-6CB717F33B77}"/>
                  </a:ext>
                </a:extLst>
              </p14:cNvPr>
              <p14:cNvContentPartPr/>
              <p14:nvPr/>
            </p14:nvContentPartPr>
            <p14:xfrm>
              <a:off x="946440" y="3456863"/>
              <a:ext cx="953640" cy="2019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346EB82-2654-E01E-5E64-6CB717F33B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6000" y="3446404"/>
                <a:ext cx="974880" cy="2232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63D6EE9-F16C-3AD9-7B40-F078EEE7AF70}"/>
                  </a:ext>
                </a:extLst>
              </p14:cNvPr>
              <p14:cNvContentPartPr/>
              <p14:nvPr/>
            </p14:nvContentPartPr>
            <p14:xfrm>
              <a:off x="346320" y="3466943"/>
              <a:ext cx="412200" cy="194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63D6EE9-F16C-3AD9-7B40-F078EEE7AF7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35520" y="3456163"/>
                <a:ext cx="433440" cy="2156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64845FF-6C12-03C4-8A22-B8D9B0C0766C}"/>
                  </a:ext>
                </a:extLst>
              </p14:cNvPr>
              <p14:cNvContentPartPr/>
              <p14:nvPr/>
            </p14:nvContentPartPr>
            <p14:xfrm>
              <a:off x="326520" y="3730823"/>
              <a:ext cx="544320" cy="178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64845FF-6C12-03C4-8A22-B8D9B0C0766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5727" y="3720023"/>
                <a:ext cx="565546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B2C866F-5F9B-25AA-623D-FE1199AF08D4}"/>
                  </a:ext>
                </a:extLst>
              </p14:cNvPr>
              <p14:cNvContentPartPr/>
              <p14:nvPr/>
            </p14:nvContentPartPr>
            <p14:xfrm>
              <a:off x="287280" y="4100887"/>
              <a:ext cx="1725840" cy="2433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B2C866F-5F9B-25AA-623D-FE1199AF08D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6840" y="4090447"/>
                <a:ext cx="17470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D9DB139-755E-6D0E-0187-FAC90DBCF3D4}"/>
                  </a:ext>
                </a:extLst>
              </p14:cNvPr>
              <p14:cNvContentPartPr/>
              <p14:nvPr/>
            </p14:nvContentPartPr>
            <p14:xfrm>
              <a:off x="2098440" y="4118527"/>
              <a:ext cx="934920" cy="6134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D9DB139-755E-6D0E-0187-FAC90DBCF3D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87640" y="4107727"/>
                <a:ext cx="956160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FF1678A-EE37-962D-7C16-831942114951}"/>
                  </a:ext>
                </a:extLst>
              </p14:cNvPr>
              <p14:cNvContentPartPr/>
              <p14:nvPr/>
            </p14:nvContentPartPr>
            <p14:xfrm>
              <a:off x="1466280" y="4804989"/>
              <a:ext cx="435240" cy="1879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FF1678A-EE37-962D-7C16-83194211495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55489" y="4794549"/>
                <a:ext cx="456462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81BECBD-4217-DD34-7172-3477BCE1D35A}"/>
                  </a:ext>
                </a:extLst>
              </p14:cNvPr>
              <p14:cNvContentPartPr/>
              <p14:nvPr/>
            </p14:nvContentPartPr>
            <p14:xfrm>
              <a:off x="279000" y="4763229"/>
              <a:ext cx="1059840" cy="1825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81BECBD-4217-DD34-7172-3477BCE1D35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8200" y="4752450"/>
                <a:ext cx="1081080" cy="203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8829236-B147-B8E1-9349-EA2BABB86300}"/>
                  </a:ext>
                </a:extLst>
              </p14:cNvPr>
              <p14:cNvContentPartPr/>
              <p14:nvPr/>
            </p14:nvContentPartPr>
            <p14:xfrm>
              <a:off x="677520" y="5082189"/>
              <a:ext cx="625320" cy="2278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8829236-B147-B8E1-9349-EA2BABB8630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7080" y="5071406"/>
                <a:ext cx="646560" cy="2490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BF817A6-03C7-AB51-F9A0-3EC4556449B4}"/>
                  </a:ext>
                </a:extLst>
              </p14:cNvPr>
              <p14:cNvContentPartPr/>
              <p14:nvPr/>
            </p14:nvContentPartPr>
            <p14:xfrm>
              <a:off x="297720" y="5117469"/>
              <a:ext cx="245880" cy="1083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BF817A6-03C7-AB51-F9A0-3EC4556449B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87265" y="5107029"/>
                <a:ext cx="267151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33359C6-082F-275D-C08B-F82F7BA96F7C}"/>
                  </a:ext>
                </a:extLst>
              </p14:cNvPr>
              <p14:cNvContentPartPr/>
              <p14:nvPr/>
            </p14:nvContentPartPr>
            <p14:xfrm>
              <a:off x="3368160" y="5127189"/>
              <a:ext cx="367560" cy="2167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33359C6-082F-275D-C08B-F82F7BA96F7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57360" y="5116389"/>
                <a:ext cx="3888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C3168CCE-6F89-720F-2D4F-B2A0FE65BE33}"/>
                  </a:ext>
                </a:extLst>
              </p14:cNvPr>
              <p14:cNvContentPartPr/>
              <p14:nvPr/>
            </p14:nvContentPartPr>
            <p14:xfrm>
              <a:off x="1413360" y="5074269"/>
              <a:ext cx="1832040" cy="2095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C3168CCE-6F89-720F-2D4F-B2A0FE65BE3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402918" y="5063469"/>
                <a:ext cx="1853284" cy="2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89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21D9-24D3-C747-923B-99953BD8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 we go to the extreme of substitution?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BCF5B7-5C23-604C-802A-262C8372BA72}"/>
              </a:ext>
            </a:extLst>
          </p:cNvPr>
          <p:cNvSpPr/>
          <p:nvPr/>
        </p:nvSpPr>
        <p:spPr>
          <a:xfrm>
            <a:off x="1143000" y="2095500"/>
            <a:ext cx="3048000" cy="2971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CA8BE1-31D0-BE4D-A237-9A0D0E36E287}"/>
              </a:ext>
            </a:extLst>
          </p:cNvPr>
          <p:cNvSpPr/>
          <p:nvPr/>
        </p:nvSpPr>
        <p:spPr>
          <a:xfrm>
            <a:off x="2286000" y="28956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BC563A-60DB-1C43-B91E-A1B09FA00F0D}"/>
              </a:ext>
            </a:extLst>
          </p:cNvPr>
          <p:cNvSpPr/>
          <p:nvPr/>
        </p:nvSpPr>
        <p:spPr>
          <a:xfrm>
            <a:off x="1828800" y="33528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E33EDD-725D-0841-8A94-8367101CD7CB}"/>
              </a:ext>
            </a:extLst>
          </p:cNvPr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95DC1C-10FD-394D-8338-B121AB1534F6}"/>
              </a:ext>
            </a:extLst>
          </p:cNvPr>
          <p:cNvSpPr/>
          <p:nvPr/>
        </p:nvSpPr>
        <p:spPr>
          <a:xfrm>
            <a:off x="3200400" y="3944446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D68ECA-5A50-CF44-8EA3-69A8826AD315}"/>
              </a:ext>
            </a:extLst>
          </p:cNvPr>
          <p:cNvSpPr/>
          <p:nvPr/>
        </p:nvSpPr>
        <p:spPr>
          <a:xfrm>
            <a:off x="3162300" y="2750127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AE86D9-422A-B549-A11D-0A5DAE607188}"/>
              </a:ext>
            </a:extLst>
          </p:cNvPr>
          <p:cNvSpPr/>
          <p:nvPr/>
        </p:nvSpPr>
        <p:spPr>
          <a:xfrm>
            <a:off x="2438400" y="398145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5CDA2C-804A-AB4A-87F9-E62B13579D9D}"/>
              </a:ext>
            </a:extLst>
          </p:cNvPr>
          <p:cNvSpPr/>
          <p:nvPr/>
        </p:nvSpPr>
        <p:spPr>
          <a:xfrm>
            <a:off x="1752600" y="3832167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1505B4-FB20-DE4C-94AB-3D29D6673DE0}"/>
              </a:ext>
            </a:extLst>
          </p:cNvPr>
          <p:cNvCxnSpPr>
            <a:cxnSpLocks/>
          </p:cNvCxnSpPr>
          <p:nvPr/>
        </p:nvCxnSpPr>
        <p:spPr>
          <a:xfrm>
            <a:off x="2119745" y="4648200"/>
            <a:ext cx="890155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CB39827-FF73-A34D-8764-D0430F40B770}"/>
              </a:ext>
            </a:extLst>
          </p:cNvPr>
          <p:cNvSpPr/>
          <p:nvPr/>
        </p:nvSpPr>
        <p:spPr>
          <a:xfrm>
            <a:off x="8077200" y="2095124"/>
            <a:ext cx="3048000" cy="2971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2F6951D-78D9-DD46-B2EA-411DA69BFBBA}"/>
              </a:ext>
            </a:extLst>
          </p:cNvPr>
          <p:cNvSpPr/>
          <p:nvPr/>
        </p:nvSpPr>
        <p:spPr>
          <a:xfrm>
            <a:off x="9249295" y="2418944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47FFBA-B24A-974A-8488-0F9D729AAC42}"/>
              </a:ext>
            </a:extLst>
          </p:cNvPr>
          <p:cNvSpPr/>
          <p:nvPr/>
        </p:nvSpPr>
        <p:spPr>
          <a:xfrm>
            <a:off x="8858250" y="27432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02276FF-37A9-E943-A253-E37D3B477DEE}"/>
              </a:ext>
            </a:extLst>
          </p:cNvPr>
          <p:cNvSpPr/>
          <p:nvPr/>
        </p:nvSpPr>
        <p:spPr>
          <a:xfrm>
            <a:off x="10172700" y="4464627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A64FB4-BAA3-8744-A725-571FA7A75BD0}"/>
              </a:ext>
            </a:extLst>
          </p:cNvPr>
          <p:cNvSpPr/>
          <p:nvPr/>
        </p:nvSpPr>
        <p:spPr>
          <a:xfrm>
            <a:off x="8482445" y="4048239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95B151-4C6B-0F40-B060-A2851A3296D8}"/>
              </a:ext>
            </a:extLst>
          </p:cNvPr>
          <p:cNvSpPr/>
          <p:nvPr/>
        </p:nvSpPr>
        <p:spPr>
          <a:xfrm>
            <a:off x="10096500" y="2749751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4819B5-0702-7B45-9F45-A07B0D5DD635}"/>
              </a:ext>
            </a:extLst>
          </p:cNvPr>
          <p:cNvSpPr/>
          <p:nvPr/>
        </p:nvSpPr>
        <p:spPr>
          <a:xfrm>
            <a:off x="9944100" y="38003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35BDCB4-D868-384F-8B0C-C7A3D8F2E269}"/>
              </a:ext>
            </a:extLst>
          </p:cNvPr>
          <p:cNvSpPr/>
          <p:nvPr/>
        </p:nvSpPr>
        <p:spPr>
          <a:xfrm>
            <a:off x="10363200" y="3352424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BA6702-4420-9F43-B9B5-ED347EF2D22A}"/>
              </a:ext>
            </a:extLst>
          </p:cNvPr>
          <p:cNvCxnSpPr>
            <a:cxnSpLocks/>
          </p:cNvCxnSpPr>
          <p:nvPr/>
        </p:nvCxnSpPr>
        <p:spPr>
          <a:xfrm>
            <a:off x="9053945" y="4647824"/>
            <a:ext cx="890155" cy="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4209032-31B2-834E-A694-630EA573914D}"/>
              </a:ext>
            </a:extLst>
          </p:cNvPr>
          <p:cNvSpPr txBox="1"/>
          <p:nvPr/>
        </p:nvSpPr>
        <p:spPr>
          <a:xfrm>
            <a:off x="3042920" y="5708553"/>
            <a:ext cx="6538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Helvetica" pitchFamily="2" charset="0"/>
              </a:rPr>
              <a:t>Same Set of Messages of a fixed length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DE3ED1-B4B1-BC4C-B88A-62255A8ED62D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4114801" y="4464627"/>
            <a:ext cx="2197604" cy="124392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216A5A-2644-6F4F-959D-19CE4B0ED8C3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6312405" y="4464627"/>
            <a:ext cx="1998475" cy="124392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34">
            <a:extLst>
              <a:ext uri="{FF2B5EF4-FFF2-40B4-BE49-F238E27FC236}">
                <a16:creationId xmlns:a16="http://schemas.microsoft.com/office/drawing/2014/main" id="{A6732E1F-2688-5F41-BE58-D81FE4BB326C}"/>
              </a:ext>
            </a:extLst>
          </p:cNvPr>
          <p:cNvSpPr/>
          <p:nvPr/>
        </p:nvSpPr>
        <p:spPr>
          <a:xfrm>
            <a:off x="3358342" y="1896493"/>
            <a:ext cx="5868785" cy="2060365"/>
          </a:xfrm>
          <a:custGeom>
            <a:avLst/>
            <a:gdLst>
              <a:gd name="connsiteX0" fmla="*/ 0 w 5868785"/>
              <a:gd name="connsiteY0" fmla="*/ 2060365 h 2060365"/>
              <a:gd name="connsiteX1" fmla="*/ 2493818 w 5868785"/>
              <a:gd name="connsiteY1" fmla="*/ 81936 h 2060365"/>
              <a:gd name="connsiteX2" fmla="*/ 5868785 w 5868785"/>
              <a:gd name="connsiteY2" fmla="*/ 564074 h 2060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68785" h="2060365">
                <a:moveTo>
                  <a:pt x="0" y="2060365"/>
                </a:moveTo>
                <a:cubicBezTo>
                  <a:pt x="757843" y="1195841"/>
                  <a:pt x="1515687" y="331318"/>
                  <a:pt x="2493818" y="81936"/>
                </a:cubicBezTo>
                <a:cubicBezTo>
                  <a:pt x="3471949" y="-167446"/>
                  <a:pt x="4670367" y="198314"/>
                  <a:pt x="5868785" y="564074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CEFEA9-13BF-8746-A78D-7F06C2DBD0C1}"/>
              </a:ext>
            </a:extLst>
          </p:cNvPr>
          <p:cNvSpPr txBox="1"/>
          <p:nvPr/>
        </p:nvSpPr>
        <p:spPr>
          <a:xfrm>
            <a:off x="4013797" y="1373273"/>
            <a:ext cx="5083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800" dirty="0">
                <a:latin typeface="Helvetica" pitchFamily="2" charset="0"/>
              </a:rPr>
              <a:t>Randomly chosen substitution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83C3F18-DF5A-DA72-4F36-7F4658CE999C}"/>
                  </a:ext>
                </a:extLst>
              </p14:cNvPr>
              <p14:cNvContentPartPr/>
              <p14:nvPr/>
            </p14:nvContentPartPr>
            <p14:xfrm>
              <a:off x="5116377" y="2400274"/>
              <a:ext cx="1231560" cy="264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83C3F18-DF5A-DA72-4F36-7F4658CE99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05577" y="2389834"/>
                <a:ext cx="12528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185D15E-852C-AA4C-5959-3B94855BC798}"/>
                  </a:ext>
                </a:extLst>
              </p14:cNvPr>
              <p14:cNvContentPartPr/>
              <p14:nvPr/>
            </p14:nvContentPartPr>
            <p14:xfrm>
              <a:off x="5219337" y="2773954"/>
              <a:ext cx="12960" cy="9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185D15E-852C-AA4C-5959-3B94855BC7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8537" y="2763514"/>
                <a:ext cx="3420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0A1833F-0F35-FE0F-45C7-56D7821E34B7}"/>
                  </a:ext>
                </a:extLst>
              </p14:cNvPr>
              <p14:cNvContentPartPr/>
              <p14:nvPr/>
            </p14:nvContentPartPr>
            <p14:xfrm>
              <a:off x="5242017" y="2706994"/>
              <a:ext cx="18000" cy="216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0A1833F-0F35-FE0F-45C7-56D7821E34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31217" y="2696194"/>
                <a:ext cx="392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A35015E-12A3-F6E8-11AE-2B69FCAA183C}"/>
                  </a:ext>
                </a:extLst>
              </p14:cNvPr>
              <p14:cNvContentPartPr/>
              <p14:nvPr/>
            </p14:nvContentPartPr>
            <p14:xfrm>
              <a:off x="5267217" y="2718154"/>
              <a:ext cx="63360" cy="149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A35015E-12A3-F6E8-11AE-2B69FCAA183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56417" y="2707354"/>
                <a:ext cx="846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565E69E-D3EE-EBC2-B11E-1388FC9BF09E}"/>
                  </a:ext>
                </a:extLst>
              </p14:cNvPr>
              <p14:cNvContentPartPr/>
              <p14:nvPr/>
            </p14:nvContentPartPr>
            <p14:xfrm>
              <a:off x="5342817" y="2776474"/>
              <a:ext cx="48240" cy="918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565E69E-D3EE-EBC2-B11E-1388FC9BF0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32377" y="2766034"/>
                <a:ext cx="694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7B5B348-7BCC-118F-CFB8-2B3D8F44F1DD}"/>
                  </a:ext>
                </a:extLst>
              </p14:cNvPr>
              <p14:cNvContentPartPr/>
              <p14:nvPr/>
            </p14:nvContentPartPr>
            <p14:xfrm>
              <a:off x="5400777" y="2757394"/>
              <a:ext cx="63360" cy="89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7B5B348-7BCC-118F-CFB8-2B3D8F44F1D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90337" y="2746594"/>
                <a:ext cx="846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489681D-4C71-257E-5CF8-F440312F092C}"/>
                  </a:ext>
                </a:extLst>
              </p14:cNvPr>
              <p14:cNvContentPartPr/>
              <p14:nvPr/>
            </p14:nvContentPartPr>
            <p14:xfrm>
              <a:off x="5474217" y="2723194"/>
              <a:ext cx="12960" cy="131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489681D-4C71-257E-5CF8-F440312F092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63417" y="2712394"/>
                <a:ext cx="342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F578F0A6-9FE2-C8AF-C9FC-B628F865720C}"/>
                  </a:ext>
                </a:extLst>
              </p14:cNvPr>
              <p14:cNvContentPartPr/>
              <p14:nvPr/>
            </p14:nvContentPartPr>
            <p14:xfrm>
              <a:off x="5506977" y="2798794"/>
              <a:ext cx="35640" cy="106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F578F0A6-9FE2-C8AF-C9FC-B628F865720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96177" y="2788354"/>
                <a:ext cx="5688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0BFF36E-9AAA-4EF5-BA2C-2B339BD90B03}"/>
                  </a:ext>
                </a:extLst>
              </p14:cNvPr>
              <p14:cNvContentPartPr/>
              <p14:nvPr/>
            </p14:nvContentPartPr>
            <p14:xfrm>
              <a:off x="5547297" y="2734714"/>
              <a:ext cx="70920" cy="997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0BFF36E-9AAA-4EF5-BA2C-2B339BD90B0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36857" y="2723914"/>
                <a:ext cx="9216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9715AC0-B525-9803-11BC-254F1E3CABDF}"/>
                  </a:ext>
                </a:extLst>
              </p14:cNvPr>
              <p14:cNvContentPartPr/>
              <p14:nvPr/>
            </p14:nvContentPartPr>
            <p14:xfrm>
              <a:off x="5635497" y="2738314"/>
              <a:ext cx="38160" cy="86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9715AC0-B525-9803-11BC-254F1E3CABD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625057" y="2727514"/>
                <a:ext cx="594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D9C372B-CF9E-9322-88BA-CB058D8ED33A}"/>
                  </a:ext>
                </a:extLst>
              </p14:cNvPr>
              <p14:cNvContentPartPr/>
              <p14:nvPr/>
            </p14:nvContentPartPr>
            <p14:xfrm>
              <a:off x="5686257" y="2709514"/>
              <a:ext cx="58320" cy="135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D9C372B-CF9E-9322-88BA-CB058D8ED33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75457" y="2698714"/>
                <a:ext cx="795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4C2CF02-BB98-A024-B763-5E83B2FE3C21}"/>
                  </a:ext>
                </a:extLst>
              </p14:cNvPr>
              <p14:cNvContentPartPr/>
              <p14:nvPr/>
            </p14:nvContentPartPr>
            <p14:xfrm>
              <a:off x="5756817" y="2731114"/>
              <a:ext cx="58320" cy="104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4C2CF02-BB98-A024-B763-5E83B2FE3C2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46017" y="2720314"/>
                <a:ext cx="7956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5F8E259-5D73-D0D0-E03A-E489A485D4EE}"/>
                  </a:ext>
                </a:extLst>
              </p14:cNvPr>
              <p14:cNvContentPartPr/>
              <p14:nvPr/>
            </p14:nvContentPartPr>
            <p14:xfrm>
              <a:off x="5822337" y="2741194"/>
              <a:ext cx="146880" cy="121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5F8E259-5D73-D0D0-E03A-E489A485D4E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11897" y="2730394"/>
                <a:ext cx="16812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C600C9C-46C5-2D4F-09A2-1BDA3B2BE67C}"/>
                  </a:ext>
                </a:extLst>
              </p14:cNvPr>
              <p14:cNvContentPartPr/>
              <p14:nvPr/>
            </p14:nvContentPartPr>
            <p14:xfrm>
              <a:off x="5983977" y="2733634"/>
              <a:ext cx="25560" cy="105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C600C9C-46C5-2D4F-09A2-1BDA3B2BE67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73177" y="2723194"/>
                <a:ext cx="46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8125993-C6A4-A9D1-04A9-C00580E0E9AE}"/>
                  </a:ext>
                </a:extLst>
              </p14:cNvPr>
              <p14:cNvContentPartPr/>
              <p14:nvPr/>
            </p14:nvContentPartPr>
            <p14:xfrm>
              <a:off x="6006657" y="2750914"/>
              <a:ext cx="68400" cy="73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8125993-C6A4-A9D1-04A9-C00580E0E9A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95857" y="2740114"/>
                <a:ext cx="896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8F4F56F-1D0E-84A5-9C0F-E6D34BAC7824}"/>
                  </a:ext>
                </a:extLst>
              </p14:cNvPr>
              <p14:cNvContentPartPr/>
              <p14:nvPr/>
            </p14:nvContentPartPr>
            <p14:xfrm>
              <a:off x="6067137" y="2741194"/>
              <a:ext cx="68400" cy="68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8F4F56F-1D0E-84A5-9C0F-E6D34BAC782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056697" y="2730754"/>
                <a:ext cx="896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4B853D4-C67F-1667-7683-534BD2DB7364}"/>
                  </a:ext>
                </a:extLst>
              </p14:cNvPr>
              <p14:cNvContentPartPr/>
              <p14:nvPr/>
            </p14:nvContentPartPr>
            <p14:xfrm>
              <a:off x="6163257" y="2696554"/>
              <a:ext cx="50760" cy="120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4B853D4-C67F-1667-7683-534BD2DB736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152457" y="2686114"/>
                <a:ext cx="720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BD90A6F-3F11-6CFA-7009-0CA56346EC76}"/>
                  </a:ext>
                </a:extLst>
              </p14:cNvPr>
              <p14:cNvContentPartPr/>
              <p14:nvPr/>
            </p14:nvContentPartPr>
            <p14:xfrm>
              <a:off x="6221217" y="2718154"/>
              <a:ext cx="116280" cy="125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BD90A6F-3F11-6CFA-7009-0CA56346EC7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10417" y="2707354"/>
                <a:ext cx="13752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330AD0B-5E2A-AE59-D5BA-23BFC83FD1AD}"/>
                  </a:ext>
                </a:extLst>
              </p14:cNvPr>
              <p14:cNvContentPartPr/>
              <p14:nvPr/>
            </p14:nvContentPartPr>
            <p14:xfrm>
              <a:off x="5423817" y="2980594"/>
              <a:ext cx="65880" cy="101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330AD0B-5E2A-AE59-D5BA-23BFC83FD1A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413377" y="2969794"/>
                <a:ext cx="8712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3F5CB86-CEF2-3594-C9A3-53725775B375}"/>
                  </a:ext>
                </a:extLst>
              </p14:cNvPr>
              <p14:cNvContentPartPr/>
              <p14:nvPr/>
            </p14:nvContentPartPr>
            <p14:xfrm>
              <a:off x="5517057" y="2998234"/>
              <a:ext cx="15480" cy="694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3F5CB86-CEF2-3594-C9A3-53725775B37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506257" y="2987434"/>
                <a:ext cx="367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92A25F3-82F8-2C46-A16C-7A2BF5AF7118}"/>
                  </a:ext>
                </a:extLst>
              </p14:cNvPr>
              <p14:cNvContentPartPr/>
              <p14:nvPr/>
            </p14:nvContentPartPr>
            <p14:xfrm>
              <a:off x="5527497" y="2974114"/>
              <a:ext cx="5040" cy="6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92A25F3-82F8-2C46-A16C-7A2BF5AF711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516697" y="2963314"/>
                <a:ext cx="262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2E38D90-B4A2-3D36-4240-76361CD93C5F}"/>
                  </a:ext>
                </a:extLst>
              </p14:cNvPr>
              <p14:cNvContentPartPr/>
              <p14:nvPr/>
            </p14:nvContentPartPr>
            <p14:xfrm>
              <a:off x="5567457" y="2955394"/>
              <a:ext cx="53280" cy="1418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2E38D90-B4A2-3D36-4240-76361CD93C5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557017" y="2944594"/>
                <a:ext cx="745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1A9E13C-5CD7-058D-43DE-96B9084C525F}"/>
                  </a:ext>
                </a:extLst>
              </p14:cNvPr>
              <p14:cNvContentPartPr/>
              <p14:nvPr/>
            </p14:nvContentPartPr>
            <p14:xfrm>
              <a:off x="5638017" y="2947834"/>
              <a:ext cx="86040" cy="1303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1A9E13C-5CD7-058D-43DE-96B9084C525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627577" y="2937034"/>
                <a:ext cx="1072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A5F7A53-5353-8CC7-889F-CDECC8EDBDB4}"/>
                  </a:ext>
                </a:extLst>
              </p14:cNvPr>
              <p14:cNvContentPartPr/>
              <p14:nvPr/>
            </p14:nvContentPartPr>
            <p14:xfrm>
              <a:off x="5721537" y="2996074"/>
              <a:ext cx="48240" cy="40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A5F7A53-5353-8CC7-889F-CDECC8EDBDB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710737" y="2985274"/>
                <a:ext cx="6948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98875EC-4BC1-5939-2AD2-755E8683048C}"/>
                  </a:ext>
                </a:extLst>
              </p14:cNvPr>
              <p14:cNvContentPartPr/>
              <p14:nvPr/>
            </p14:nvContentPartPr>
            <p14:xfrm>
              <a:off x="5759337" y="2975554"/>
              <a:ext cx="55800" cy="1184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98875EC-4BC1-5939-2AD2-755E8683048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748537" y="2964754"/>
                <a:ext cx="770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BF70AC7-1AD9-797A-1D0D-8F84C05D5949}"/>
                  </a:ext>
                </a:extLst>
              </p14:cNvPr>
              <p14:cNvContentPartPr/>
              <p14:nvPr/>
            </p14:nvContentPartPr>
            <p14:xfrm>
              <a:off x="5827377" y="3000754"/>
              <a:ext cx="40680" cy="89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BF70AC7-1AD9-797A-1D0D-8F84C05D594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816937" y="2989954"/>
                <a:ext cx="61920" cy="11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4385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286435"/>
            <a:ext cx="11074400" cy="646331"/>
          </a:xfrm>
        </p:spPr>
        <p:txBody>
          <a:bodyPr/>
          <a:lstStyle/>
          <a:p>
            <a:r>
              <a:rPr lang="en-US" dirty="0"/>
              <a:t>One-Time Pad (a.k.a. </a:t>
            </a:r>
            <a:r>
              <a:rPr lang="en-US" dirty="0" err="1"/>
              <a:t>Vernam</a:t>
            </a:r>
            <a:r>
              <a:rPr lang="en-US" dirty="0"/>
              <a:t> Cipher)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349376"/>
            <a:ext cx="11074400" cy="451802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endParaRPr lang="en-US" sz="28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P: a bitstring (aka binary string) representation of the plaintext (i.e. message)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CC0000"/>
                </a:solidFill>
              </a:rPr>
              <a:t>K</a:t>
            </a:r>
            <a:r>
              <a:rPr lang="en-US" sz="2400" dirty="0"/>
              <a:t>: a random </a:t>
            </a:r>
            <a:r>
              <a:rPr lang="en-US" sz="2400" dirty="0" err="1"/>
              <a:t>bitstring</a:t>
            </a:r>
            <a:r>
              <a:rPr lang="en-US" sz="2400" dirty="0"/>
              <a:t> with the same length as the plaintext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highlight>
                  <a:srgbClr val="FFFF00"/>
                </a:highlight>
              </a:rPr>
              <a:t>Every encryption uses a new freshly chosen key</a:t>
            </a:r>
            <a:r>
              <a:rPr lang="en-US" sz="2400" dirty="0"/>
              <a:t>.</a:t>
            </a:r>
          </a:p>
        </p:txBody>
      </p:sp>
      <p:grpSp>
        <p:nvGrpSpPr>
          <p:cNvPr id="118818" name="Group 34"/>
          <p:cNvGrpSpPr>
            <a:grpSpLocks/>
          </p:cNvGrpSpPr>
          <p:nvPr/>
        </p:nvGrpSpPr>
        <p:grpSpPr bwMode="auto">
          <a:xfrm>
            <a:off x="2133600" y="2286000"/>
            <a:ext cx="7924800" cy="1828800"/>
            <a:chOff x="384" y="1392"/>
            <a:chExt cx="4992" cy="1152"/>
          </a:xfrm>
        </p:grpSpPr>
        <p:sp>
          <p:nvSpPr>
            <p:cNvPr id="118788" name="Rectangle 4"/>
            <p:cNvSpPr>
              <a:spLocks noChangeArrowheads="1"/>
            </p:cNvSpPr>
            <p:nvPr/>
          </p:nvSpPr>
          <p:spPr bwMode="auto">
            <a:xfrm>
              <a:off x="1200" y="1392"/>
              <a:ext cx="1248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789" name="Rectangle 5"/>
            <p:cNvSpPr>
              <a:spLocks noChangeArrowheads="1"/>
            </p:cNvSpPr>
            <p:nvPr/>
          </p:nvSpPr>
          <p:spPr bwMode="auto">
            <a:xfrm>
              <a:off x="3360" y="1392"/>
              <a:ext cx="1248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790" name="Text Box 6"/>
            <p:cNvSpPr txBox="1">
              <a:spLocks noChangeArrowheads="1"/>
            </p:cNvSpPr>
            <p:nvPr/>
          </p:nvSpPr>
          <p:spPr bwMode="auto">
            <a:xfrm>
              <a:off x="1296" y="1440"/>
              <a:ext cx="11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Exclusive OR </a:t>
              </a:r>
              <a:endParaRPr lang="en-US" sz="2000" dirty="0">
                <a:solidFill>
                  <a:srgbClr val="CC0000"/>
                </a:solidFill>
              </a:endParaRPr>
            </a:p>
          </p:txBody>
        </p:sp>
        <p:sp>
          <p:nvSpPr>
            <p:cNvPr id="118791" name="Text Box 7"/>
            <p:cNvSpPr txBox="1">
              <a:spLocks noChangeArrowheads="1"/>
            </p:cNvSpPr>
            <p:nvPr/>
          </p:nvSpPr>
          <p:spPr bwMode="auto">
            <a:xfrm>
              <a:off x="3456" y="1440"/>
              <a:ext cx="11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Exclusive OR</a:t>
              </a:r>
              <a:endParaRPr lang="en-US" sz="2000">
                <a:solidFill>
                  <a:srgbClr val="CC0000"/>
                </a:solidFill>
              </a:endParaRPr>
            </a:p>
          </p:txBody>
        </p:sp>
        <p:sp>
          <p:nvSpPr>
            <p:cNvPr id="118792" name="Line 8"/>
            <p:cNvSpPr>
              <a:spLocks noChangeShapeType="1"/>
            </p:cNvSpPr>
            <p:nvPr/>
          </p:nvSpPr>
          <p:spPr bwMode="auto">
            <a:xfrm>
              <a:off x="384" y="168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793" name="Line 9"/>
            <p:cNvSpPr>
              <a:spLocks noChangeShapeType="1"/>
            </p:cNvSpPr>
            <p:nvPr/>
          </p:nvSpPr>
          <p:spPr bwMode="auto">
            <a:xfrm>
              <a:off x="2448" y="1680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794" name="Line 10"/>
            <p:cNvSpPr>
              <a:spLocks noChangeShapeType="1"/>
            </p:cNvSpPr>
            <p:nvPr/>
          </p:nvSpPr>
          <p:spPr bwMode="auto">
            <a:xfrm>
              <a:off x="4608" y="168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795" name="Text Box 11"/>
            <p:cNvSpPr txBox="1">
              <a:spLocks noChangeArrowheads="1"/>
            </p:cNvSpPr>
            <p:nvPr/>
          </p:nvSpPr>
          <p:spPr bwMode="auto">
            <a:xfrm>
              <a:off x="432" y="1430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Plaintext</a:t>
              </a:r>
            </a:p>
          </p:txBody>
        </p:sp>
        <p:sp>
          <p:nvSpPr>
            <p:cNvPr id="118796" name="Text Box 12"/>
            <p:cNvSpPr txBox="1">
              <a:spLocks noChangeArrowheads="1"/>
            </p:cNvSpPr>
            <p:nvPr/>
          </p:nvSpPr>
          <p:spPr bwMode="auto">
            <a:xfrm>
              <a:off x="2496" y="1430"/>
              <a:ext cx="86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Ciphertext</a:t>
              </a:r>
            </a:p>
          </p:txBody>
        </p:sp>
        <p:sp>
          <p:nvSpPr>
            <p:cNvPr id="118797" name="Text Box 13"/>
            <p:cNvSpPr txBox="1">
              <a:spLocks noChangeArrowheads="1"/>
            </p:cNvSpPr>
            <p:nvPr/>
          </p:nvSpPr>
          <p:spPr bwMode="auto">
            <a:xfrm>
              <a:off x="4656" y="1430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Plaintext</a:t>
              </a:r>
            </a:p>
          </p:txBody>
        </p:sp>
        <p:sp>
          <p:nvSpPr>
            <p:cNvPr id="118798" name="Text Box 14"/>
            <p:cNvSpPr txBox="1">
              <a:spLocks noChangeArrowheads="1"/>
            </p:cNvSpPr>
            <p:nvPr/>
          </p:nvSpPr>
          <p:spPr bwMode="auto">
            <a:xfrm>
              <a:off x="672" y="1632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CC0000"/>
                  </a:solidFill>
                </a:rPr>
                <a:t>P</a:t>
              </a:r>
            </a:p>
          </p:txBody>
        </p:sp>
        <p:sp>
          <p:nvSpPr>
            <p:cNvPr id="118799" name="Text Box 15"/>
            <p:cNvSpPr txBox="1">
              <a:spLocks noChangeArrowheads="1"/>
            </p:cNvSpPr>
            <p:nvPr/>
          </p:nvSpPr>
          <p:spPr bwMode="auto">
            <a:xfrm>
              <a:off x="4848" y="1632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CC0000"/>
                  </a:solidFill>
                </a:rPr>
                <a:t>P</a:t>
              </a:r>
            </a:p>
          </p:txBody>
        </p:sp>
        <p:sp>
          <p:nvSpPr>
            <p:cNvPr id="118800" name="Text Box 16"/>
            <p:cNvSpPr txBox="1">
              <a:spLocks noChangeArrowheads="1"/>
            </p:cNvSpPr>
            <p:nvPr/>
          </p:nvSpPr>
          <p:spPr bwMode="auto">
            <a:xfrm>
              <a:off x="2784" y="1632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CC0000"/>
                  </a:solidFill>
                </a:rPr>
                <a:t>C</a:t>
              </a:r>
            </a:p>
          </p:txBody>
        </p:sp>
        <p:sp>
          <p:nvSpPr>
            <p:cNvPr id="118801" name="Line 17"/>
            <p:cNvSpPr>
              <a:spLocks noChangeShapeType="1"/>
            </p:cNvSpPr>
            <p:nvPr/>
          </p:nvSpPr>
          <p:spPr bwMode="auto">
            <a:xfrm flipV="1">
              <a:off x="1824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802" name="Line 18"/>
            <p:cNvSpPr>
              <a:spLocks noChangeShapeType="1"/>
            </p:cNvSpPr>
            <p:nvPr/>
          </p:nvSpPr>
          <p:spPr bwMode="auto">
            <a:xfrm flipV="1">
              <a:off x="3984" y="196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803" name="Text Box 19"/>
            <p:cNvSpPr txBox="1">
              <a:spLocks noChangeArrowheads="1"/>
            </p:cNvSpPr>
            <p:nvPr/>
          </p:nvSpPr>
          <p:spPr bwMode="auto">
            <a:xfrm>
              <a:off x="1632" y="2256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CC0000"/>
                  </a:solidFill>
                </a:rPr>
                <a:t>K</a:t>
              </a:r>
            </a:p>
          </p:txBody>
        </p:sp>
        <p:sp>
          <p:nvSpPr>
            <p:cNvPr id="118804" name="Text Box 20"/>
            <p:cNvSpPr txBox="1">
              <a:spLocks noChangeArrowheads="1"/>
            </p:cNvSpPr>
            <p:nvPr/>
          </p:nvSpPr>
          <p:spPr bwMode="auto">
            <a:xfrm>
              <a:off x="3840" y="2256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CC0000"/>
                  </a:solidFill>
                </a:rPr>
                <a:t>K</a:t>
              </a:r>
            </a:p>
          </p:txBody>
        </p:sp>
        <p:sp>
          <p:nvSpPr>
            <p:cNvPr id="118805" name="Line 21"/>
            <p:cNvSpPr>
              <a:spLocks noChangeShapeType="1"/>
            </p:cNvSpPr>
            <p:nvPr/>
          </p:nvSpPr>
          <p:spPr bwMode="auto">
            <a:xfrm>
              <a:off x="1920" y="2400"/>
              <a:ext cx="18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8806" name="Text Box 22"/>
            <p:cNvSpPr txBox="1">
              <a:spLocks noChangeArrowheads="1"/>
            </p:cNvSpPr>
            <p:nvPr/>
          </p:nvSpPr>
          <p:spPr bwMode="auto">
            <a:xfrm>
              <a:off x="2352" y="2160"/>
              <a:ext cx="110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Secret channel</a:t>
              </a:r>
            </a:p>
          </p:txBody>
        </p:sp>
        <p:sp>
          <p:nvSpPr>
            <p:cNvPr id="118807" name="AutoShape 23"/>
            <p:cNvSpPr>
              <a:spLocks noChangeArrowheads="1"/>
            </p:cNvSpPr>
            <p:nvPr/>
          </p:nvSpPr>
          <p:spPr bwMode="auto">
            <a:xfrm>
              <a:off x="1728" y="1728"/>
              <a:ext cx="144" cy="144"/>
            </a:xfrm>
            <a:prstGeom prst="flowChartOr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808" name="AutoShape 24"/>
            <p:cNvSpPr>
              <a:spLocks noChangeArrowheads="1"/>
            </p:cNvSpPr>
            <p:nvPr/>
          </p:nvSpPr>
          <p:spPr bwMode="auto">
            <a:xfrm>
              <a:off x="3888" y="1728"/>
              <a:ext cx="144" cy="144"/>
            </a:xfrm>
            <a:prstGeom prst="flowChartOr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C8CE78-4A05-EFAF-6F3E-F70F51D32C53}"/>
                  </a:ext>
                </a:extLst>
              </p14:cNvPr>
              <p14:cNvContentPartPr/>
              <p14:nvPr/>
            </p14:nvContentPartPr>
            <p14:xfrm>
              <a:off x="3898734" y="2008272"/>
              <a:ext cx="19080" cy="218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C8CE78-4A05-EFAF-6F3E-F70F51D32C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8294" y="1997472"/>
                <a:ext cx="40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7D78CFB-8E76-B858-87FD-227FA3DD900B}"/>
                  </a:ext>
                </a:extLst>
              </p14:cNvPr>
              <p14:cNvContentPartPr/>
              <p14:nvPr/>
            </p14:nvContentPartPr>
            <p14:xfrm>
              <a:off x="5488494" y="1657272"/>
              <a:ext cx="829080" cy="294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7D78CFB-8E76-B858-87FD-227FA3DD90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78054" y="1646819"/>
                <a:ext cx="850320" cy="3153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58571F6-C13F-DA0D-ED0A-12AF1706C452}"/>
                  </a:ext>
                </a:extLst>
              </p14:cNvPr>
              <p14:cNvContentPartPr/>
              <p14:nvPr/>
            </p14:nvContentPartPr>
            <p14:xfrm>
              <a:off x="5089254" y="1683912"/>
              <a:ext cx="177480" cy="177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58571F6-C13F-DA0D-ED0A-12AF1706C4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78454" y="1673112"/>
                <a:ext cx="19872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AFD60B7-C7D9-BDAF-6C69-E10ECA03E199}"/>
                  </a:ext>
                </a:extLst>
              </p14:cNvPr>
              <p14:cNvContentPartPr/>
              <p14:nvPr/>
            </p14:nvContentPartPr>
            <p14:xfrm>
              <a:off x="4320654" y="1654032"/>
              <a:ext cx="565200" cy="253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AFD60B7-C7D9-BDAF-6C69-E10ECA03E1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10221" y="1643217"/>
                <a:ext cx="586426" cy="275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074B49D-94C8-0603-5A0D-0757B937085F}"/>
                  </a:ext>
                </a:extLst>
              </p14:cNvPr>
              <p14:cNvContentPartPr/>
              <p14:nvPr/>
            </p14:nvContentPartPr>
            <p14:xfrm>
              <a:off x="3738894" y="1653672"/>
              <a:ext cx="427680" cy="207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074B49D-94C8-0603-5A0D-0757B93708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28454" y="1642891"/>
                <a:ext cx="448920" cy="228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C5761D5-4C1F-6572-50B5-FA68D86A84C7}"/>
                  </a:ext>
                </a:extLst>
              </p14:cNvPr>
              <p14:cNvContentPartPr/>
              <p14:nvPr/>
            </p14:nvContentPartPr>
            <p14:xfrm>
              <a:off x="10539881" y="4974056"/>
              <a:ext cx="416880" cy="2610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C5761D5-4C1F-6572-50B5-FA68D86A84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29441" y="4963271"/>
                <a:ext cx="438120" cy="2822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A1616FC-49C0-C273-5217-57AA3E855724}"/>
                  </a:ext>
                </a:extLst>
              </p14:cNvPr>
              <p14:cNvContentPartPr/>
              <p14:nvPr/>
            </p14:nvContentPartPr>
            <p14:xfrm>
              <a:off x="9968921" y="4974416"/>
              <a:ext cx="454320" cy="213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A1616FC-49C0-C273-5217-57AA3E8557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58481" y="4963616"/>
                <a:ext cx="4755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E5EC4E6-5D95-55EC-4312-DD8103509A60}"/>
                  </a:ext>
                </a:extLst>
              </p14:cNvPr>
              <p14:cNvContentPartPr/>
              <p14:nvPr/>
            </p14:nvContentPartPr>
            <p14:xfrm>
              <a:off x="9607121" y="4982336"/>
              <a:ext cx="231120" cy="201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E5EC4E6-5D95-55EC-4312-DD8103509A6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96681" y="4971536"/>
                <a:ext cx="2523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51D72F2-61DB-57CC-57DF-307A664CD693}"/>
                  </a:ext>
                </a:extLst>
              </p14:cNvPr>
              <p14:cNvContentPartPr/>
              <p14:nvPr/>
            </p14:nvContentPartPr>
            <p14:xfrm>
              <a:off x="9012041" y="5001056"/>
              <a:ext cx="447480" cy="208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51D72F2-61DB-57CC-57DF-307A664CD69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001241" y="4990256"/>
                <a:ext cx="468720" cy="22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513349" y="30834"/>
            <a:ext cx="10840451" cy="1325563"/>
          </a:xfrm>
        </p:spPr>
        <p:txBody>
          <a:bodyPr/>
          <a:lstStyle/>
          <a:p>
            <a:r>
              <a:rPr lang="en-US"/>
              <a:t>One-time pad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10972800" cy="584775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</a:p>
        </p:txBody>
      </p:sp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573117" y="11049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/>
              <a:t>An example of </a:t>
            </a:r>
            <a:r>
              <a:rPr lang="en-US" sz="3200" dirty="0" err="1"/>
              <a:t>Vernam</a:t>
            </a:r>
            <a:r>
              <a:rPr lang="en-US" sz="3200" dirty="0"/>
              <a:t> Cipher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/>
              <a:t>Alice: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/>
              <a:t>Bob:</a:t>
            </a:r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6477001" y="1268849"/>
            <a:ext cx="5333998" cy="11695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800" dirty="0"/>
              <a:t>1 ⊕ 0 = 1;  0 ⊕ 1=1 </a:t>
            </a:r>
          </a:p>
          <a:p>
            <a:pPr marL="457200" indent="-457200">
              <a:spcBef>
                <a:spcPct val="50000"/>
              </a:spcBef>
            </a:pPr>
            <a:r>
              <a:rPr lang="en-US" sz="2800" dirty="0"/>
              <a:t>0 ⊕ 0 =0;  1 ⊕ 1=0</a:t>
            </a:r>
          </a:p>
        </p:txBody>
      </p:sp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2133600" y="2438400"/>
            <a:ext cx="396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P: 100 010 111 011 110 001…</a:t>
            </a:r>
          </a:p>
        </p:txBody>
      </p:sp>
      <p:sp>
        <p:nvSpPr>
          <p:cNvPr id="179211" name="Text Box 11"/>
          <p:cNvSpPr txBox="1">
            <a:spLocks noChangeArrowheads="1"/>
          </p:cNvSpPr>
          <p:nvPr/>
        </p:nvSpPr>
        <p:spPr bwMode="auto">
          <a:xfrm>
            <a:off x="2133600" y="28956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K: 010 011 101 101 010 111…</a:t>
            </a:r>
          </a:p>
        </p:txBody>
      </p:sp>
      <p:sp>
        <p:nvSpPr>
          <p:cNvPr id="179212" name="Text Box 12"/>
          <p:cNvSpPr txBox="1">
            <a:spLocks noChangeArrowheads="1"/>
          </p:cNvSpPr>
          <p:nvPr/>
        </p:nvSpPr>
        <p:spPr bwMode="auto">
          <a:xfrm>
            <a:off x="2133600" y="33528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C: 110 001 010 110 100 110…</a:t>
            </a:r>
          </a:p>
        </p:txBody>
      </p:sp>
      <p:sp>
        <p:nvSpPr>
          <p:cNvPr id="179213" name="Text Box 13"/>
          <p:cNvSpPr txBox="1">
            <a:spLocks noChangeArrowheads="1"/>
          </p:cNvSpPr>
          <p:nvPr/>
        </p:nvSpPr>
        <p:spPr bwMode="auto">
          <a:xfrm>
            <a:off x="2133600" y="5334000"/>
            <a:ext cx="396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P: 100 010 111 011 110 001…</a:t>
            </a:r>
          </a:p>
        </p:txBody>
      </p:sp>
      <p:sp>
        <p:nvSpPr>
          <p:cNvPr id="179214" name="Text Box 14"/>
          <p:cNvSpPr txBox="1">
            <a:spLocks noChangeArrowheads="1"/>
          </p:cNvSpPr>
          <p:nvPr/>
        </p:nvSpPr>
        <p:spPr bwMode="auto">
          <a:xfrm>
            <a:off x="2133600" y="4876800"/>
            <a:ext cx="419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K: 010 011 101 101 010 111…</a:t>
            </a:r>
          </a:p>
        </p:txBody>
      </p:sp>
      <p:sp>
        <p:nvSpPr>
          <p:cNvPr id="179215" name="Text Box 15"/>
          <p:cNvSpPr txBox="1">
            <a:spLocks noChangeArrowheads="1"/>
          </p:cNvSpPr>
          <p:nvPr/>
        </p:nvSpPr>
        <p:spPr bwMode="auto">
          <a:xfrm>
            <a:off x="2133600" y="44196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C: 110 001 010 110 100 110…</a:t>
            </a: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9DAAE717-1943-5742-A6AD-37C7D2241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2646981"/>
            <a:ext cx="5333998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C0000"/>
                </a:solidFill>
                <a:latin typeface="+mn-lt"/>
              </a:rPr>
              <a:t>Perfectly/</a:t>
            </a:r>
            <a:r>
              <a:rPr lang="en-US" dirty="0" err="1">
                <a:solidFill>
                  <a:srgbClr val="CC0000"/>
                </a:solidFill>
                <a:latin typeface="+mn-lt"/>
              </a:rPr>
              <a:t>Unconditionaly</a:t>
            </a:r>
            <a:r>
              <a:rPr lang="en-US" dirty="0">
                <a:solidFill>
                  <a:srgbClr val="CC0000"/>
                </a:solidFill>
                <a:latin typeface="+mn-lt"/>
              </a:rPr>
              <a:t> secure</a:t>
            </a:r>
            <a:r>
              <a:rPr lang="en-US" dirty="0">
                <a:latin typeface="+mn-lt"/>
              </a:rPr>
              <a:t>:</a:t>
            </a:r>
            <a:r>
              <a:rPr lang="en-US" altLang="zh-CN" dirty="0">
                <a:latin typeface="+mn-lt"/>
                <a:ea typeface="宋体" pitchFamily="2" charset="-122"/>
              </a:rPr>
              <a:t> unbreakable even with infinite amount of computational power, assuming the attacker has no knowledge about the key</a:t>
            </a:r>
          </a:p>
          <a:p>
            <a:endParaRPr lang="en-US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101A9-9295-2C48-95ED-F0F20885C857}"/>
              </a:ext>
            </a:extLst>
          </p:cNvPr>
          <p:cNvSpPr txBox="1"/>
          <p:nvPr/>
        </p:nvSpPr>
        <p:spPr>
          <a:xfrm>
            <a:off x="6486184" y="4231719"/>
            <a:ext cx="532481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0000"/>
                </a:solidFill>
              </a:rPr>
              <a:t>Impractical: </a:t>
            </a:r>
            <a:r>
              <a:rPr lang="en-US" dirty="0">
                <a:solidFill>
                  <a:schemeClr val="tx1"/>
                </a:solidFill>
              </a:rPr>
              <a:t>The need for synchronization &amp; the need for an unlimited number of keys</a:t>
            </a: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62271804-B21A-C444-8371-7C0C11DE6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2" y="884440"/>
            <a:ext cx="28447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u="sng" dirty="0"/>
              <a:t>Exclusive OR operations </a:t>
            </a:r>
            <a:endParaRPr lang="en-US" sz="2000" b="1" u="sng" dirty="0">
              <a:solidFill>
                <a:srgbClr val="CC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0579C7-DF13-EDC3-8637-9C5F97BA841A}"/>
                  </a:ext>
                </a:extLst>
              </p14:cNvPr>
              <p14:cNvContentPartPr/>
              <p14:nvPr/>
            </p14:nvContentPartPr>
            <p14:xfrm>
              <a:off x="3720859" y="312978"/>
              <a:ext cx="132480" cy="223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0579C7-DF13-EDC3-8637-9C5F97BA84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0419" y="302538"/>
                <a:ext cx="1537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A1B4A4-E99F-8891-B76D-E62A9A790187}"/>
                  </a:ext>
                </a:extLst>
              </p14:cNvPr>
              <p14:cNvContentPartPr/>
              <p14:nvPr/>
            </p14:nvContentPartPr>
            <p14:xfrm>
              <a:off x="3904459" y="319098"/>
              <a:ext cx="18360" cy="214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A1B4A4-E99F-8891-B76D-E62A9A7901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3659" y="308658"/>
                <a:ext cx="396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CB0386-A261-226F-6125-AD4141D79317}"/>
                  </a:ext>
                </a:extLst>
              </p14:cNvPr>
              <p14:cNvContentPartPr/>
              <p14:nvPr/>
            </p14:nvContentPartPr>
            <p14:xfrm>
              <a:off x="3871339" y="430698"/>
              <a:ext cx="57600" cy="21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CB0386-A261-226F-6125-AD4141D793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60539" y="419898"/>
                <a:ext cx="788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819143-E97D-DFBF-3809-61A0ACF4E8C7}"/>
                  </a:ext>
                </a:extLst>
              </p14:cNvPr>
              <p14:cNvContentPartPr/>
              <p14:nvPr/>
            </p14:nvContentPartPr>
            <p14:xfrm>
              <a:off x="3955579" y="394338"/>
              <a:ext cx="63720" cy="126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819143-E97D-DFBF-3809-61A0ACF4E8C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44779" y="383898"/>
                <a:ext cx="849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FA4773-20EC-BFF7-2F08-F05983A6030B}"/>
                  </a:ext>
                </a:extLst>
              </p14:cNvPr>
              <p14:cNvContentPartPr/>
              <p14:nvPr/>
            </p14:nvContentPartPr>
            <p14:xfrm>
              <a:off x="4027939" y="382458"/>
              <a:ext cx="54720" cy="11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7FA4773-20EC-BFF7-2F08-F05983A603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17139" y="371658"/>
                <a:ext cx="759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4262BC-8AC6-A319-7C91-41D35274AA05}"/>
                  </a:ext>
                </a:extLst>
              </p14:cNvPr>
              <p14:cNvContentPartPr/>
              <p14:nvPr/>
            </p14:nvContentPartPr>
            <p14:xfrm>
              <a:off x="4109299" y="369138"/>
              <a:ext cx="60480" cy="135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4262BC-8AC6-A319-7C91-41D35274AA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98499" y="358338"/>
                <a:ext cx="8172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2EE07E-37C3-A21A-DD41-E0AE977801A5}"/>
                  </a:ext>
                </a:extLst>
              </p14:cNvPr>
              <p14:cNvContentPartPr/>
              <p14:nvPr/>
            </p14:nvContentPartPr>
            <p14:xfrm>
              <a:off x="4148539" y="373458"/>
              <a:ext cx="126720" cy="219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52EE07E-37C3-A21A-DD41-E0AE977801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37739" y="362658"/>
                <a:ext cx="1479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9CE8D64-8E50-2CB6-A992-07C4E833C18A}"/>
                  </a:ext>
                </a:extLst>
              </p14:cNvPr>
              <p14:cNvContentPartPr/>
              <p14:nvPr/>
            </p14:nvContentPartPr>
            <p14:xfrm>
              <a:off x="4455619" y="325218"/>
              <a:ext cx="81720" cy="222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9CE8D64-8E50-2CB6-A992-07C4E833C1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45179" y="314418"/>
                <a:ext cx="1029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B275834-6943-215B-9049-70DD06A53C3B}"/>
                  </a:ext>
                </a:extLst>
              </p14:cNvPr>
              <p14:cNvContentPartPr/>
              <p14:nvPr/>
            </p14:nvContentPartPr>
            <p14:xfrm>
              <a:off x="4539859" y="370578"/>
              <a:ext cx="114840" cy="150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B275834-6943-215B-9049-70DD06A53C3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29419" y="360138"/>
                <a:ext cx="1360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0341C6-EAB2-5035-D930-C895967DF70B}"/>
                  </a:ext>
                </a:extLst>
              </p14:cNvPr>
              <p14:cNvContentPartPr/>
              <p14:nvPr/>
            </p14:nvContentPartPr>
            <p14:xfrm>
              <a:off x="4610779" y="370938"/>
              <a:ext cx="83520" cy="156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0341C6-EAB2-5035-D930-C895967DF7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99979" y="360498"/>
                <a:ext cx="1047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AC7DE68-0E35-9781-273A-5B7C406ED3A8}"/>
                  </a:ext>
                </a:extLst>
              </p14:cNvPr>
              <p14:cNvContentPartPr/>
              <p14:nvPr/>
            </p14:nvContentPartPr>
            <p14:xfrm>
              <a:off x="4675939" y="404418"/>
              <a:ext cx="96480" cy="98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AC7DE68-0E35-9781-273A-5B7C406ED3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65139" y="393978"/>
                <a:ext cx="1177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8EA859D-0FAD-B7C6-82D6-A178E4AA7DEE}"/>
                  </a:ext>
                </a:extLst>
              </p14:cNvPr>
              <p14:cNvContentPartPr/>
              <p14:nvPr/>
            </p14:nvContentPartPr>
            <p14:xfrm>
              <a:off x="4772059" y="387498"/>
              <a:ext cx="81720" cy="94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8EA859D-0FAD-B7C6-82D6-A178E4AA7DE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61259" y="376698"/>
                <a:ext cx="1029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1933C92-63A7-A1D5-DE95-6639428132A6}"/>
                  </a:ext>
                </a:extLst>
              </p14:cNvPr>
              <p14:cNvContentPartPr/>
              <p14:nvPr/>
            </p14:nvContentPartPr>
            <p14:xfrm>
              <a:off x="4880419" y="349338"/>
              <a:ext cx="39600" cy="159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1933C92-63A7-A1D5-DE95-6639428132A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69979" y="338538"/>
                <a:ext cx="608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7053612-BD75-7700-237B-E79A9A432204}"/>
                  </a:ext>
                </a:extLst>
              </p14:cNvPr>
              <p14:cNvContentPartPr/>
              <p14:nvPr/>
            </p14:nvContentPartPr>
            <p14:xfrm>
              <a:off x="4937659" y="383898"/>
              <a:ext cx="105840" cy="122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7053612-BD75-7700-237B-E79A9A43220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27219" y="373098"/>
                <a:ext cx="1270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D4307FF-2156-A7ED-B5BE-93755BA8B3F2}"/>
                  </a:ext>
                </a:extLst>
              </p14:cNvPr>
              <p14:cNvContentPartPr/>
              <p14:nvPr/>
            </p14:nvContentPartPr>
            <p14:xfrm>
              <a:off x="3740659" y="698898"/>
              <a:ext cx="131040" cy="57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D4307FF-2156-A7ED-B5BE-93755BA8B3F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29859" y="688098"/>
                <a:ext cx="1522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A958EB2-6471-9684-4CD0-039321EF94E1}"/>
                  </a:ext>
                </a:extLst>
              </p14:cNvPr>
              <p14:cNvContentPartPr/>
              <p14:nvPr/>
            </p14:nvContentPartPr>
            <p14:xfrm>
              <a:off x="3819859" y="674778"/>
              <a:ext cx="66600" cy="183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A958EB2-6471-9684-4CD0-039321EF94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09419" y="663978"/>
                <a:ext cx="878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2AB09DF-D5F1-3CF5-EAED-11DAFF2893AD}"/>
                  </a:ext>
                </a:extLst>
              </p14:cNvPr>
              <p14:cNvContentPartPr/>
              <p14:nvPr/>
            </p14:nvContentPartPr>
            <p14:xfrm>
              <a:off x="3914179" y="672258"/>
              <a:ext cx="68760" cy="168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2AB09DF-D5F1-3CF5-EAED-11DAFF2893A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03379" y="661818"/>
                <a:ext cx="900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BD5D2EF-B44B-EA7D-9D8E-2BBD6B413166}"/>
                  </a:ext>
                </a:extLst>
              </p14:cNvPr>
              <p14:cNvContentPartPr/>
              <p14:nvPr/>
            </p14:nvContentPartPr>
            <p14:xfrm>
              <a:off x="3989419" y="664338"/>
              <a:ext cx="141120" cy="155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BD5D2EF-B44B-EA7D-9D8E-2BBD6B4131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78619" y="653538"/>
                <a:ext cx="1623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8CA8EC6-5DF0-20A5-9FF3-7F2DA5D32426}"/>
                  </a:ext>
                </a:extLst>
              </p14:cNvPr>
              <p14:cNvContentPartPr/>
              <p14:nvPr/>
            </p14:nvContentPartPr>
            <p14:xfrm>
              <a:off x="4281019" y="644898"/>
              <a:ext cx="96840" cy="162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8CA8EC6-5DF0-20A5-9FF3-7F2DA5D3242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70219" y="634098"/>
                <a:ext cx="1180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4C84B2C-2D1F-8DCC-2591-E3D60495A4FD}"/>
                  </a:ext>
                </a:extLst>
              </p14:cNvPr>
              <p14:cNvContentPartPr/>
              <p14:nvPr/>
            </p14:nvContentPartPr>
            <p14:xfrm>
              <a:off x="4365259" y="689898"/>
              <a:ext cx="71280" cy="114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4C84B2C-2D1F-8DCC-2591-E3D60495A4F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354819" y="679098"/>
                <a:ext cx="925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F14AD7E-A191-78A0-ECFF-3B9FF648C942}"/>
                  </a:ext>
                </a:extLst>
              </p14:cNvPr>
              <p14:cNvContentPartPr/>
              <p14:nvPr/>
            </p14:nvContentPartPr>
            <p14:xfrm>
              <a:off x="4449499" y="687378"/>
              <a:ext cx="72720" cy="1501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F14AD7E-A191-78A0-ECFF-3B9FF648C94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39059" y="676938"/>
                <a:ext cx="939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F60D6FB-65B9-4C7E-9BF2-94884B83E524}"/>
                  </a:ext>
                </a:extLst>
              </p14:cNvPr>
              <p14:cNvContentPartPr/>
              <p14:nvPr/>
            </p14:nvContentPartPr>
            <p14:xfrm>
              <a:off x="4558219" y="635538"/>
              <a:ext cx="39600" cy="104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F60D6FB-65B9-4C7E-9BF2-94884B83E52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47419" y="624738"/>
                <a:ext cx="608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C6A1946-D597-6BEF-4C0A-998799E0B32B}"/>
                  </a:ext>
                </a:extLst>
              </p14:cNvPr>
              <p14:cNvContentPartPr/>
              <p14:nvPr/>
            </p14:nvContentPartPr>
            <p14:xfrm>
              <a:off x="4612219" y="650658"/>
              <a:ext cx="15480" cy="1810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C6A1946-D597-6BEF-4C0A-998799E0B32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01779" y="639858"/>
                <a:ext cx="367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F0FEA91-0641-87FE-1E05-EB3C99C8432A}"/>
                  </a:ext>
                </a:extLst>
              </p14:cNvPr>
              <p14:cNvContentPartPr/>
              <p14:nvPr/>
            </p14:nvContentPartPr>
            <p14:xfrm>
              <a:off x="4594219" y="728778"/>
              <a:ext cx="87840" cy="51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F0FEA91-0641-87FE-1E05-EB3C99C8432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83779" y="718338"/>
                <a:ext cx="1090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48E8F94-293E-172E-E32A-9F0C910A07DB}"/>
                  </a:ext>
                </a:extLst>
              </p14:cNvPr>
              <p14:cNvContentPartPr/>
              <p14:nvPr/>
            </p14:nvContentPartPr>
            <p14:xfrm>
              <a:off x="4874299" y="643098"/>
              <a:ext cx="27360" cy="226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48E8F94-293E-172E-E32A-9F0C910A07D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863859" y="632658"/>
                <a:ext cx="486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24CFB3D-2959-3808-AF22-C4726A5393C4}"/>
                  </a:ext>
                </a:extLst>
              </p14:cNvPr>
              <p14:cNvContentPartPr/>
              <p14:nvPr/>
            </p14:nvContentPartPr>
            <p14:xfrm>
              <a:off x="4902019" y="692778"/>
              <a:ext cx="90360" cy="108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24CFB3D-2959-3808-AF22-C4726A5393C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891219" y="681978"/>
                <a:ext cx="1116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DF9866B-043F-D38F-B9B3-19ED0FA9F684}"/>
                  </a:ext>
                </a:extLst>
              </p14:cNvPr>
              <p14:cNvContentPartPr/>
              <p14:nvPr/>
            </p14:nvContentPartPr>
            <p14:xfrm>
              <a:off x="4985899" y="692778"/>
              <a:ext cx="96840" cy="136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DF9866B-043F-D38F-B9B3-19ED0FA9F68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75459" y="681978"/>
                <a:ext cx="1180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67D8ED8-A3EF-6FC8-CC29-CA3BFAE33487}"/>
                  </a:ext>
                </a:extLst>
              </p14:cNvPr>
              <p14:cNvContentPartPr/>
              <p14:nvPr/>
            </p14:nvContentPartPr>
            <p14:xfrm>
              <a:off x="5082379" y="671538"/>
              <a:ext cx="181080" cy="147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67D8ED8-A3EF-6FC8-CC29-CA3BFAE3348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71579" y="661098"/>
                <a:ext cx="2023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1120B08-ADBA-7038-D6D3-2F95BB806FF4}"/>
                  </a:ext>
                </a:extLst>
              </p14:cNvPr>
              <p14:cNvContentPartPr/>
              <p14:nvPr/>
            </p14:nvContentPartPr>
            <p14:xfrm>
              <a:off x="5437699" y="622218"/>
              <a:ext cx="18360" cy="194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1120B08-ADBA-7038-D6D3-2F95BB806FF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427259" y="611418"/>
                <a:ext cx="396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DD6DE7A-1D30-B812-2A78-6BAC5408CDB5}"/>
                  </a:ext>
                </a:extLst>
              </p14:cNvPr>
              <p14:cNvContentPartPr/>
              <p14:nvPr/>
            </p14:nvContentPartPr>
            <p14:xfrm>
              <a:off x="5416819" y="695658"/>
              <a:ext cx="102960" cy="63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DD6DE7A-1D30-B812-2A78-6BAC5408CDB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406019" y="685218"/>
                <a:ext cx="1242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A3C05F2-E915-5B67-5D3C-4403AB304C83}"/>
                  </a:ext>
                </a:extLst>
              </p14:cNvPr>
              <p14:cNvContentPartPr/>
              <p14:nvPr/>
            </p14:nvContentPartPr>
            <p14:xfrm>
              <a:off x="5540299" y="642018"/>
              <a:ext cx="63720" cy="1310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A3C05F2-E915-5B67-5D3C-4403AB304C8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529499" y="631218"/>
                <a:ext cx="849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1A1AEA7-E949-3241-95B5-83E816689BB3}"/>
                  </a:ext>
                </a:extLst>
              </p14:cNvPr>
              <p14:cNvContentPartPr/>
              <p14:nvPr/>
            </p14:nvContentPartPr>
            <p14:xfrm>
              <a:off x="5615539" y="647778"/>
              <a:ext cx="117720" cy="120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1A1AEA7-E949-3241-95B5-83E816689BB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05099" y="637338"/>
                <a:ext cx="1389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8E1FD49-A105-A191-9D69-16F245ACD748}"/>
                  </a:ext>
                </a:extLst>
              </p14:cNvPr>
              <p14:cNvContentPartPr/>
              <p14:nvPr/>
            </p14:nvContentPartPr>
            <p14:xfrm>
              <a:off x="3814099" y="963858"/>
              <a:ext cx="9360" cy="1839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8E1FD49-A105-A191-9D69-16F245ACD74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803299" y="953418"/>
                <a:ext cx="306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8C64060-3C6F-BD18-F85F-E44A59914F11}"/>
                  </a:ext>
                </a:extLst>
              </p14:cNvPr>
              <p14:cNvContentPartPr/>
              <p14:nvPr/>
            </p14:nvContentPartPr>
            <p14:xfrm>
              <a:off x="3774859" y="1024338"/>
              <a:ext cx="108720" cy="66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8C64060-3C6F-BD18-F85F-E44A59914F1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64059" y="1013538"/>
                <a:ext cx="129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2A43683-B84A-AD7B-6BC5-B9607FFA20CB}"/>
                  </a:ext>
                </a:extLst>
              </p14:cNvPr>
              <p14:cNvContentPartPr/>
              <p14:nvPr/>
            </p14:nvContentPartPr>
            <p14:xfrm>
              <a:off x="3892579" y="987978"/>
              <a:ext cx="69480" cy="143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2A43683-B84A-AD7B-6BC5-B9607FFA20C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82139" y="977538"/>
                <a:ext cx="907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D2D6513-ADBE-658A-25FA-07C8470924BB}"/>
                  </a:ext>
                </a:extLst>
              </p14:cNvPr>
              <p14:cNvContentPartPr/>
              <p14:nvPr/>
            </p14:nvContentPartPr>
            <p14:xfrm>
              <a:off x="3967459" y="1008858"/>
              <a:ext cx="93600" cy="124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D2D6513-ADBE-658A-25FA-07C8470924B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957019" y="998058"/>
                <a:ext cx="11484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F360532-161D-4A6D-3564-F2F86E503EF0}"/>
                  </a:ext>
                </a:extLst>
              </p14:cNvPr>
              <p14:cNvContentPartPr/>
              <p14:nvPr/>
            </p14:nvContentPartPr>
            <p14:xfrm>
              <a:off x="4081939" y="997698"/>
              <a:ext cx="105840" cy="131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F360532-161D-4A6D-3564-F2F86E503EF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071499" y="987258"/>
                <a:ext cx="1270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36E2587-6035-D8B7-6F23-CF0CBF707CFA}"/>
                  </a:ext>
                </a:extLst>
              </p14:cNvPr>
              <p14:cNvContentPartPr/>
              <p14:nvPr/>
            </p14:nvContentPartPr>
            <p14:xfrm>
              <a:off x="4310899" y="995898"/>
              <a:ext cx="138960" cy="182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36E2587-6035-D8B7-6F23-CF0CBF707CF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300459" y="985458"/>
                <a:ext cx="1602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26EA7DB-0052-30A1-D79B-215A76858C35}"/>
                  </a:ext>
                </a:extLst>
              </p14:cNvPr>
              <p14:cNvContentPartPr/>
              <p14:nvPr/>
            </p14:nvContentPartPr>
            <p14:xfrm>
              <a:off x="4476859" y="988338"/>
              <a:ext cx="150840" cy="158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26EA7DB-0052-30A1-D79B-215A76858C3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66059" y="977898"/>
                <a:ext cx="1720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F2DA01C-C893-142F-B0B2-220E5E0D99BE}"/>
                  </a:ext>
                </a:extLst>
              </p14:cNvPr>
              <p14:cNvContentPartPr/>
              <p14:nvPr/>
            </p14:nvContentPartPr>
            <p14:xfrm>
              <a:off x="4648579" y="1009578"/>
              <a:ext cx="84600" cy="1310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F2DA01C-C893-142F-B0B2-220E5E0D99B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637779" y="998778"/>
                <a:ext cx="1058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734EC5F-6C5E-0E0D-5263-9BA11B7817A7}"/>
                  </a:ext>
                </a:extLst>
              </p14:cNvPr>
              <p14:cNvContentPartPr/>
              <p14:nvPr/>
            </p14:nvContentPartPr>
            <p14:xfrm>
              <a:off x="4751539" y="1027218"/>
              <a:ext cx="14760" cy="788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734EC5F-6C5E-0E0D-5263-9BA11B7817A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741099" y="1016418"/>
                <a:ext cx="360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8B7B0CB-FE92-9788-FA7D-4D93464192AC}"/>
                  </a:ext>
                </a:extLst>
              </p14:cNvPr>
              <p14:cNvContentPartPr/>
              <p14:nvPr/>
            </p14:nvContentPartPr>
            <p14:xfrm>
              <a:off x="4759819" y="985098"/>
              <a:ext cx="12240" cy="6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8B7B0CB-FE92-9788-FA7D-4D93464192A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749379" y="974298"/>
                <a:ext cx="33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0179641-3D21-20DB-AF75-66E50197068D}"/>
                  </a:ext>
                </a:extLst>
              </p14:cNvPr>
              <p14:cNvContentPartPr/>
              <p14:nvPr/>
            </p14:nvContentPartPr>
            <p14:xfrm>
              <a:off x="4808059" y="969978"/>
              <a:ext cx="156960" cy="204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0179641-3D21-20DB-AF75-66E50197068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97619" y="959178"/>
                <a:ext cx="178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0457993-F0D2-A22F-5104-29913FFFA34F}"/>
                  </a:ext>
                </a:extLst>
              </p14:cNvPr>
              <p14:cNvContentPartPr/>
              <p14:nvPr/>
            </p14:nvContentPartPr>
            <p14:xfrm>
              <a:off x="5034139" y="978978"/>
              <a:ext cx="15480" cy="6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0457993-F0D2-A22F-5104-29913FFFA34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023339" y="968178"/>
                <a:ext cx="36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77F55A6-F9EC-2A96-67E7-C59BED09CF63}"/>
                  </a:ext>
                </a:extLst>
              </p14:cNvPr>
              <p14:cNvContentPartPr/>
              <p14:nvPr/>
            </p14:nvContentPartPr>
            <p14:xfrm>
              <a:off x="5028739" y="1108578"/>
              <a:ext cx="8640" cy="169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77F55A6-F9EC-2A96-67E7-C59BED09CF6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018299" y="1097778"/>
                <a:ext cx="298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BDB4C9D-A1B5-AFA1-FBDA-62322280CC73}"/>
                  </a:ext>
                </a:extLst>
              </p14:cNvPr>
              <p14:cNvContentPartPr/>
              <p14:nvPr/>
            </p14:nvContentPartPr>
            <p14:xfrm>
              <a:off x="5184619" y="961338"/>
              <a:ext cx="81720" cy="180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BDB4C9D-A1B5-AFA1-FBDA-62322280CC7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174179" y="950538"/>
                <a:ext cx="1029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234B7FE-1E63-2A73-34CE-5BBF35A897F8}"/>
                  </a:ext>
                </a:extLst>
              </p14:cNvPr>
              <p14:cNvContentPartPr/>
              <p14:nvPr/>
            </p14:nvContentPartPr>
            <p14:xfrm>
              <a:off x="5284339" y="963858"/>
              <a:ext cx="90720" cy="172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234B7FE-1E63-2A73-34CE-5BBF35A897F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273539" y="953418"/>
                <a:ext cx="1119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6130CDB-BC51-DE72-F179-E7679563FE4F}"/>
                  </a:ext>
                </a:extLst>
              </p14:cNvPr>
              <p14:cNvContentPartPr/>
              <p14:nvPr/>
            </p14:nvContentPartPr>
            <p14:xfrm>
              <a:off x="5371459" y="954858"/>
              <a:ext cx="51480" cy="165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6130CDB-BC51-DE72-F179-E7679563FE4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61019" y="944418"/>
                <a:ext cx="727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61B59B3-1731-69A2-824D-759B0D85AAAB}"/>
                  </a:ext>
                </a:extLst>
              </p14:cNvPr>
              <p14:cNvContentPartPr/>
              <p14:nvPr/>
            </p14:nvContentPartPr>
            <p14:xfrm>
              <a:off x="5428699" y="981858"/>
              <a:ext cx="69480" cy="1375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61B59B3-1731-69A2-824D-759B0D85AAA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418259" y="971418"/>
                <a:ext cx="907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70CFB86-951D-3D3D-3D57-DFEF3F4869B8}"/>
                  </a:ext>
                </a:extLst>
              </p14:cNvPr>
              <p14:cNvContentPartPr/>
              <p14:nvPr/>
            </p14:nvContentPartPr>
            <p14:xfrm>
              <a:off x="5498179" y="1009218"/>
              <a:ext cx="60480" cy="360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70CFB86-951D-3D3D-3D57-DFEF3F4869B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487379" y="998418"/>
                <a:ext cx="817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89EB85D-AB96-DD7C-1F27-05C301160CF4}"/>
                  </a:ext>
                </a:extLst>
              </p14:cNvPr>
              <p14:cNvContentPartPr/>
              <p14:nvPr/>
            </p14:nvContentPartPr>
            <p14:xfrm>
              <a:off x="5537419" y="972858"/>
              <a:ext cx="48600" cy="1929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89EB85D-AB96-DD7C-1F27-05C301160CF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526619" y="962418"/>
                <a:ext cx="6984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C2EBCB9-3B8C-EB4D-F74B-7A5271C07E95}"/>
                  </a:ext>
                </a:extLst>
              </p14:cNvPr>
              <p14:cNvContentPartPr/>
              <p14:nvPr/>
            </p14:nvContentPartPr>
            <p14:xfrm>
              <a:off x="5757019" y="924618"/>
              <a:ext cx="78840" cy="170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C2EBCB9-3B8C-EB4D-F74B-7A5271C07E9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46579" y="914178"/>
                <a:ext cx="1000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145C03B-04D9-8391-E58B-BA86540006A1}"/>
                  </a:ext>
                </a:extLst>
              </p14:cNvPr>
              <p14:cNvContentPartPr/>
              <p14:nvPr/>
            </p14:nvContentPartPr>
            <p14:xfrm>
              <a:off x="5835499" y="900498"/>
              <a:ext cx="99720" cy="173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145C03B-04D9-8391-E58B-BA86540006A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825059" y="890058"/>
                <a:ext cx="1209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1086013-706F-7391-A090-FEDC673EA2E8}"/>
                  </a:ext>
                </a:extLst>
              </p14:cNvPr>
              <p14:cNvContentPartPr/>
              <p14:nvPr/>
            </p14:nvContentPartPr>
            <p14:xfrm>
              <a:off x="5967979" y="849378"/>
              <a:ext cx="72720" cy="2052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1086013-706F-7391-A090-FEDC673EA2E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957539" y="838938"/>
                <a:ext cx="939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A9ED7DA-32D3-28BE-44DB-EF50E9129C94}"/>
                  </a:ext>
                </a:extLst>
              </p14:cNvPr>
              <p14:cNvContentPartPr/>
              <p14:nvPr/>
            </p14:nvContentPartPr>
            <p14:xfrm>
              <a:off x="6064459" y="893298"/>
              <a:ext cx="84600" cy="88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A9ED7DA-32D3-28BE-44DB-EF50E9129C9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054019" y="882498"/>
                <a:ext cx="1058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2F11DCE-171D-6214-7618-6B273CBE1209}"/>
                  </a:ext>
                </a:extLst>
              </p14:cNvPr>
              <p14:cNvContentPartPr/>
              <p14:nvPr/>
            </p14:nvContentPartPr>
            <p14:xfrm>
              <a:off x="6178939" y="867378"/>
              <a:ext cx="21600" cy="1209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2F11DCE-171D-6214-7618-6B273CBE120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168499" y="856938"/>
                <a:ext cx="4284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F022D02-E611-2182-9DE6-FB9E58902230}"/>
                  </a:ext>
                </a:extLst>
              </p14:cNvPr>
              <p14:cNvContentPartPr/>
              <p14:nvPr/>
            </p14:nvContentPartPr>
            <p14:xfrm>
              <a:off x="6248419" y="843258"/>
              <a:ext cx="6480" cy="163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F022D02-E611-2182-9DE6-FB9E5890223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237619" y="832818"/>
                <a:ext cx="277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AA72E40-7854-408C-C6B1-9D1463C82EDD}"/>
                  </a:ext>
                </a:extLst>
              </p14:cNvPr>
              <p14:cNvContentPartPr/>
              <p14:nvPr/>
            </p14:nvContentPartPr>
            <p14:xfrm>
              <a:off x="6230059" y="912738"/>
              <a:ext cx="81720" cy="15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AA72E40-7854-408C-C6B1-9D1463C82ED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219619" y="901938"/>
                <a:ext cx="1029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9242" name="Ink 179241">
                <a:extLst>
                  <a:ext uri="{FF2B5EF4-FFF2-40B4-BE49-F238E27FC236}">
                    <a16:creationId xmlns:a16="http://schemas.microsoft.com/office/drawing/2014/main" id="{5A8B0F92-B9E6-6B0B-3D75-22F957379992}"/>
                  </a:ext>
                </a:extLst>
              </p14:cNvPr>
              <p14:cNvContentPartPr/>
              <p14:nvPr/>
            </p14:nvContentPartPr>
            <p14:xfrm>
              <a:off x="7265081" y="654588"/>
              <a:ext cx="1539360" cy="288000"/>
            </p14:xfrm>
          </p:contentPart>
        </mc:Choice>
        <mc:Fallback xmlns="">
          <p:pic>
            <p:nvPicPr>
              <p:cNvPr id="179242" name="Ink 179241">
                <a:extLst>
                  <a:ext uri="{FF2B5EF4-FFF2-40B4-BE49-F238E27FC236}">
                    <a16:creationId xmlns:a16="http://schemas.microsoft.com/office/drawing/2014/main" id="{5A8B0F92-B9E6-6B0B-3D75-22F95737999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254641" y="644148"/>
                <a:ext cx="15606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9243" name="Ink 179242">
                <a:extLst>
                  <a:ext uri="{FF2B5EF4-FFF2-40B4-BE49-F238E27FC236}">
                    <a16:creationId xmlns:a16="http://schemas.microsoft.com/office/drawing/2014/main" id="{FB356276-2BC8-3D1D-6D20-67FC109A896E}"/>
                  </a:ext>
                </a:extLst>
              </p14:cNvPr>
              <p14:cNvContentPartPr/>
              <p14:nvPr/>
            </p14:nvContentPartPr>
            <p14:xfrm>
              <a:off x="6904361" y="694908"/>
              <a:ext cx="217800" cy="158400"/>
            </p14:xfrm>
          </p:contentPart>
        </mc:Choice>
        <mc:Fallback xmlns="">
          <p:pic>
            <p:nvPicPr>
              <p:cNvPr id="179243" name="Ink 179242">
                <a:extLst>
                  <a:ext uri="{FF2B5EF4-FFF2-40B4-BE49-F238E27FC236}">
                    <a16:creationId xmlns:a16="http://schemas.microsoft.com/office/drawing/2014/main" id="{FB356276-2BC8-3D1D-6D20-67FC109A896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893579" y="684108"/>
                <a:ext cx="239005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79244" name="Ink 179243">
                <a:extLst>
                  <a:ext uri="{FF2B5EF4-FFF2-40B4-BE49-F238E27FC236}">
                    <a16:creationId xmlns:a16="http://schemas.microsoft.com/office/drawing/2014/main" id="{4F707A06-D203-3C31-F660-23F1BE965B74}"/>
                  </a:ext>
                </a:extLst>
              </p14:cNvPr>
              <p14:cNvContentPartPr/>
              <p14:nvPr/>
            </p14:nvContentPartPr>
            <p14:xfrm>
              <a:off x="6489641" y="712548"/>
              <a:ext cx="280800" cy="168120"/>
            </p14:xfrm>
          </p:contentPart>
        </mc:Choice>
        <mc:Fallback xmlns="">
          <p:pic>
            <p:nvPicPr>
              <p:cNvPr id="179244" name="Ink 179243">
                <a:extLst>
                  <a:ext uri="{FF2B5EF4-FFF2-40B4-BE49-F238E27FC236}">
                    <a16:creationId xmlns:a16="http://schemas.microsoft.com/office/drawing/2014/main" id="{4F707A06-D203-3C31-F660-23F1BE965B7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79201" y="702130"/>
                <a:ext cx="302040" cy="189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79259" name="Ink 179258">
                <a:extLst>
                  <a:ext uri="{FF2B5EF4-FFF2-40B4-BE49-F238E27FC236}">
                    <a16:creationId xmlns:a16="http://schemas.microsoft.com/office/drawing/2014/main" id="{665E61DF-8191-3E7A-D929-16899C39EB37}"/>
                  </a:ext>
                </a:extLst>
              </p14:cNvPr>
              <p14:cNvContentPartPr/>
              <p14:nvPr/>
            </p14:nvContentPartPr>
            <p14:xfrm>
              <a:off x="5078247" y="1654345"/>
              <a:ext cx="366840" cy="194040"/>
            </p14:xfrm>
          </p:contentPart>
        </mc:Choice>
        <mc:Fallback xmlns="">
          <p:pic>
            <p:nvPicPr>
              <p:cNvPr id="179259" name="Ink 179258">
                <a:extLst>
                  <a:ext uri="{FF2B5EF4-FFF2-40B4-BE49-F238E27FC236}">
                    <a16:creationId xmlns:a16="http://schemas.microsoft.com/office/drawing/2014/main" id="{665E61DF-8191-3E7A-D929-16899C39EB3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067807" y="1643905"/>
                <a:ext cx="3880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9260" name="Ink 179259">
                <a:extLst>
                  <a:ext uri="{FF2B5EF4-FFF2-40B4-BE49-F238E27FC236}">
                    <a16:creationId xmlns:a16="http://schemas.microsoft.com/office/drawing/2014/main" id="{099214DD-D3A2-8981-8B6A-48DF59E2C1EA}"/>
                  </a:ext>
                </a:extLst>
              </p14:cNvPr>
              <p14:cNvContentPartPr/>
              <p14:nvPr/>
            </p14:nvContentPartPr>
            <p14:xfrm>
              <a:off x="4548687" y="1644625"/>
              <a:ext cx="388440" cy="194760"/>
            </p14:xfrm>
          </p:contentPart>
        </mc:Choice>
        <mc:Fallback xmlns="">
          <p:pic>
            <p:nvPicPr>
              <p:cNvPr id="179260" name="Ink 179259">
                <a:extLst>
                  <a:ext uri="{FF2B5EF4-FFF2-40B4-BE49-F238E27FC236}">
                    <a16:creationId xmlns:a16="http://schemas.microsoft.com/office/drawing/2014/main" id="{099214DD-D3A2-8981-8B6A-48DF59E2C1E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538247" y="1634185"/>
                <a:ext cx="409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79261" name="Ink 179260">
                <a:extLst>
                  <a:ext uri="{FF2B5EF4-FFF2-40B4-BE49-F238E27FC236}">
                    <a16:creationId xmlns:a16="http://schemas.microsoft.com/office/drawing/2014/main" id="{F7A1A70E-26CC-CF04-E8F8-BF6C038045C6}"/>
                  </a:ext>
                </a:extLst>
              </p14:cNvPr>
              <p14:cNvContentPartPr/>
              <p14:nvPr/>
            </p14:nvContentPartPr>
            <p14:xfrm>
              <a:off x="4179327" y="1695025"/>
              <a:ext cx="242640" cy="138240"/>
            </p14:xfrm>
          </p:contentPart>
        </mc:Choice>
        <mc:Fallback xmlns="">
          <p:pic>
            <p:nvPicPr>
              <p:cNvPr id="179261" name="Ink 179260">
                <a:extLst>
                  <a:ext uri="{FF2B5EF4-FFF2-40B4-BE49-F238E27FC236}">
                    <a16:creationId xmlns:a16="http://schemas.microsoft.com/office/drawing/2014/main" id="{F7A1A70E-26CC-CF04-E8F8-BF6C038045C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68527" y="1684225"/>
                <a:ext cx="26388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79262" name="Ink 179261">
                <a:extLst>
                  <a:ext uri="{FF2B5EF4-FFF2-40B4-BE49-F238E27FC236}">
                    <a16:creationId xmlns:a16="http://schemas.microsoft.com/office/drawing/2014/main" id="{46E93F4E-7A34-1827-7DE4-714283C0853B}"/>
                  </a:ext>
                </a:extLst>
              </p14:cNvPr>
              <p14:cNvContentPartPr/>
              <p14:nvPr/>
            </p14:nvContentPartPr>
            <p14:xfrm>
              <a:off x="3694407" y="1677385"/>
              <a:ext cx="330480" cy="185040"/>
            </p14:xfrm>
          </p:contentPart>
        </mc:Choice>
        <mc:Fallback xmlns="">
          <p:pic>
            <p:nvPicPr>
              <p:cNvPr id="179262" name="Ink 179261">
                <a:extLst>
                  <a:ext uri="{FF2B5EF4-FFF2-40B4-BE49-F238E27FC236}">
                    <a16:creationId xmlns:a16="http://schemas.microsoft.com/office/drawing/2014/main" id="{46E93F4E-7A34-1827-7DE4-714283C0853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83607" y="1666945"/>
                <a:ext cx="35172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9285" name="Ink 179284">
                <a:extLst>
                  <a:ext uri="{FF2B5EF4-FFF2-40B4-BE49-F238E27FC236}">
                    <a16:creationId xmlns:a16="http://schemas.microsoft.com/office/drawing/2014/main" id="{75513DC6-7CFF-F84D-FEF9-ECDA0D656ECF}"/>
                  </a:ext>
                </a:extLst>
              </p14:cNvPr>
              <p14:cNvContentPartPr/>
              <p14:nvPr/>
            </p14:nvContentPartPr>
            <p14:xfrm>
              <a:off x="4195527" y="1713025"/>
              <a:ext cx="1566000" cy="374040"/>
            </p14:xfrm>
          </p:contentPart>
        </mc:Choice>
        <mc:Fallback xmlns="">
          <p:pic>
            <p:nvPicPr>
              <p:cNvPr id="179285" name="Ink 179284">
                <a:extLst>
                  <a:ext uri="{FF2B5EF4-FFF2-40B4-BE49-F238E27FC236}">
                    <a16:creationId xmlns:a16="http://schemas.microsoft.com/office/drawing/2014/main" id="{75513DC6-7CFF-F84D-FEF9-ECDA0D656EC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84727" y="1702585"/>
                <a:ext cx="158724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79286" name="Ink 179285">
                <a:extLst>
                  <a:ext uri="{FF2B5EF4-FFF2-40B4-BE49-F238E27FC236}">
                    <a16:creationId xmlns:a16="http://schemas.microsoft.com/office/drawing/2014/main" id="{64EEC284-F3A4-8149-BF1E-C593F4B565F3}"/>
                  </a:ext>
                </a:extLst>
              </p14:cNvPr>
              <p14:cNvContentPartPr/>
              <p14:nvPr/>
            </p14:nvContentPartPr>
            <p14:xfrm>
              <a:off x="3719607" y="1956025"/>
              <a:ext cx="316800" cy="174240"/>
            </p14:xfrm>
          </p:contentPart>
        </mc:Choice>
        <mc:Fallback xmlns="">
          <p:pic>
            <p:nvPicPr>
              <p:cNvPr id="179286" name="Ink 179285">
                <a:extLst>
                  <a:ext uri="{FF2B5EF4-FFF2-40B4-BE49-F238E27FC236}">
                    <a16:creationId xmlns:a16="http://schemas.microsoft.com/office/drawing/2014/main" id="{64EEC284-F3A4-8149-BF1E-C593F4B565F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09167" y="1945585"/>
                <a:ext cx="3380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79298" name="Ink 179297">
                <a:extLst>
                  <a:ext uri="{FF2B5EF4-FFF2-40B4-BE49-F238E27FC236}">
                    <a16:creationId xmlns:a16="http://schemas.microsoft.com/office/drawing/2014/main" id="{39E92246-7BF4-6B55-5B3A-CB0CDF16B9FC}"/>
                  </a:ext>
                </a:extLst>
              </p14:cNvPr>
              <p14:cNvContentPartPr/>
              <p14:nvPr/>
            </p14:nvContentPartPr>
            <p14:xfrm>
              <a:off x="-2952024" y="-2743997"/>
              <a:ext cx="94680" cy="95760"/>
            </p14:xfrm>
          </p:contentPart>
        </mc:Choice>
        <mc:Fallback xmlns="">
          <p:pic>
            <p:nvPicPr>
              <p:cNvPr id="179298" name="Ink 179297">
                <a:extLst>
                  <a:ext uri="{FF2B5EF4-FFF2-40B4-BE49-F238E27FC236}">
                    <a16:creationId xmlns:a16="http://schemas.microsoft.com/office/drawing/2014/main" id="{39E92246-7BF4-6B55-5B3A-CB0CDF16B9F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-2962464" y="-2754437"/>
                <a:ext cx="1159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79299" name="Ink 179298">
                <a:extLst>
                  <a:ext uri="{FF2B5EF4-FFF2-40B4-BE49-F238E27FC236}">
                    <a16:creationId xmlns:a16="http://schemas.microsoft.com/office/drawing/2014/main" id="{12B0C986-8A97-1CCE-055A-BD2BB72FD134}"/>
                  </a:ext>
                </a:extLst>
              </p14:cNvPr>
              <p14:cNvContentPartPr/>
              <p14:nvPr/>
            </p14:nvContentPartPr>
            <p14:xfrm>
              <a:off x="4791215" y="2138189"/>
              <a:ext cx="392760" cy="157320"/>
            </p14:xfrm>
          </p:contentPart>
        </mc:Choice>
        <mc:Fallback xmlns="">
          <p:pic>
            <p:nvPicPr>
              <p:cNvPr id="179299" name="Ink 179298">
                <a:extLst>
                  <a:ext uri="{FF2B5EF4-FFF2-40B4-BE49-F238E27FC236}">
                    <a16:creationId xmlns:a16="http://schemas.microsoft.com/office/drawing/2014/main" id="{12B0C986-8A97-1CCE-055A-BD2BB72FD13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780415" y="2127389"/>
                <a:ext cx="4140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9300" name="Ink 179299">
                <a:extLst>
                  <a:ext uri="{FF2B5EF4-FFF2-40B4-BE49-F238E27FC236}">
                    <a16:creationId xmlns:a16="http://schemas.microsoft.com/office/drawing/2014/main" id="{D919EA4E-67BA-2142-FA3F-F1B611E4E069}"/>
                  </a:ext>
                </a:extLst>
              </p14:cNvPr>
              <p14:cNvContentPartPr/>
              <p14:nvPr/>
            </p14:nvContentPartPr>
            <p14:xfrm>
              <a:off x="4216295" y="2140709"/>
              <a:ext cx="406440" cy="149400"/>
            </p14:xfrm>
          </p:contentPart>
        </mc:Choice>
        <mc:Fallback xmlns="">
          <p:pic>
            <p:nvPicPr>
              <p:cNvPr id="179300" name="Ink 179299">
                <a:extLst>
                  <a:ext uri="{FF2B5EF4-FFF2-40B4-BE49-F238E27FC236}">
                    <a16:creationId xmlns:a16="http://schemas.microsoft.com/office/drawing/2014/main" id="{D919EA4E-67BA-2142-FA3F-F1B611E4E06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205505" y="2130269"/>
                <a:ext cx="427661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79301" name="Ink 179300">
                <a:extLst>
                  <a:ext uri="{FF2B5EF4-FFF2-40B4-BE49-F238E27FC236}">
                    <a16:creationId xmlns:a16="http://schemas.microsoft.com/office/drawing/2014/main" id="{83247612-978B-F81C-BA76-DCDD20241A06}"/>
                  </a:ext>
                </a:extLst>
              </p14:cNvPr>
              <p14:cNvContentPartPr/>
              <p14:nvPr/>
            </p14:nvContentPartPr>
            <p14:xfrm>
              <a:off x="3798335" y="2171669"/>
              <a:ext cx="265680" cy="148320"/>
            </p14:xfrm>
          </p:contentPart>
        </mc:Choice>
        <mc:Fallback xmlns="">
          <p:pic>
            <p:nvPicPr>
              <p:cNvPr id="179301" name="Ink 179300">
                <a:extLst>
                  <a:ext uri="{FF2B5EF4-FFF2-40B4-BE49-F238E27FC236}">
                    <a16:creationId xmlns:a16="http://schemas.microsoft.com/office/drawing/2014/main" id="{83247612-978B-F81C-BA76-DCDD20241A0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787550" y="2160869"/>
                <a:ext cx="286891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79302" name="Ink 179301">
                <a:extLst>
                  <a:ext uri="{FF2B5EF4-FFF2-40B4-BE49-F238E27FC236}">
                    <a16:creationId xmlns:a16="http://schemas.microsoft.com/office/drawing/2014/main" id="{62048782-FEA6-847B-24AA-54ED6BD757F0}"/>
                  </a:ext>
                </a:extLst>
              </p14:cNvPr>
              <p14:cNvContentPartPr/>
              <p14:nvPr/>
            </p14:nvContentPartPr>
            <p14:xfrm>
              <a:off x="3538238" y="1724500"/>
              <a:ext cx="95040" cy="25920"/>
            </p14:xfrm>
          </p:contentPart>
        </mc:Choice>
        <mc:Fallback xmlns="">
          <p:pic>
            <p:nvPicPr>
              <p:cNvPr id="179302" name="Ink 179301">
                <a:extLst>
                  <a:ext uri="{FF2B5EF4-FFF2-40B4-BE49-F238E27FC236}">
                    <a16:creationId xmlns:a16="http://schemas.microsoft.com/office/drawing/2014/main" id="{62048782-FEA6-847B-24AA-54ED6BD757F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527438" y="1713700"/>
                <a:ext cx="1162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79320" name="Ink 179319">
                <a:extLst>
                  <a:ext uri="{FF2B5EF4-FFF2-40B4-BE49-F238E27FC236}">
                    <a16:creationId xmlns:a16="http://schemas.microsoft.com/office/drawing/2014/main" id="{F241A5CC-3C70-1914-81DE-557A7DB5EE01}"/>
                  </a:ext>
                </a:extLst>
              </p14:cNvPr>
              <p14:cNvContentPartPr/>
              <p14:nvPr/>
            </p14:nvContentPartPr>
            <p14:xfrm>
              <a:off x="5014238" y="2431180"/>
              <a:ext cx="1269360" cy="738720"/>
            </p14:xfrm>
          </p:contentPart>
        </mc:Choice>
        <mc:Fallback xmlns="">
          <p:pic>
            <p:nvPicPr>
              <p:cNvPr id="179320" name="Ink 179319">
                <a:extLst>
                  <a:ext uri="{FF2B5EF4-FFF2-40B4-BE49-F238E27FC236}">
                    <a16:creationId xmlns:a16="http://schemas.microsoft.com/office/drawing/2014/main" id="{F241A5CC-3C70-1914-81DE-557A7DB5EE0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003438" y="2420385"/>
                <a:ext cx="1290600" cy="759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79348" name="Ink 179347">
                <a:extLst>
                  <a:ext uri="{FF2B5EF4-FFF2-40B4-BE49-F238E27FC236}">
                    <a16:creationId xmlns:a16="http://schemas.microsoft.com/office/drawing/2014/main" id="{5B1F91BF-19EC-B5C5-4C9C-140EA87842CF}"/>
                  </a:ext>
                </a:extLst>
              </p14:cNvPr>
              <p14:cNvContentPartPr/>
              <p14:nvPr/>
            </p14:nvContentPartPr>
            <p14:xfrm>
              <a:off x="4867380" y="5895810"/>
              <a:ext cx="1115640" cy="697320"/>
            </p14:xfrm>
          </p:contentPart>
        </mc:Choice>
        <mc:Fallback xmlns="">
          <p:pic>
            <p:nvPicPr>
              <p:cNvPr id="179348" name="Ink 179347">
                <a:extLst>
                  <a:ext uri="{FF2B5EF4-FFF2-40B4-BE49-F238E27FC236}">
                    <a16:creationId xmlns:a16="http://schemas.microsoft.com/office/drawing/2014/main" id="{5B1F91BF-19EC-B5C5-4C9C-140EA87842C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856580" y="5885010"/>
                <a:ext cx="1136880" cy="7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79349" name="Ink 179348">
                <a:extLst>
                  <a:ext uri="{FF2B5EF4-FFF2-40B4-BE49-F238E27FC236}">
                    <a16:creationId xmlns:a16="http://schemas.microsoft.com/office/drawing/2014/main" id="{3747D022-98B6-E2BD-BDCC-AB1AB4B104E7}"/>
                  </a:ext>
                </a:extLst>
              </p14:cNvPr>
              <p14:cNvContentPartPr/>
              <p14:nvPr/>
            </p14:nvContentPartPr>
            <p14:xfrm>
              <a:off x="4428180" y="5970330"/>
              <a:ext cx="311040" cy="199440"/>
            </p14:xfrm>
          </p:contentPart>
        </mc:Choice>
        <mc:Fallback xmlns="">
          <p:pic>
            <p:nvPicPr>
              <p:cNvPr id="179349" name="Ink 179348">
                <a:extLst>
                  <a:ext uri="{FF2B5EF4-FFF2-40B4-BE49-F238E27FC236}">
                    <a16:creationId xmlns:a16="http://schemas.microsoft.com/office/drawing/2014/main" id="{3747D022-98B6-E2BD-BDCC-AB1AB4B104E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417740" y="5959890"/>
                <a:ext cx="33228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79350" name="Ink 179349">
                <a:extLst>
                  <a:ext uri="{FF2B5EF4-FFF2-40B4-BE49-F238E27FC236}">
                    <a16:creationId xmlns:a16="http://schemas.microsoft.com/office/drawing/2014/main" id="{686A478F-54B2-E2E5-46D2-6783A653244F}"/>
                  </a:ext>
                </a:extLst>
              </p14:cNvPr>
              <p14:cNvContentPartPr/>
              <p14:nvPr/>
            </p14:nvContentPartPr>
            <p14:xfrm>
              <a:off x="3635820" y="5937210"/>
              <a:ext cx="551880" cy="257400"/>
            </p14:xfrm>
          </p:contentPart>
        </mc:Choice>
        <mc:Fallback xmlns="">
          <p:pic>
            <p:nvPicPr>
              <p:cNvPr id="179350" name="Ink 179349">
                <a:extLst>
                  <a:ext uri="{FF2B5EF4-FFF2-40B4-BE49-F238E27FC236}">
                    <a16:creationId xmlns:a16="http://schemas.microsoft.com/office/drawing/2014/main" id="{686A478F-54B2-E2E5-46D2-6783A653244F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625020" y="5926410"/>
                <a:ext cx="5731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79351" name="Ink 179350">
                <a:extLst>
                  <a:ext uri="{FF2B5EF4-FFF2-40B4-BE49-F238E27FC236}">
                    <a16:creationId xmlns:a16="http://schemas.microsoft.com/office/drawing/2014/main" id="{7C22DF36-5652-F097-133C-0055F55D77D1}"/>
                  </a:ext>
                </a:extLst>
              </p14:cNvPr>
              <p14:cNvContentPartPr/>
              <p14:nvPr/>
            </p14:nvContentPartPr>
            <p14:xfrm>
              <a:off x="2997180" y="5932890"/>
              <a:ext cx="464760" cy="228600"/>
            </p14:xfrm>
          </p:contentPart>
        </mc:Choice>
        <mc:Fallback xmlns="">
          <p:pic>
            <p:nvPicPr>
              <p:cNvPr id="179351" name="Ink 179350">
                <a:extLst>
                  <a:ext uri="{FF2B5EF4-FFF2-40B4-BE49-F238E27FC236}">
                    <a16:creationId xmlns:a16="http://schemas.microsoft.com/office/drawing/2014/main" id="{7C22DF36-5652-F097-133C-0055F55D77D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986380" y="5922450"/>
                <a:ext cx="4860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79352" name="Ink 179351">
                <a:extLst>
                  <a:ext uri="{FF2B5EF4-FFF2-40B4-BE49-F238E27FC236}">
                    <a16:creationId xmlns:a16="http://schemas.microsoft.com/office/drawing/2014/main" id="{F6F09EFD-262E-F1C4-B28C-BE075CF53FC7}"/>
                  </a:ext>
                </a:extLst>
              </p14:cNvPr>
              <p14:cNvContentPartPr/>
              <p14:nvPr/>
            </p14:nvContentPartPr>
            <p14:xfrm>
              <a:off x="2317500" y="5899770"/>
              <a:ext cx="489240" cy="286560"/>
            </p14:xfrm>
          </p:contentPart>
        </mc:Choice>
        <mc:Fallback xmlns="">
          <p:pic>
            <p:nvPicPr>
              <p:cNvPr id="179352" name="Ink 179351">
                <a:extLst>
                  <a:ext uri="{FF2B5EF4-FFF2-40B4-BE49-F238E27FC236}">
                    <a16:creationId xmlns:a16="http://schemas.microsoft.com/office/drawing/2014/main" id="{F6F09EFD-262E-F1C4-B28C-BE075CF53FC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307060" y="5889330"/>
                <a:ext cx="5104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79353" name="Ink 179352">
                <a:extLst>
                  <a:ext uri="{FF2B5EF4-FFF2-40B4-BE49-F238E27FC236}">
                    <a16:creationId xmlns:a16="http://schemas.microsoft.com/office/drawing/2014/main" id="{969428C3-78FC-D065-6CB0-B62DB1D92DB7}"/>
                  </a:ext>
                </a:extLst>
              </p14:cNvPr>
              <p14:cNvContentPartPr/>
              <p14:nvPr/>
            </p14:nvContentPartPr>
            <p14:xfrm>
              <a:off x="1728180" y="5930730"/>
              <a:ext cx="390600" cy="263880"/>
            </p14:xfrm>
          </p:contentPart>
        </mc:Choice>
        <mc:Fallback xmlns="">
          <p:pic>
            <p:nvPicPr>
              <p:cNvPr id="179353" name="Ink 179352">
                <a:extLst>
                  <a:ext uri="{FF2B5EF4-FFF2-40B4-BE49-F238E27FC236}">
                    <a16:creationId xmlns:a16="http://schemas.microsoft.com/office/drawing/2014/main" id="{969428C3-78FC-D065-6CB0-B62DB1D92DB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717730" y="5920290"/>
                <a:ext cx="41186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79354" name="Ink 179353">
                <a:extLst>
                  <a:ext uri="{FF2B5EF4-FFF2-40B4-BE49-F238E27FC236}">
                    <a16:creationId xmlns:a16="http://schemas.microsoft.com/office/drawing/2014/main" id="{E6D310DB-59AB-4156-F88F-54794246605A}"/>
                  </a:ext>
                </a:extLst>
              </p14:cNvPr>
              <p14:cNvContentPartPr/>
              <p14:nvPr/>
            </p14:nvContentPartPr>
            <p14:xfrm>
              <a:off x="193860" y="5825250"/>
              <a:ext cx="1368720" cy="388800"/>
            </p14:xfrm>
          </p:contentPart>
        </mc:Choice>
        <mc:Fallback xmlns="">
          <p:pic>
            <p:nvPicPr>
              <p:cNvPr id="179354" name="Ink 179353">
                <a:extLst>
                  <a:ext uri="{FF2B5EF4-FFF2-40B4-BE49-F238E27FC236}">
                    <a16:creationId xmlns:a16="http://schemas.microsoft.com/office/drawing/2014/main" id="{E6D310DB-59AB-4156-F88F-54794246605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83420" y="5814450"/>
                <a:ext cx="1389960" cy="41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xmlns:p14="http://schemas.microsoft.com/office/powerpoint/2010/main" spd="med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7ACFE6-BF47-9949-90DC-744FDED2D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in Binary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02116D-EC55-A342-BD41-6FF6BC74BC1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=5aJKKgSEUnY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48421D-564F-EF47-9CD0-DE4ADF6AE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16" y="5818813"/>
            <a:ext cx="10840451" cy="3955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ASCII Character to Binary Conversion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BD529F1-9690-2044-9F55-F1F7A2701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1008"/>
              </p:ext>
            </p:extLst>
          </p:nvPr>
        </p:nvGraphicFramePr>
        <p:xfrm>
          <a:off x="645316" y="1065514"/>
          <a:ext cx="5896997" cy="4530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866">
                  <a:extLst>
                    <a:ext uri="{9D8B030D-6E8A-4147-A177-3AD203B41FA5}">
                      <a16:colId xmlns:a16="http://schemas.microsoft.com/office/drawing/2014/main" val="1247439679"/>
                    </a:ext>
                  </a:extLst>
                </a:gridCol>
                <a:gridCol w="976922">
                  <a:extLst>
                    <a:ext uri="{9D8B030D-6E8A-4147-A177-3AD203B41FA5}">
                      <a16:colId xmlns:a16="http://schemas.microsoft.com/office/drawing/2014/main" val="2147272783"/>
                    </a:ext>
                  </a:extLst>
                </a:gridCol>
                <a:gridCol w="1886932">
                  <a:extLst>
                    <a:ext uri="{9D8B030D-6E8A-4147-A177-3AD203B41FA5}">
                      <a16:colId xmlns:a16="http://schemas.microsoft.com/office/drawing/2014/main" val="256444898"/>
                    </a:ext>
                  </a:extLst>
                </a:gridCol>
                <a:gridCol w="1970277">
                  <a:extLst>
                    <a:ext uri="{9D8B030D-6E8A-4147-A177-3AD203B41FA5}">
                      <a16:colId xmlns:a16="http://schemas.microsoft.com/office/drawing/2014/main" val="3880692080"/>
                    </a:ext>
                  </a:extLst>
                </a:gridCol>
              </a:tblGrid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Symbol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208464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01000001</a:t>
                      </a:r>
                      <a:endParaRPr lang="en-US" sz="14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705759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01000010</a:t>
                      </a:r>
                      <a:endParaRPr lang="en-US" sz="14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886763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01000011</a:t>
                      </a:r>
                      <a:endParaRPr lang="en-US" sz="14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399321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01000100</a:t>
                      </a:r>
                      <a:endParaRPr lang="en-US" sz="14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059541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01000101</a:t>
                      </a:r>
                      <a:endParaRPr lang="en-US" sz="14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53919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400" b="0" i="0" kern="1200" dirty="0">
                          <a:solidFill>
                            <a:schemeClr val="dk1"/>
                          </a:solidFill>
                          <a:effectLst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01000110</a:t>
                      </a:r>
                      <a:endParaRPr lang="en-US" sz="1400" dirty="0">
                        <a:solidFill>
                          <a:schemeClr val="tx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551602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01000111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946637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973442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490733"/>
                  </a:ext>
                </a:extLst>
              </a:tr>
              <a:tr h="411862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28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044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43A88D-4AF1-8447-A7BD-AA1EB886BFC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Block Ciphers are for binary messages. </a:t>
            </a:r>
          </a:p>
          <a:p>
            <a:pPr lvl="1"/>
            <a:r>
              <a:rPr lang="en-US" dirty="0"/>
              <a:t>Text messages are also binaries when they are processed by computers.</a:t>
            </a:r>
          </a:p>
          <a:p>
            <a:r>
              <a:rPr lang="en-US" dirty="0"/>
              <a:t>A </a:t>
            </a:r>
            <a:r>
              <a:rPr lang="en-US" b="1" dirty="0"/>
              <a:t>block</a:t>
            </a:r>
            <a:r>
              <a:rPr lang="en-US" dirty="0"/>
              <a:t> is a fixed number of consecutive bits in the message as</a:t>
            </a:r>
          </a:p>
          <a:p>
            <a:pPr lvl="1"/>
            <a:r>
              <a:rPr lang="en-US" dirty="0"/>
              <a:t>Intuitively, blocks are like words in our dictionary, except that blocks are of the same length.</a:t>
            </a:r>
          </a:p>
          <a:p>
            <a:r>
              <a:rPr lang="en-US" dirty="0"/>
              <a:t>To encrypt a message, make substitutions upon each block in the message with another block chosen from the block domain (i.e., the set of all possible blocks.) </a:t>
            </a:r>
          </a:p>
          <a:p>
            <a:r>
              <a:rPr lang="en-US" dirty="0"/>
              <a:t>The cipher algorithm and the key jointly define the mapping between plaintext blocks and ciphertext blocks.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C03CBC7-8AD4-412A-B466-9DD2327FE2D8}"/>
                  </a:ext>
                </a:extLst>
              </p14:cNvPr>
              <p14:cNvContentPartPr/>
              <p14:nvPr/>
            </p14:nvContentPartPr>
            <p14:xfrm>
              <a:off x="9422112" y="2435445"/>
              <a:ext cx="1260360" cy="3488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C03CBC7-8AD4-412A-B466-9DD2327FE2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11672" y="2425005"/>
                <a:ext cx="128160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D5D8C96-BBE4-831D-F187-AFA402CF478C}"/>
                  </a:ext>
                </a:extLst>
              </p14:cNvPr>
              <p14:cNvContentPartPr/>
              <p14:nvPr/>
            </p14:nvContentPartPr>
            <p14:xfrm>
              <a:off x="8966485" y="1141804"/>
              <a:ext cx="1496160" cy="14014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D5D8C96-BBE4-831D-F187-AFA402CF47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55685" y="1131007"/>
                <a:ext cx="1517400" cy="14227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1944097-A015-E52E-09C3-2024772CF8F7}"/>
                  </a:ext>
                </a:extLst>
              </p14:cNvPr>
              <p14:cNvContentPartPr/>
              <p14:nvPr/>
            </p14:nvContentPartPr>
            <p14:xfrm>
              <a:off x="4066784" y="984885"/>
              <a:ext cx="420120" cy="2005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1944097-A015-E52E-09C3-2024772CF8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55984" y="974445"/>
                <a:ext cx="4413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42F8DCC-B2E9-5ADA-E5C8-B0F5B8D499A7}"/>
                  </a:ext>
                </a:extLst>
              </p14:cNvPr>
              <p14:cNvContentPartPr/>
              <p14:nvPr/>
            </p14:nvContentPartPr>
            <p14:xfrm>
              <a:off x="5589584" y="584205"/>
              <a:ext cx="335160" cy="1756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42F8DCC-B2E9-5ADA-E5C8-B0F5B8D499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79144" y="573765"/>
                <a:ext cx="3564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8BCE59C-819C-9E8A-D4BC-F6DEB4F0B8D4}"/>
                  </a:ext>
                </a:extLst>
              </p14:cNvPr>
              <p14:cNvContentPartPr/>
              <p14:nvPr/>
            </p14:nvContentPartPr>
            <p14:xfrm>
              <a:off x="4843664" y="490965"/>
              <a:ext cx="597960" cy="2775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8BCE59C-819C-9E8A-D4BC-F6DEB4F0B8D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32870" y="480525"/>
                <a:ext cx="619187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C661134-15DA-587B-21DD-B990BEA40E28}"/>
                  </a:ext>
                </a:extLst>
              </p14:cNvPr>
              <p14:cNvContentPartPr/>
              <p14:nvPr/>
            </p14:nvContentPartPr>
            <p14:xfrm>
              <a:off x="4110704" y="480165"/>
              <a:ext cx="587520" cy="2595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C661134-15DA-587B-21DD-B990BEA40E2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99904" y="469365"/>
                <a:ext cx="6087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1782F25-C060-B786-D2DC-42C06FB8C7C7}"/>
                  </a:ext>
                </a:extLst>
              </p14:cNvPr>
              <p14:cNvContentPartPr/>
              <p14:nvPr/>
            </p14:nvContentPartPr>
            <p14:xfrm>
              <a:off x="4464944" y="998565"/>
              <a:ext cx="120960" cy="109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1782F25-C060-B786-D2DC-42C06FB8C7C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54144" y="988125"/>
                <a:ext cx="1422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0BC9C90-95C6-F315-0068-338F3E3054A6}"/>
                  </a:ext>
                </a:extLst>
              </p14:cNvPr>
              <p14:cNvContentPartPr/>
              <p14:nvPr/>
            </p14:nvContentPartPr>
            <p14:xfrm>
              <a:off x="4736384" y="1006845"/>
              <a:ext cx="74160" cy="1231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0BC9C90-95C6-F315-0068-338F3E3054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25944" y="996405"/>
                <a:ext cx="9540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FC58736-C181-AD88-4AFD-F3899DA1D2CF}"/>
                  </a:ext>
                </a:extLst>
              </p14:cNvPr>
              <p14:cNvContentPartPr/>
              <p14:nvPr/>
            </p14:nvContentPartPr>
            <p14:xfrm>
              <a:off x="4840424" y="1028805"/>
              <a:ext cx="16920" cy="763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FC58736-C181-AD88-4AFD-F3899DA1D2C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29984" y="1018365"/>
                <a:ext cx="381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21FE7CC-ADAF-741A-BA02-3F460B4DED60}"/>
                  </a:ext>
                </a:extLst>
              </p14:cNvPr>
              <p14:cNvContentPartPr/>
              <p14:nvPr/>
            </p14:nvContentPartPr>
            <p14:xfrm>
              <a:off x="4868144" y="1009725"/>
              <a:ext cx="5760" cy="140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21FE7CC-ADAF-741A-BA02-3F460B4DED6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57344" y="998925"/>
                <a:ext cx="270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DA1BF85-F32A-92B0-DCA4-830724D90D5F}"/>
                  </a:ext>
                </a:extLst>
              </p14:cNvPr>
              <p14:cNvContentPartPr/>
              <p14:nvPr/>
            </p14:nvContentPartPr>
            <p14:xfrm>
              <a:off x="4906304" y="988485"/>
              <a:ext cx="49680" cy="1821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DA1BF85-F32A-92B0-DCA4-830724D90D5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95864" y="977685"/>
                <a:ext cx="709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A408234-4241-5434-86FD-3E57AD63A9CE}"/>
                  </a:ext>
                </a:extLst>
              </p14:cNvPr>
              <p14:cNvContentPartPr/>
              <p14:nvPr/>
            </p14:nvContentPartPr>
            <p14:xfrm>
              <a:off x="4975064" y="968685"/>
              <a:ext cx="118440" cy="1443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A408234-4241-5434-86FD-3E57AD63A9C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64264" y="958245"/>
                <a:ext cx="1396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E7303A2-7D2E-6CCA-CD78-33B8F48A84B6}"/>
                  </a:ext>
                </a:extLst>
              </p14:cNvPr>
              <p14:cNvContentPartPr/>
              <p14:nvPr/>
            </p14:nvContentPartPr>
            <p14:xfrm>
              <a:off x="5101064" y="985245"/>
              <a:ext cx="173160" cy="1742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E7303A2-7D2E-6CCA-CD78-33B8F48A84B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90624" y="974805"/>
                <a:ext cx="1944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269DC78-DBB1-BE0D-BB8B-9A31E73E4678}"/>
                  </a:ext>
                </a:extLst>
              </p14:cNvPr>
              <p14:cNvContentPartPr/>
              <p14:nvPr/>
            </p14:nvContentPartPr>
            <p14:xfrm>
              <a:off x="5287904" y="980925"/>
              <a:ext cx="110160" cy="1630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269DC78-DBB1-BE0D-BB8B-9A31E73E467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277104" y="970485"/>
                <a:ext cx="131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6EE636C-E684-68CA-DC4A-251B15A56006}"/>
                  </a:ext>
                </a:extLst>
              </p14:cNvPr>
              <p14:cNvContentPartPr/>
              <p14:nvPr/>
            </p14:nvContentPartPr>
            <p14:xfrm>
              <a:off x="5372864" y="1037085"/>
              <a:ext cx="71640" cy="525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6EE636C-E684-68CA-DC4A-251B15A5600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62424" y="1026645"/>
                <a:ext cx="928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49D8BEB-301F-D8C1-F440-0DDC2989D5A3}"/>
                  </a:ext>
                </a:extLst>
              </p14:cNvPr>
              <p14:cNvContentPartPr/>
              <p14:nvPr/>
            </p14:nvContentPartPr>
            <p14:xfrm>
              <a:off x="5545664" y="975165"/>
              <a:ext cx="27720" cy="1717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49D8BEB-301F-D8C1-F440-0DDC2989D5A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535224" y="964725"/>
                <a:ext cx="489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D321DF7-2764-954D-3D7F-0322A679A7C2}"/>
                  </a:ext>
                </a:extLst>
              </p14:cNvPr>
              <p14:cNvContentPartPr/>
              <p14:nvPr/>
            </p14:nvContentPartPr>
            <p14:xfrm>
              <a:off x="5545664" y="1067325"/>
              <a:ext cx="118440" cy="982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D321DF7-2764-954D-3D7F-0322A679A7C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35224" y="1056525"/>
                <a:ext cx="13968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B001B36-4096-43EA-A8D0-58E26410CA35}"/>
                  </a:ext>
                </a:extLst>
              </p14:cNvPr>
              <p14:cNvContentPartPr/>
              <p14:nvPr/>
            </p14:nvContentPartPr>
            <p14:xfrm>
              <a:off x="5732504" y="1009725"/>
              <a:ext cx="195120" cy="1533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B001B36-4096-43EA-A8D0-58E26410CA3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721704" y="998925"/>
                <a:ext cx="2163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2EF18A2-F8EA-196C-AB94-55409347A6DF}"/>
                  </a:ext>
                </a:extLst>
              </p14:cNvPr>
              <p14:cNvContentPartPr/>
              <p14:nvPr/>
            </p14:nvContentPartPr>
            <p14:xfrm>
              <a:off x="5998544" y="974085"/>
              <a:ext cx="71640" cy="1864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2EF18A2-F8EA-196C-AB94-55409347A6D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88104" y="963285"/>
                <a:ext cx="928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BC569AC-691C-D7F6-74C8-9B91276677E4}"/>
                  </a:ext>
                </a:extLst>
              </p14:cNvPr>
              <p14:cNvContentPartPr/>
              <p14:nvPr/>
            </p14:nvContentPartPr>
            <p14:xfrm>
              <a:off x="6091784" y="1015485"/>
              <a:ext cx="27720" cy="1306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BC569AC-691C-D7F6-74C8-9B91276677E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081344" y="1004685"/>
                <a:ext cx="489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3645DF2-9D5C-6AF0-A384-63B0F5A2676F}"/>
                  </a:ext>
                </a:extLst>
              </p14:cNvPr>
              <p14:cNvContentPartPr/>
              <p14:nvPr/>
            </p14:nvContentPartPr>
            <p14:xfrm>
              <a:off x="6114104" y="998565"/>
              <a:ext cx="288360" cy="1670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3645DF2-9D5C-6AF0-A384-63B0F5A2676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103664" y="988125"/>
                <a:ext cx="309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602B02B-55A6-3E9F-2F8E-683DD40FF5F2}"/>
                  </a:ext>
                </a:extLst>
              </p14:cNvPr>
              <p14:cNvContentPartPr/>
              <p14:nvPr/>
            </p14:nvContentPartPr>
            <p14:xfrm>
              <a:off x="6399224" y="988845"/>
              <a:ext cx="135000" cy="182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602B02B-55A6-3E9F-2F8E-683DD40FF5F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388424" y="978405"/>
                <a:ext cx="1562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07FECE7-C446-CDD3-FA3F-893FCB877C86}"/>
                  </a:ext>
                </a:extLst>
              </p14:cNvPr>
              <p14:cNvContentPartPr/>
              <p14:nvPr/>
            </p14:nvContentPartPr>
            <p14:xfrm>
              <a:off x="6503624" y="1056165"/>
              <a:ext cx="63360" cy="388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07FECE7-C446-CDD3-FA3F-893FCB877C8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492824" y="1045725"/>
                <a:ext cx="846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395DB7B-AB53-E41B-6DF4-B6D7767743A4}"/>
                  </a:ext>
                </a:extLst>
              </p14:cNvPr>
              <p14:cNvContentPartPr/>
              <p14:nvPr/>
            </p14:nvContentPartPr>
            <p14:xfrm>
              <a:off x="6574904" y="1067325"/>
              <a:ext cx="8640" cy="11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395DB7B-AB53-E41B-6DF4-B6D7767743A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564104" y="1056525"/>
                <a:ext cx="29880" cy="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497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Toy Example (my invention!)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99C4DD-2674-7348-96DF-16B4437BB0B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2971801" y="1295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7344" y="1295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9516" y="1295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2887" y="1295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8430" y="12954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3973" y="1295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059" y="12954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0600" y="1295401"/>
            <a:ext cx="623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1" y="26670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7344" y="26670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9516" y="26670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2887" y="26670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88430" y="26670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3973" y="26670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05059" y="26670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0600" y="2667001"/>
            <a:ext cx="623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" y="16764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K=01 </a:t>
            </a:r>
          </a:p>
        </p:txBody>
      </p:sp>
      <p:cxnSp>
        <p:nvCxnSpPr>
          <p:cNvPr id="36" name="Straight Arrow Connector 35"/>
          <p:cNvCxnSpPr>
            <a:stCxn id="3" idx="2"/>
            <a:endCxn id="29" idx="0"/>
          </p:cNvCxnSpPr>
          <p:nvPr/>
        </p:nvCxnSpPr>
        <p:spPr>
          <a:xfrm>
            <a:off x="3294966" y="1757066"/>
            <a:ext cx="1611086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" idx="2"/>
            <a:endCxn id="26" idx="0"/>
          </p:cNvCxnSpPr>
          <p:nvPr/>
        </p:nvCxnSpPr>
        <p:spPr>
          <a:xfrm flipH="1">
            <a:off x="3294967" y="1757066"/>
            <a:ext cx="805543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3" idx="2"/>
          </p:cNvCxnSpPr>
          <p:nvPr/>
        </p:nvCxnSpPr>
        <p:spPr>
          <a:xfrm>
            <a:off x="4876800" y="1757065"/>
            <a:ext cx="914400" cy="914400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2"/>
            <a:endCxn id="31" idx="0"/>
          </p:cNvCxnSpPr>
          <p:nvPr/>
        </p:nvCxnSpPr>
        <p:spPr>
          <a:xfrm>
            <a:off x="6517138" y="1757066"/>
            <a:ext cx="0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4" idx="2"/>
            <a:endCxn id="33" idx="0"/>
          </p:cNvCxnSpPr>
          <p:nvPr/>
        </p:nvCxnSpPr>
        <p:spPr>
          <a:xfrm>
            <a:off x="5705884" y="1757066"/>
            <a:ext cx="3216460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6" idx="2"/>
            <a:endCxn id="27" idx="0"/>
          </p:cNvCxnSpPr>
          <p:nvPr/>
        </p:nvCxnSpPr>
        <p:spPr>
          <a:xfrm flipH="1">
            <a:off x="4100509" y="1757066"/>
            <a:ext cx="4022004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7" idx="2"/>
            <a:endCxn id="28" idx="0"/>
          </p:cNvCxnSpPr>
          <p:nvPr/>
        </p:nvCxnSpPr>
        <p:spPr>
          <a:xfrm flipH="1">
            <a:off x="7322682" y="1757066"/>
            <a:ext cx="1599663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2" idx="2"/>
            <a:endCxn id="32" idx="0"/>
          </p:cNvCxnSpPr>
          <p:nvPr/>
        </p:nvCxnSpPr>
        <p:spPr>
          <a:xfrm>
            <a:off x="7322681" y="1757066"/>
            <a:ext cx="799832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971801" y="33528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7344" y="33528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9516" y="33528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82887" y="33528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88430" y="33528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3973" y="33528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05059" y="33528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0600" y="3352801"/>
            <a:ext cx="623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71801" y="4724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77344" y="4724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9516" y="4724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82887" y="4724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8430" y="47244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3973" y="47244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05059" y="4724401"/>
            <a:ext cx="634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0600" y="4724401"/>
            <a:ext cx="623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111</a:t>
            </a:r>
          </a:p>
        </p:txBody>
      </p:sp>
      <p:cxnSp>
        <p:nvCxnSpPr>
          <p:cNvPr id="74" name="Straight Arrow Connector 73"/>
          <p:cNvCxnSpPr>
            <a:stCxn id="58" idx="2"/>
            <a:endCxn id="67" idx="0"/>
          </p:cNvCxnSpPr>
          <p:nvPr/>
        </p:nvCxnSpPr>
        <p:spPr>
          <a:xfrm>
            <a:off x="3294967" y="3814466"/>
            <a:ext cx="805543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59" idx="2"/>
            <a:endCxn id="68" idx="0"/>
          </p:cNvCxnSpPr>
          <p:nvPr/>
        </p:nvCxnSpPr>
        <p:spPr>
          <a:xfrm>
            <a:off x="4100509" y="3814466"/>
            <a:ext cx="3222172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61" idx="2"/>
            <a:endCxn id="71" idx="0"/>
          </p:cNvCxnSpPr>
          <p:nvPr/>
        </p:nvCxnSpPr>
        <p:spPr>
          <a:xfrm>
            <a:off x="4906052" y="3814466"/>
            <a:ext cx="1611086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3" idx="2"/>
            <a:endCxn id="70" idx="0"/>
          </p:cNvCxnSpPr>
          <p:nvPr/>
        </p:nvCxnSpPr>
        <p:spPr>
          <a:xfrm flipH="1">
            <a:off x="5705884" y="3814466"/>
            <a:ext cx="811254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62" idx="2"/>
            <a:endCxn id="72" idx="0"/>
          </p:cNvCxnSpPr>
          <p:nvPr/>
        </p:nvCxnSpPr>
        <p:spPr>
          <a:xfrm>
            <a:off x="5705885" y="3814466"/>
            <a:ext cx="2416629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4" idx="2"/>
            <a:endCxn id="66" idx="0"/>
          </p:cNvCxnSpPr>
          <p:nvPr/>
        </p:nvCxnSpPr>
        <p:spPr>
          <a:xfrm flipH="1">
            <a:off x="3294967" y="3814466"/>
            <a:ext cx="4827547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65" idx="2"/>
            <a:endCxn id="69" idx="0"/>
          </p:cNvCxnSpPr>
          <p:nvPr/>
        </p:nvCxnSpPr>
        <p:spPr>
          <a:xfrm flipH="1">
            <a:off x="4906052" y="3814466"/>
            <a:ext cx="4016292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0" idx="2"/>
            <a:endCxn id="73" idx="0"/>
          </p:cNvCxnSpPr>
          <p:nvPr/>
        </p:nvCxnSpPr>
        <p:spPr>
          <a:xfrm>
            <a:off x="7322682" y="3814466"/>
            <a:ext cx="1599663" cy="909935"/>
          </a:xfrm>
          <a:prstGeom prst="straightConnector1">
            <a:avLst/>
          </a:prstGeom>
          <a:ln>
            <a:solidFill>
              <a:srgbClr val="0000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/>
          <p:cNvGrpSpPr/>
          <p:nvPr/>
        </p:nvGrpSpPr>
        <p:grpSpPr>
          <a:xfrm>
            <a:off x="2612214" y="5269269"/>
            <a:ext cx="7083563" cy="995065"/>
            <a:chOff x="1222237" y="5410200"/>
            <a:chExt cx="7083563" cy="995065"/>
          </a:xfrm>
        </p:grpSpPr>
        <p:sp>
          <p:nvSpPr>
            <p:cNvPr id="97" name="TextBox 96"/>
            <p:cNvSpPr txBox="1"/>
            <p:nvPr/>
          </p:nvSpPr>
          <p:spPr>
            <a:xfrm>
              <a:off x="1222237" y="5943600"/>
              <a:ext cx="2920391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000</a:t>
              </a:r>
              <a:r>
                <a:rPr lang="en-US">
                  <a:solidFill>
                    <a:srgbClr val="800000"/>
                  </a:solidFill>
                </a:rPr>
                <a:t>110</a:t>
              </a:r>
              <a:r>
                <a:rPr lang="en-US"/>
                <a:t>110</a:t>
              </a:r>
              <a:r>
                <a:rPr lang="en-US">
                  <a:solidFill>
                    <a:srgbClr val="800000"/>
                  </a:solidFill>
                </a:rPr>
                <a:t>011</a:t>
              </a:r>
              <a:r>
                <a:rPr lang="en-US"/>
                <a:t>010</a:t>
              </a:r>
              <a:r>
                <a:rPr lang="en-US">
                  <a:solidFill>
                    <a:srgbClr val="800000"/>
                  </a:solidFill>
                </a:rPr>
                <a:t>001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209800" y="5410200"/>
              <a:ext cx="12618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plaintext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396831" y="5939135"/>
              <a:ext cx="2908969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/>
                <a:t>010</a:t>
              </a:r>
              <a:r>
                <a:rPr lang="en-US">
                  <a:solidFill>
                    <a:srgbClr val="800000"/>
                  </a:solidFill>
                </a:rPr>
                <a:t>001</a:t>
              </a:r>
              <a:r>
                <a:rPr lang="en-US"/>
                <a:t>001</a:t>
              </a:r>
              <a:r>
                <a:rPr lang="en-US">
                  <a:solidFill>
                    <a:srgbClr val="800000"/>
                  </a:solidFill>
                </a:rPr>
                <a:t>111</a:t>
              </a:r>
              <a:r>
                <a:rPr lang="en-US"/>
                <a:t>011</a:t>
              </a:r>
              <a:r>
                <a:rPr lang="en-US">
                  <a:solidFill>
                    <a:srgbClr val="800000"/>
                  </a:solidFill>
                </a:rPr>
                <a:t>000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867400" y="541020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ciphertext</a:t>
              </a:r>
              <a:endParaRPr lang="en-US"/>
            </a:p>
          </p:txBody>
        </p:sp>
        <p:sp>
          <p:nvSpPr>
            <p:cNvPr id="102" name="Right Arrow 101"/>
            <p:cNvSpPr/>
            <p:nvPr/>
          </p:nvSpPr>
          <p:spPr>
            <a:xfrm>
              <a:off x="4191000" y="6012798"/>
              <a:ext cx="1132116" cy="304800"/>
            </a:xfrm>
            <a:prstGeom prst="rightArrow">
              <a:avLst/>
            </a:prstGeom>
            <a:solidFill>
              <a:srgbClr val="333399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419600" y="5710535"/>
              <a:ext cx="8883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K=01</a:t>
              </a:r>
            </a:p>
          </p:txBody>
        </p:sp>
      </p:grpSp>
      <p:cxnSp>
        <p:nvCxnSpPr>
          <p:cNvPr id="105" name="Straight Connector 104"/>
          <p:cNvCxnSpPr/>
          <p:nvPr/>
        </p:nvCxnSpPr>
        <p:spPr>
          <a:xfrm>
            <a:off x="2971800" y="3352800"/>
            <a:ext cx="6477000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524000" y="35814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K=10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7FC8B0-E6FD-E846-B374-C4B0C42E8AC1}"/>
              </a:ext>
            </a:extLst>
          </p:cNvPr>
          <p:cNvSpPr txBox="1"/>
          <p:nvPr/>
        </p:nvSpPr>
        <p:spPr>
          <a:xfrm>
            <a:off x="9829800" y="1295401"/>
            <a:ext cx="154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Block size: 3 bits</a:t>
            </a:r>
          </a:p>
          <a:p>
            <a:pPr algn="l"/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 size: 2 bits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A7912A-3119-E94A-BA5B-0FAD52010E04}"/>
              </a:ext>
            </a:extLst>
          </p:cNvPr>
          <p:cNvSpPr/>
          <p:nvPr/>
        </p:nvSpPr>
        <p:spPr>
          <a:xfrm>
            <a:off x="1975821" y="3261437"/>
            <a:ext cx="8692179" cy="2057400"/>
          </a:xfrm>
          <a:prstGeom prst="rect">
            <a:avLst/>
          </a:prstGeom>
          <a:solidFill>
            <a:srgbClr val="FFE2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Challenge: How to define the mapping and let the software to use the mapping?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3F8D36-9DFE-3CF5-35B6-799A4312A88F}"/>
                  </a:ext>
                </a:extLst>
              </p14:cNvPr>
              <p14:cNvContentPartPr/>
              <p14:nvPr/>
            </p14:nvContentPartPr>
            <p14:xfrm>
              <a:off x="6863093" y="498533"/>
              <a:ext cx="118440" cy="26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3F8D36-9DFE-3CF5-35B6-799A4312A8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2653" y="488093"/>
                <a:ext cx="1396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71229B3-381A-392F-FC7B-952A46486576}"/>
                  </a:ext>
                </a:extLst>
              </p14:cNvPr>
              <p14:cNvContentPartPr/>
              <p14:nvPr/>
            </p14:nvContentPartPr>
            <p14:xfrm>
              <a:off x="7025093" y="389453"/>
              <a:ext cx="112320" cy="201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71229B3-381A-392F-FC7B-952A464865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14293" y="378653"/>
                <a:ext cx="1335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609F086-FB98-E632-17DC-449FC8A2010B}"/>
                  </a:ext>
                </a:extLst>
              </p14:cNvPr>
              <p14:cNvContentPartPr/>
              <p14:nvPr/>
            </p14:nvContentPartPr>
            <p14:xfrm>
              <a:off x="7157213" y="456053"/>
              <a:ext cx="86760" cy="174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609F086-FB98-E632-17DC-449FC8A201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6773" y="445613"/>
                <a:ext cx="1080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1AC9E30-0206-E421-9C3E-432BB5A8825D}"/>
                  </a:ext>
                </a:extLst>
              </p14:cNvPr>
              <p14:cNvContentPartPr/>
              <p14:nvPr/>
            </p14:nvContentPartPr>
            <p14:xfrm>
              <a:off x="7292933" y="403493"/>
              <a:ext cx="17640" cy="193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1AC9E30-0206-E421-9C3E-432BB5A882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82133" y="393053"/>
                <a:ext cx="388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77F449D-2C26-349E-3275-8E1E599C8689}"/>
                  </a:ext>
                </a:extLst>
              </p14:cNvPr>
              <p14:cNvContentPartPr/>
              <p14:nvPr/>
            </p14:nvContentPartPr>
            <p14:xfrm>
              <a:off x="7290053" y="478373"/>
              <a:ext cx="52200" cy="40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77F449D-2C26-349E-3275-8E1E599C86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79253" y="467933"/>
                <a:ext cx="734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67D2B8B-523B-EE17-8795-95771109B9C0}"/>
                  </a:ext>
                </a:extLst>
              </p14:cNvPr>
              <p14:cNvContentPartPr/>
              <p14:nvPr/>
            </p14:nvContentPartPr>
            <p14:xfrm>
              <a:off x="7362413" y="432653"/>
              <a:ext cx="97920" cy="128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67D2B8B-523B-EE17-8795-95771109B9C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51613" y="422213"/>
                <a:ext cx="1191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4D8C98E-07C3-1D0C-BDD3-6071BEF300C8}"/>
                  </a:ext>
                </a:extLst>
              </p14:cNvPr>
              <p14:cNvContentPartPr/>
              <p14:nvPr/>
            </p14:nvContentPartPr>
            <p14:xfrm>
              <a:off x="7497413" y="481253"/>
              <a:ext cx="78120" cy="147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4D8C98E-07C3-1D0C-BDD3-6071BEF300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86973" y="470813"/>
                <a:ext cx="99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AB051A3-B047-D413-D591-537B5A58F8DD}"/>
                  </a:ext>
                </a:extLst>
              </p14:cNvPr>
              <p14:cNvContentPartPr/>
              <p14:nvPr/>
            </p14:nvContentPartPr>
            <p14:xfrm>
              <a:off x="7612973" y="403493"/>
              <a:ext cx="69120" cy="156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AB051A3-B047-D413-D591-537B5A58F8D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602173" y="393053"/>
                <a:ext cx="903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9E978C2-7822-EF38-C832-258D5DC7DBE4}"/>
                  </a:ext>
                </a:extLst>
              </p14:cNvPr>
              <p14:cNvContentPartPr/>
              <p14:nvPr/>
            </p14:nvContentPartPr>
            <p14:xfrm>
              <a:off x="7693613" y="462893"/>
              <a:ext cx="89640" cy="165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9E978C2-7822-EF38-C832-258D5DC7DBE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83173" y="452093"/>
                <a:ext cx="1108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969383C-B9A2-D02B-A49A-20BF7CF18C2F}"/>
                  </a:ext>
                </a:extLst>
              </p14:cNvPr>
              <p14:cNvContentPartPr/>
              <p14:nvPr/>
            </p14:nvContentPartPr>
            <p14:xfrm>
              <a:off x="7814573" y="504653"/>
              <a:ext cx="52200" cy="17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969383C-B9A2-D02B-A49A-20BF7CF18C2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04133" y="493853"/>
                <a:ext cx="734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B493B48-D994-08D2-7B24-8F4007E8CB15}"/>
                  </a:ext>
                </a:extLst>
              </p14:cNvPr>
              <p14:cNvContentPartPr/>
              <p14:nvPr/>
            </p14:nvContentPartPr>
            <p14:xfrm>
              <a:off x="7924373" y="403853"/>
              <a:ext cx="71640" cy="170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B493B48-D994-08D2-7B24-8F4007E8CB1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13573" y="393413"/>
                <a:ext cx="928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77740A2-3880-5656-21D9-936A97D3DB3C}"/>
                  </a:ext>
                </a:extLst>
              </p14:cNvPr>
              <p14:cNvContentPartPr/>
              <p14:nvPr/>
            </p14:nvContentPartPr>
            <p14:xfrm>
              <a:off x="8005013" y="471173"/>
              <a:ext cx="101160" cy="134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77740A2-3880-5656-21D9-936A97D3DB3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94573" y="460373"/>
                <a:ext cx="1224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E6422D8-5127-11E2-EC32-C5F604A409DF}"/>
                  </a:ext>
                </a:extLst>
              </p14:cNvPr>
              <p14:cNvContentPartPr/>
              <p14:nvPr/>
            </p14:nvContentPartPr>
            <p14:xfrm>
              <a:off x="8140733" y="420773"/>
              <a:ext cx="14760" cy="157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E6422D8-5127-11E2-EC32-C5F604A409D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29933" y="410333"/>
                <a:ext cx="360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D2AE033-A047-B335-2429-66212853DB21}"/>
                  </a:ext>
                </a:extLst>
              </p14:cNvPr>
              <p14:cNvContentPartPr/>
              <p14:nvPr/>
            </p14:nvContentPartPr>
            <p14:xfrm>
              <a:off x="8132093" y="446693"/>
              <a:ext cx="141840" cy="72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D2AE033-A047-B335-2429-66212853DB2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21293" y="436253"/>
                <a:ext cx="1630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8E4CFF3-B86D-D743-DA1F-A8BE313DD93D}"/>
                  </a:ext>
                </a:extLst>
              </p14:cNvPr>
              <p14:cNvContentPartPr/>
              <p14:nvPr/>
            </p14:nvContentPartPr>
            <p14:xfrm>
              <a:off x="7232453" y="682133"/>
              <a:ext cx="28800" cy="144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8E4CFF3-B86D-D743-DA1F-A8BE313DD93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22013" y="671333"/>
                <a:ext cx="500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16E32F8-DAD3-3A2B-3B16-9864A129E311}"/>
                  </a:ext>
                </a:extLst>
              </p14:cNvPr>
              <p14:cNvContentPartPr/>
              <p14:nvPr/>
            </p14:nvContentPartPr>
            <p14:xfrm>
              <a:off x="7206533" y="709133"/>
              <a:ext cx="253800" cy="129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16E32F8-DAD3-3A2B-3B16-9864A129E31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96093" y="698693"/>
                <a:ext cx="27504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E00528E-818F-EA8C-B6C4-CBEC375A6A46}"/>
                  </a:ext>
                </a:extLst>
              </p14:cNvPr>
              <p14:cNvContentPartPr/>
              <p14:nvPr/>
            </p14:nvContentPartPr>
            <p14:xfrm>
              <a:off x="7587053" y="715253"/>
              <a:ext cx="153360" cy="136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E00528E-818F-EA8C-B6C4-CBEC375A6A4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76253" y="704813"/>
                <a:ext cx="1746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7BCFAED-D6DA-9E48-789F-0B9912F1284C}"/>
                  </a:ext>
                </a:extLst>
              </p14:cNvPr>
              <p14:cNvContentPartPr/>
              <p14:nvPr/>
            </p14:nvContentPartPr>
            <p14:xfrm>
              <a:off x="7736813" y="714893"/>
              <a:ext cx="37800" cy="104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7BCFAED-D6DA-9E48-789F-0B9912F1284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26373" y="704453"/>
                <a:ext cx="590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21B23A8-2C44-699C-31D3-B81ACD6DF03A}"/>
                  </a:ext>
                </a:extLst>
              </p14:cNvPr>
              <p14:cNvContentPartPr/>
              <p14:nvPr/>
            </p14:nvContentPartPr>
            <p14:xfrm>
              <a:off x="7788653" y="709133"/>
              <a:ext cx="55080" cy="1108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21B23A8-2C44-699C-31D3-B81ACD6DF03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78213" y="698693"/>
                <a:ext cx="763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5D3481B-7059-EE33-7A06-ACA6A47CF25F}"/>
                  </a:ext>
                </a:extLst>
              </p14:cNvPr>
              <p14:cNvContentPartPr/>
              <p14:nvPr/>
            </p14:nvContentPartPr>
            <p14:xfrm>
              <a:off x="7852373" y="720653"/>
              <a:ext cx="121320" cy="1108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5D3481B-7059-EE33-7A06-ACA6A47CF25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41573" y="710213"/>
                <a:ext cx="1425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EA25524-C143-0D2D-45E9-A37ECC446CEB}"/>
                  </a:ext>
                </a:extLst>
              </p14:cNvPr>
              <p14:cNvContentPartPr/>
              <p14:nvPr/>
            </p14:nvContentPartPr>
            <p14:xfrm>
              <a:off x="8079893" y="697973"/>
              <a:ext cx="32040" cy="213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EA25524-C143-0D2D-45E9-A37ECC446CE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69453" y="687533"/>
                <a:ext cx="532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82CF896-DA29-8726-FAFC-D38D730FEF9B}"/>
                  </a:ext>
                </a:extLst>
              </p14:cNvPr>
              <p14:cNvContentPartPr/>
              <p14:nvPr/>
            </p14:nvContentPartPr>
            <p14:xfrm>
              <a:off x="8085653" y="718493"/>
              <a:ext cx="49320" cy="1036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82CF896-DA29-8726-FAFC-D38D730FEF9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75213" y="708053"/>
                <a:ext cx="7056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00CFA10-A6EE-1CD6-544A-5E441941B9B5}"/>
                  </a:ext>
                </a:extLst>
              </p14:cNvPr>
              <p14:cNvContentPartPr/>
              <p14:nvPr/>
            </p14:nvContentPartPr>
            <p14:xfrm>
              <a:off x="8149373" y="714893"/>
              <a:ext cx="72360" cy="118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00CFA10-A6EE-1CD6-544A-5E441941B9B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138573" y="704453"/>
                <a:ext cx="936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E74F688-284B-1242-B024-6A74EC51CF26}"/>
                  </a:ext>
                </a:extLst>
              </p14:cNvPr>
              <p14:cNvContentPartPr/>
              <p14:nvPr/>
            </p14:nvContentPartPr>
            <p14:xfrm>
              <a:off x="8224253" y="703733"/>
              <a:ext cx="173520" cy="154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E74F688-284B-1242-B024-6A74EC51CF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213453" y="693293"/>
                <a:ext cx="194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4046741-6800-42AB-E809-AD3C61A151D6}"/>
                  </a:ext>
                </a:extLst>
              </p14:cNvPr>
              <p14:cNvContentPartPr/>
              <p14:nvPr/>
            </p14:nvContentPartPr>
            <p14:xfrm>
              <a:off x="8394533" y="693653"/>
              <a:ext cx="98280" cy="117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4046741-6800-42AB-E809-AD3C61A151D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83733" y="682853"/>
                <a:ext cx="1195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8881537-2289-7E81-E147-A83948F6D193}"/>
                  </a:ext>
                </a:extLst>
              </p14:cNvPr>
              <p14:cNvContentPartPr/>
              <p14:nvPr/>
            </p14:nvContentPartPr>
            <p14:xfrm>
              <a:off x="8481653" y="624173"/>
              <a:ext cx="178560" cy="2134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8881537-2289-7E81-E147-A83948F6D19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70853" y="613733"/>
                <a:ext cx="1998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5FE71A1-AA17-CFED-9991-ABB72FABC4B6}"/>
                  </a:ext>
                </a:extLst>
              </p14:cNvPr>
              <p14:cNvContentPartPr/>
              <p14:nvPr/>
            </p14:nvContentPartPr>
            <p14:xfrm>
              <a:off x="8639333" y="685013"/>
              <a:ext cx="63720" cy="95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5FE71A1-AA17-CFED-9991-ABB72FABC4B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28893" y="674213"/>
                <a:ext cx="849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B02223D-92D1-8E82-2906-27920A1A6A44}"/>
                  </a:ext>
                </a:extLst>
              </p14:cNvPr>
              <p14:cNvContentPartPr/>
              <p14:nvPr/>
            </p14:nvContentPartPr>
            <p14:xfrm>
              <a:off x="8717453" y="663053"/>
              <a:ext cx="162000" cy="127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B02223D-92D1-8E82-2906-27920A1A6A4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706653" y="652613"/>
                <a:ext cx="18324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639BD49-94FC-1F39-D496-CF576B3B160A}"/>
                  </a:ext>
                </a:extLst>
              </p14:cNvPr>
              <p14:cNvContentPartPr/>
              <p14:nvPr/>
            </p14:nvContentPartPr>
            <p14:xfrm>
              <a:off x="7411373" y="977693"/>
              <a:ext cx="129960" cy="1324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639BD49-94FC-1F39-D496-CF576B3B160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00573" y="967253"/>
                <a:ext cx="151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92E3B4B-392D-9324-9C62-1553D50357B0}"/>
                  </a:ext>
                </a:extLst>
              </p14:cNvPr>
              <p14:cNvContentPartPr/>
              <p14:nvPr/>
            </p14:nvContentPartPr>
            <p14:xfrm>
              <a:off x="7515053" y="991733"/>
              <a:ext cx="72000" cy="867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92E3B4B-392D-9324-9C62-1553D50357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504613" y="981293"/>
                <a:ext cx="9324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1EDB86A-97FB-0241-BD05-EA7F615FD767}"/>
                  </a:ext>
                </a:extLst>
              </p14:cNvPr>
              <p14:cNvContentPartPr/>
              <p14:nvPr/>
            </p14:nvContentPartPr>
            <p14:xfrm>
              <a:off x="7598573" y="960053"/>
              <a:ext cx="118440" cy="1155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1EDB86A-97FB-0241-BD05-EA7F615FD76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587773" y="949613"/>
                <a:ext cx="1396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D8E157B4-73B5-1608-2310-F01A61294608}"/>
                  </a:ext>
                </a:extLst>
              </p14:cNvPr>
              <p14:cNvContentPartPr/>
              <p14:nvPr/>
            </p14:nvContentPartPr>
            <p14:xfrm>
              <a:off x="7728173" y="942773"/>
              <a:ext cx="57960" cy="1443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D8E157B4-73B5-1608-2310-F01A6129460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17733" y="932333"/>
                <a:ext cx="792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0EC1E4A-2F07-0F3E-6A20-4DEEBCF5A662}"/>
                  </a:ext>
                </a:extLst>
              </p14:cNvPr>
              <p14:cNvContentPartPr/>
              <p14:nvPr/>
            </p14:nvContentPartPr>
            <p14:xfrm>
              <a:off x="7785773" y="1023413"/>
              <a:ext cx="17640" cy="432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0EC1E4A-2F07-0F3E-6A20-4DEEBCF5A66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75333" y="1012973"/>
                <a:ext cx="3888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B6CE5F6-D91C-BDDB-5A9F-6CCC65A26609}"/>
                  </a:ext>
                </a:extLst>
              </p14:cNvPr>
              <p14:cNvContentPartPr/>
              <p14:nvPr/>
            </p14:nvContentPartPr>
            <p14:xfrm>
              <a:off x="7782893" y="957173"/>
              <a:ext cx="3240" cy="61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B6CE5F6-D91C-BDDB-5A9F-6CCC65A2660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772453" y="946733"/>
                <a:ext cx="244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546645E-FE2A-6EF2-7CF2-81C2A812CF31}"/>
                  </a:ext>
                </a:extLst>
              </p14:cNvPr>
              <p14:cNvContentPartPr/>
              <p14:nvPr/>
            </p14:nvContentPartPr>
            <p14:xfrm>
              <a:off x="7826093" y="948533"/>
              <a:ext cx="92520" cy="121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546645E-FE2A-6EF2-7CF2-81C2A812CF3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15653" y="938093"/>
                <a:ext cx="1137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FA3F020-3085-5E6D-668A-8B3BCD683D47}"/>
                  </a:ext>
                </a:extLst>
              </p14:cNvPr>
              <p14:cNvContentPartPr/>
              <p14:nvPr/>
            </p14:nvContentPartPr>
            <p14:xfrm>
              <a:off x="7901693" y="974093"/>
              <a:ext cx="72000" cy="928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FA3F020-3085-5E6D-668A-8B3BCD683D4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890893" y="963653"/>
                <a:ext cx="932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BBB0053-5277-5EB2-AB6A-ADDDB855EFF8}"/>
                  </a:ext>
                </a:extLst>
              </p14:cNvPr>
              <p14:cNvContentPartPr/>
              <p14:nvPr/>
            </p14:nvContentPartPr>
            <p14:xfrm>
              <a:off x="7999253" y="951413"/>
              <a:ext cx="17640" cy="1386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BBB0053-5277-5EB2-AB6A-ADDDB855EFF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988813" y="940973"/>
                <a:ext cx="388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4409890-3BB4-E8DA-C60A-2A641A65D73F}"/>
                  </a:ext>
                </a:extLst>
              </p14:cNvPr>
              <p14:cNvContentPartPr/>
              <p14:nvPr/>
            </p14:nvContentPartPr>
            <p14:xfrm>
              <a:off x="7987733" y="994613"/>
              <a:ext cx="72360" cy="709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4409890-3BB4-E8DA-C60A-2A641A65D73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977293" y="984173"/>
                <a:ext cx="936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85F2B28-9F2E-255D-F858-BF83DB1F8BE6}"/>
                  </a:ext>
                </a:extLst>
              </p14:cNvPr>
              <p14:cNvContentPartPr/>
              <p14:nvPr/>
            </p14:nvContentPartPr>
            <p14:xfrm>
              <a:off x="8074133" y="980573"/>
              <a:ext cx="162000" cy="103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85F2B28-9F2E-255D-F858-BF83DB1F8BE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063693" y="970133"/>
                <a:ext cx="1832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B53CDDC-725C-DD86-3A4F-66B5AC08CACE}"/>
                  </a:ext>
                </a:extLst>
              </p14:cNvPr>
              <p14:cNvContentPartPr/>
              <p14:nvPr/>
            </p14:nvContentPartPr>
            <p14:xfrm>
              <a:off x="8244413" y="1052213"/>
              <a:ext cx="23400" cy="9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B53CDDC-725C-DD86-3A4F-66B5AC08CAC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233613" y="1041773"/>
                <a:ext cx="446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87FA2198-28D6-73C3-9585-61F303875119}"/>
                  </a:ext>
                </a:extLst>
              </p14:cNvPr>
              <p14:cNvContentPartPr/>
              <p14:nvPr/>
            </p14:nvContentPartPr>
            <p14:xfrm>
              <a:off x="8991447" y="214705"/>
              <a:ext cx="725400" cy="2124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87FA2198-28D6-73C3-9585-61F30387511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980647" y="203905"/>
                <a:ext cx="7466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5E39EFA-10DC-A6F7-FD81-9D3F5874B176}"/>
                  </a:ext>
                </a:extLst>
              </p14:cNvPr>
              <p14:cNvContentPartPr/>
              <p14:nvPr/>
            </p14:nvContentPartPr>
            <p14:xfrm>
              <a:off x="9194487" y="460585"/>
              <a:ext cx="286920" cy="1623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5E39EFA-10DC-A6F7-FD81-9D3F5874B17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184034" y="450145"/>
                <a:ext cx="308187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B72ADDC6-C914-7C51-D02F-2CFC42461331}"/>
                  </a:ext>
                </a:extLst>
              </p14:cNvPr>
              <p14:cNvContentPartPr/>
              <p14:nvPr/>
            </p14:nvContentPartPr>
            <p14:xfrm>
              <a:off x="9367647" y="951265"/>
              <a:ext cx="1159560" cy="1598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B72ADDC6-C914-7C51-D02F-2CFC4246133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357207" y="940465"/>
                <a:ext cx="11808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B8EF386-AB23-57A0-19CC-C0BA3172DCCE}"/>
                  </a:ext>
                </a:extLst>
              </p14:cNvPr>
              <p14:cNvContentPartPr/>
              <p14:nvPr/>
            </p14:nvContentPartPr>
            <p14:xfrm>
              <a:off x="9363327" y="496585"/>
              <a:ext cx="882000" cy="3672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B8EF386-AB23-57A0-19CC-C0BA3172DCC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352883" y="485785"/>
                <a:ext cx="903249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0A2C3A4-5F52-2F7D-2D14-F55A859C4107}"/>
                  </a:ext>
                </a:extLst>
              </p14:cNvPr>
              <p14:cNvContentPartPr/>
              <p14:nvPr/>
            </p14:nvContentPartPr>
            <p14:xfrm>
              <a:off x="9843567" y="293185"/>
              <a:ext cx="115560" cy="327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0A2C3A4-5F52-2F7D-2D14-F55A859C410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832767" y="282385"/>
                <a:ext cx="136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DEFC75D-2CC4-2E5B-54C7-11E66C9ADE93}"/>
                  </a:ext>
                </a:extLst>
              </p14:cNvPr>
              <p14:cNvContentPartPr/>
              <p14:nvPr/>
            </p14:nvContentPartPr>
            <p14:xfrm>
              <a:off x="10009887" y="214705"/>
              <a:ext cx="129600" cy="1267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DEFC75D-2CC4-2E5B-54C7-11E66C9ADE9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999087" y="203905"/>
                <a:ext cx="15084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65837F5-3D4A-A96A-2C08-8F26958389DD}"/>
                  </a:ext>
                </a:extLst>
              </p14:cNvPr>
              <p14:cNvContentPartPr/>
              <p14:nvPr/>
            </p14:nvContentPartPr>
            <p14:xfrm>
              <a:off x="10159647" y="193825"/>
              <a:ext cx="55800" cy="1339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65837F5-3D4A-A96A-2C08-8F26958389D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48847" y="183025"/>
                <a:ext cx="770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11E6904-226B-C2B8-69F4-631ABED5254C}"/>
                  </a:ext>
                </a:extLst>
              </p14:cNvPr>
              <p14:cNvContentPartPr/>
              <p14:nvPr/>
            </p14:nvContentPartPr>
            <p14:xfrm>
              <a:off x="10226607" y="217225"/>
              <a:ext cx="53640" cy="1213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11E6904-226B-C2B8-69F4-631ABED5254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15807" y="206425"/>
                <a:ext cx="748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CAD5DF2-F9D4-BB5F-7160-EAEA2F2EF1FC}"/>
                  </a:ext>
                </a:extLst>
              </p14:cNvPr>
              <p14:cNvContentPartPr/>
              <p14:nvPr/>
            </p14:nvContentPartPr>
            <p14:xfrm>
              <a:off x="10286727" y="231625"/>
              <a:ext cx="57960" cy="1288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CAD5DF2-F9D4-BB5F-7160-EAEA2F2EF1F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275927" y="220825"/>
                <a:ext cx="792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0039F89-A365-33D9-81EA-E94C9A2840D2}"/>
                  </a:ext>
                </a:extLst>
              </p14:cNvPr>
              <p14:cNvContentPartPr/>
              <p14:nvPr/>
            </p14:nvContentPartPr>
            <p14:xfrm>
              <a:off x="10464567" y="219385"/>
              <a:ext cx="90000" cy="2030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0039F89-A365-33D9-81EA-E94C9A2840D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53767" y="208585"/>
                <a:ext cx="1112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4EBE564-0C09-3708-8E53-E649DF8A9943}"/>
                  </a:ext>
                </a:extLst>
              </p14:cNvPr>
              <p14:cNvContentPartPr/>
              <p14:nvPr/>
            </p14:nvContentPartPr>
            <p14:xfrm>
              <a:off x="10584807" y="237745"/>
              <a:ext cx="156960" cy="1519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4EBE564-0C09-3708-8E53-E649DF8A994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574007" y="226945"/>
                <a:ext cx="1782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C9C22DAD-F087-4B9F-CED5-3270501EB3B2}"/>
                  </a:ext>
                </a:extLst>
              </p14:cNvPr>
              <p14:cNvContentPartPr/>
              <p14:nvPr/>
            </p14:nvContentPartPr>
            <p14:xfrm>
              <a:off x="10842207" y="228385"/>
              <a:ext cx="79920" cy="1458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C9C22DAD-F087-4B9F-CED5-3270501EB3B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831407" y="217585"/>
                <a:ext cx="1011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939C0264-D7C5-CD3A-9531-9590B0F9ED44}"/>
                  </a:ext>
                </a:extLst>
              </p14:cNvPr>
              <p14:cNvContentPartPr/>
              <p14:nvPr/>
            </p14:nvContentPartPr>
            <p14:xfrm>
              <a:off x="10944807" y="205345"/>
              <a:ext cx="129600" cy="1933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939C0264-D7C5-CD3A-9531-9590B0F9ED4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934007" y="194545"/>
                <a:ext cx="1508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60DB61D2-ADFD-B98F-EFE8-6B93F970304A}"/>
                  </a:ext>
                </a:extLst>
              </p14:cNvPr>
              <p14:cNvContentPartPr/>
              <p14:nvPr/>
            </p14:nvContentPartPr>
            <p14:xfrm>
              <a:off x="11097447" y="252145"/>
              <a:ext cx="57960" cy="1123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60DB61D2-ADFD-B98F-EFE8-6B93F970304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086647" y="241380"/>
                <a:ext cx="79200" cy="1334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108ABE9-4714-67FD-DFA6-EAFE87181F65}"/>
                  </a:ext>
                </a:extLst>
              </p14:cNvPr>
              <p14:cNvContentPartPr/>
              <p14:nvPr/>
            </p14:nvContentPartPr>
            <p14:xfrm>
              <a:off x="11175927" y="249265"/>
              <a:ext cx="152640" cy="1548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108ABE9-4714-67FD-DFA6-EAFE87181F6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165152" y="238465"/>
                <a:ext cx="17383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68345C50-11E1-415F-A1E6-2142D7A051E1}"/>
                  </a:ext>
                </a:extLst>
              </p14:cNvPr>
              <p14:cNvContentPartPr/>
              <p14:nvPr/>
            </p14:nvContentPartPr>
            <p14:xfrm>
              <a:off x="10887207" y="511345"/>
              <a:ext cx="14040" cy="1065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68345C50-11E1-415F-A1E6-2142D7A051E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876677" y="500545"/>
                <a:ext cx="34749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B52C9246-AB6F-5A3E-1B20-183EA62CB324}"/>
                  </a:ext>
                </a:extLst>
              </p14:cNvPr>
              <p14:cNvContentPartPr/>
              <p14:nvPr/>
            </p14:nvContentPartPr>
            <p14:xfrm>
              <a:off x="10994487" y="459505"/>
              <a:ext cx="110160" cy="1573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B52C9246-AB6F-5A3E-1B20-183EA62CB32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983687" y="448705"/>
                <a:ext cx="1314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7C1F8EDC-9A37-1590-1640-2ACAFCACD5B1}"/>
                  </a:ext>
                </a:extLst>
              </p14:cNvPr>
              <p14:cNvContentPartPr/>
              <p14:nvPr/>
            </p14:nvContentPartPr>
            <p14:xfrm>
              <a:off x="11108967" y="491545"/>
              <a:ext cx="99720" cy="2034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7C1F8EDC-9A37-1590-1640-2ACAFCACD5B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098167" y="480745"/>
                <a:ext cx="1209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356A4B5-9C64-7708-7794-13469286DFAF}"/>
                  </a:ext>
                </a:extLst>
              </p14:cNvPr>
              <p14:cNvContentPartPr/>
              <p14:nvPr/>
            </p14:nvContentPartPr>
            <p14:xfrm>
              <a:off x="10787847" y="736345"/>
              <a:ext cx="9720" cy="1044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356A4B5-9C64-7708-7794-13469286DFA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776632" y="725508"/>
                <a:ext cx="31777" cy="125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9CB5D944-D676-5B3D-7504-51D7B90096A3}"/>
                  </a:ext>
                </a:extLst>
              </p14:cNvPr>
              <p14:cNvContentPartPr/>
              <p14:nvPr/>
            </p14:nvContentPartPr>
            <p14:xfrm>
              <a:off x="10827087" y="690265"/>
              <a:ext cx="95040" cy="1573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9CB5D944-D676-5B3D-7504-51D7B90096A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816287" y="679490"/>
                <a:ext cx="116280" cy="178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6938321-4446-5C63-4F47-655EA22F25E7}"/>
                  </a:ext>
                </a:extLst>
              </p14:cNvPr>
              <p14:cNvContentPartPr/>
              <p14:nvPr/>
            </p14:nvContentPartPr>
            <p14:xfrm>
              <a:off x="10898727" y="722665"/>
              <a:ext cx="60480" cy="1249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6938321-4446-5C63-4F47-655EA22F25E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887862" y="711896"/>
                <a:ext cx="81847" cy="1460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BC45040-1CF4-7CB3-56DD-5219833911B8}"/>
                  </a:ext>
                </a:extLst>
              </p14:cNvPr>
              <p14:cNvContentPartPr/>
              <p14:nvPr/>
            </p14:nvContentPartPr>
            <p14:xfrm>
              <a:off x="11162247" y="731665"/>
              <a:ext cx="117720" cy="928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BC45040-1CF4-7CB3-56DD-5219833911B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151480" y="720823"/>
                <a:ext cx="138895" cy="114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C827401-CA95-F727-136F-ADE89695E762}"/>
                  </a:ext>
                </a:extLst>
              </p14:cNvPr>
              <p14:cNvContentPartPr/>
              <p14:nvPr/>
            </p14:nvContentPartPr>
            <p14:xfrm>
              <a:off x="11372127" y="696025"/>
              <a:ext cx="25920" cy="1512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C827401-CA95-F727-136F-ADE89695E76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361327" y="685225"/>
                <a:ext cx="47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36FD52D1-2191-F130-53B2-87C1CBC0D03D}"/>
                  </a:ext>
                </a:extLst>
              </p14:cNvPr>
              <p14:cNvContentPartPr/>
              <p14:nvPr/>
            </p14:nvContentPartPr>
            <p14:xfrm>
              <a:off x="11358447" y="731665"/>
              <a:ext cx="120240" cy="831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36FD52D1-2191-F130-53B2-87C1CBC0D03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347615" y="720865"/>
                <a:ext cx="141544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D5F8491-E1E1-7E1C-4037-7D965B2944AA}"/>
                  </a:ext>
                </a:extLst>
              </p14:cNvPr>
              <p14:cNvContentPartPr/>
              <p14:nvPr/>
            </p14:nvContentPartPr>
            <p14:xfrm>
              <a:off x="11483007" y="694945"/>
              <a:ext cx="16560" cy="1515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D5F8491-E1E1-7E1C-4037-7D965B2944A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472207" y="684171"/>
                <a:ext cx="37800" cy="1727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A98D286-5B5A-A027-1A64-5A4A08945B13}"/>
                  </a:ext>
                </a:extLst>
              </p14:cNvPr>
              <p14:cNvContentPartPr/>
              <p14:nvPr/>
            </p14:nvContentPartPr>
            <p14:xfrm>
              <a:off x="11471487" y="764065"/>
              <a:ext cx="76680" cy="417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A98D286-5B5A-A027-1A64-5A4A08945B1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460687" y="753265"/>
                <a:ext cx="979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CB5A085D-5C39-51FE-76EE-E44312A4B606}"/>
                  </a:ext>
                </a:extLst>
              </p14:cNvPr>
              <p14:cNvContentPartPr/>
              <p14:nvPr/>
            </p14:nvContentPartPr>
            <p14:xfrm>
              <a:off x="11513607" y="732025"/>
              <a:ext cx="71280" cy="878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CB5A085D-5C39-51FE-76EE-E44312A4B60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502861" y="721225"/>
                <a:ext cx="92413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1CA49DE-5F20-5091-8E9A-7B6B4D6FEE7E}"/>
                  </a:ext>
                </a:extLst>
              </p14:cNvPr>
              <p14:cNvContentPartPr/>
              <p14:nvPr/>
            </p14:nvContentPartPr>
            <p14:xfrm>
              <a:off x="11582367" y="696025"/>
              <a:ext cx="18720" cy="1328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1CA49DE-5F20-5091-8E9A-7B6B4D6FEE7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1571567" y="685225"/>
                <a:ext cx="39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FEB1A4C3-1F6F-3044-52CC-BE31C3849832}"/>
                  </a:ext>
                </a:extLst>
              </p14:cNvPr>
              <p14:cNvContentPartPr/>
              <p14:nvPr/>
            </p14:nvContentPartPr>
            <p14:xfrm>
              <a:off x="11614407" y="712225"/>
              <a:ext cx="9720" cy="1191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FEB1A4C3-1F6F-3044-52CC-BE31C384983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603607" y="701425"/>
                <a:ext cx="309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D39B55A5-B629-6BB9-D03E-BF6AA2694654}"/>
                  </a:ext>
                </a:extLst>
              </p14:cNvPr>
              <p14:cNvContentPartPr/>
              <p14:nvPr/>
            </p14:nvContentPartPr>
            <p14:xfrm>
              <a:off x="11644647" y="770905"/>
              <a:ext cx="25920" cy="504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D39B55A5-B629-6BB9-D03E-BF6AA269465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633847" y="760105"/>
                <a:ext cx="47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16293042-69C2-3DCD-2587-525E9560DD26}"/>
                  </a:ext>
                </a:extLst>
              </p14:cNvPr>
              <p14:cNvContentPartPr/>
              <p14:nvPr/>
            </p14:nvContentPartPr>
            <p14:xfrm>
              <a:off x="11637807" y="752545"/>
              <a:ext cx="57960" cy="1875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16293042-69C2-3DCD-2587-525E9560DD2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1627007" y="741724"/>
                <a:ext cx="79200" cy="208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6FD6830-5C02-AA1C-5462-C2C8FB45335D}"/>
                  </a:ext>
                </a:extLst>
              </p14:cNvPr>
              <p14:cNvContentPartPr/>
              <p14:nvPr/>
            </p14:nvContentPartPr>
            <p14:xfrm>
              <a:off x="11164407" y="962065"/>
              <a:ext cx="108720" cy="1580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6FD6830-5C02-AA1C-5462-C2C8FB45335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153643" y="951265"/>
                <a:ext cx="12989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648516FF-83BA-22A4-CC7B-1CF651CAC55E}"/>
                  </a:ext>
                </a:extLst>
              </p14:cNvPr>
              <p14:cNvContentPartPr/>
              <p14:nvPr/>
            </p14:nvContentPartPr>
            <p14:xfrm>
              <a:off x="11265927" y="1040185"/>
              <a:ext cx="9720" cy="82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648516FF-83BA-22A4-CC7B-1CF651CAC55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255127" y="1029385"/>
                <a:ext cx="30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19190CE-BF4F-53E9-5CE9-ACA63E8B6D0D}"/>
                  </a:ext>
                </a:extLst>
              </p14:cNvPr>
              <p14:cNvContentPartPr/>
              <p14:nvPr/>
            </p14:nvContentPartPr>
            <p14:xfrm>
              <a:off x="11293647" y="1018225"/>
              <a:ext cx="16560" cy="1180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19190CE-BF4F-53E9-5CE9-ACA63E8B6D0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1282847" y="1007425"/>
                <a:ext cx="378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294E39F-C150-1C0A-B684-83ACBE2E0999}"/>
                  </a:ext>
                </a:extLst>
              </p14:cNvPr>
              <p14:cNvContentPartPr/>
              <p14:nvPr/>
            </p14:nvContentPartPr>
            <p14:xfrm>
              <a:off x="11284287" y="1066465"/>
              <a:ext cx="65160" cy="374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294E39F-C150-1C0A-B684-83ACBE2E099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273427" y="1055665"/>
                <a:ext cx="86518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02036999-D444-2F78-1666-043662B2BFB2}"/>
                  </a:ext>
                </a:extLst>
              </p14:cNvPr>
              <p14:cNvContentPartPr/>
              <p14:nvPr/>
            </p14:nvContentPartPr>
            <p14:xfrm>
              <a:off x="11330367" y="1013905"/>
              <a:ext cx="104400" cy="129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02036999-D444-2F78-1666-043662B2BFB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319567" y="1003105"/>
                <a:ext cx="1256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FF2C001-5789-35F4-DEB3-7F547C50B5B3}"/>
                  </a:ext>
                </a:extLst>
              </p14:cNvPr>
              <p14:cNvContentPartPr/>
              <p14:nvPr/>
            </p14:nvContentPartPr>
            <p14:xfrm>
              <a:off x="11455287" y="1054945"/>
              <a:ext cx="32760" cy="752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FF2C001-5789-35F4-DEB3-7F547C50B5B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444487" y="1044145"/>
                <a:ext cx="540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507888C6-C78B-33E1-CB79-91B04052542C}"/>
                  </a:ext>
                </a:extLst>
              </p14:cNvPr>
              <p14:cNvContentPartPr/>
              <p14:nvPr/>
            </p14:nvContentPartPr>
            <p14:xfrm>
              <a:off x="11489847" y="1012825"/>
              <a:ext cx="148320" cy="11160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507888C6-C78B-33E1-CB79-91B04052542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479021" y="1002025"/>
                <a:ext cx="169612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8E9CFB1-3097-2AA3-36E8-1CE6B683B996}"/>
                  </a:ext>
                </a:extLst>
              </p14:cNvPr>
              <p14:cNvContentPartPr/>
              <p14:nvPr/>
            </p14:nvContentPartPr>
            <p14:xfrm>
              <a:off x="11242887" y="1202185"/>
              <a:ext cx="427320" cy="1749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8E9CFB1-3097-2AA3-36E8-1CE6B683B99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232447" y="1191407"/>
                <a:ext cx="448560" cy="1961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0F8713B7-7ED4-FDAE-FD5B-8852350BFD82}"/>
                  </a:ext>
                </a:extLst>
              </p14:cNvPr>
              <p14:cNvContentPartPr/>
              <p14:nvPr/>
            </p14:nvContentPartPr>
            <p14:xfrm>
              <a:off x="9121430" y="1679947"/>
              <a:ext cx="216720" cy="30240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0F8713B7-7ED4-FDAE-FD5B-8852350BFD8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110990" y="1669507"/>
                <a:ext cx="23796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A2F30F3E-F236-DDDF-F125-7CCA1F7DCF03}"/>
                  </a:ext>
                </a:extLst>
              </p14:cNvPr>
              <p14:cNvContentPartPr/>
              <p14:nvPr/>
            </p14:nvContentPartPr>
            <p14:xfrm>
              <a:off x="9248510" y="2112667"/>
              <a:ext cx="886680" cy="5202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A2F30F3E-F236-DDDF-F125-7CCA1F7DCF0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238066" y="2102220"/>
                <a:ext cx="907929" cy="54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D90891A7-7C25-B99A-AC2F-B4B4EB859E6E}"/>
                  </a:ext>
                </a:extLst>
              </p14:cNvPr>
              <p14:cNvContentPartPr/>
              <p14:nvPr/>
            </p14:nvContentPartPr>
            <p14:xfrm>
              <a:off x="10004150" y="2732947"/>
              <a:ext cx="1635120" cy="7664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D90891A7-7C25-B99A-AC2F-B4B4EB859E6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993352" y="2722152"/>
                <a:ext cx="1656355" cy="787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406F3D5-61AD-572C-FB84-2C2BDF413154}"/>
                  </a:ext>
                </a:extLst>
              </p14:cNvPr>
              <p14:cNvContentPartPr/>
              <p14:nvPr/>
            </p14:nvContentPartPr>
            <p14:xfrm>
              <a:off x="9567470" y="2692987"/>
              <a:ext cx="385920" cy="2196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406F3D5-61AD-572C-FB84-2C2BDF41315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556670" y="2682205"/>
                <a:ext cx="407160" cy="2408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9C5268A6-7297-F2D9-C4CF-574F484BA8F3}"/>
                  </a:ext>
                </a:extLst>
              </p14:cNvPr>
              <p14:cNvContentPartPr/>
              <p14:nvPr/>
            </p14:nvContentPartPr>
            <p14:xfrm>
              <a:off x="10818007" y="3825073"/>
              <a:ext cx="914760" cy="1944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9C5268A6-7297-F2D9-C4CF-574F484BA8F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807563" y="3814293"/>
                <a:ext cx="936008" cy="2156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E9A2712C-215F-45DA-FF9D-EF6607DE2E0A}"/>
                  </a:ext>
                </a:extLst>
              </p14:cNvPr>
              <p14:cNvContentPartPr/>
              <p14:nvPr/>
            </p14:nvContentPartPr>
            <p14:xfrm>
              <a:off x="10697767" y="3518713"/>
              <a:ext cx="1150560" cy="21168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E9A2712C-215F-45DA-FF9D-EF6607DE2E0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687324" y="3508273"/>
                <a:ext cx="1171807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32BCD5C8-7025-6650-2BA6-C9C6CB661B89}"/>
                  </a:ext>
                </a:extLst>
              </p14:cNvPr>
              <p14:cNvContentPartPr/>
              <p14:nvPr/>
            </p14:nvContentPartPr>
            <p14:xfrm>
              <a:off x="1996806" y="2965487"/>
              <a:ext cx="68760" cy="2685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32BCD5C8-7025-6650-2BA6-C9C6CB661B8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986006" y="2955047"/>
                <a:ext cx="900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AF9F052E-D137-FDA6-C8F8-5472A20A261D}"/>
                  </a:ext>
                </a:extLst>
              </p14:cNvPr>
              <p14:cNvContentPartPr/>
              <p14:nvPr/>
            </p14:nvContentPartPr>
            <p14:xfrm>
              <a:off x="1615206" y="2411087"/>
              <a:ext cx="1080000" cy="3776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AF9F052E-D137-FDA6-C8F8-5472A20A261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604406" y="2400647"/>
                <a:ext cx="110124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9584330-C93B-3E3E-E303-1380021D74CA}"/>
                  </a:ext>
                </a:extLst>
              </p14:cNvPr>
              <p14:cNvContentPartPr/>
              <p14:nvPr/>
            </p14:nvContentPartPr>
            <p14:xfrm>
              <a:off x="117000" y="4120852"/>
              <a:ext cx="930600" cy="61452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9584330-C93B-3E3E-E303-1380021D74C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6200" y="4110418"/>
                <a:ext cx="951840" cy="635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5DCC9B17-AAF5-2D7B-EF48-F08B3FE653C8}"/>
                  </a:ext>
                </a:extLst>
              </p14:cNvPr>
              <p14:cNvContentPartPr/>
              <p14:nvPr/>
            </p14:nvContentPartPr>
            <p14:xfrm>
              <a:off x="120240" y="4881532"/>
              <a:ext cx="182160" cy="24768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5DCC9B17-AAF5-2D7B-EF48-F08B3FE653C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9461" y="4871092"/>
                <a:ext cx="203358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9754AF92-9934-6C89-C1E9-4811F14B7374}"/>
                  </a:ext>
                </a:extLst>
              </p14:cNvPr>
              <p14:cNvContentPartPr/>
              <p14:nvPr/>
            </p14:nvContentPartPr>
            <p14:xfrm>
              <a:off x="396720" y="4368172"/>
              <a:ext cx="1408320" cy="37368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9754AF92-9934-6C89-C1E9-4811F14B737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85923" y="4357382"/>
                <a:ext cx="1429555" cy="394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4C78E42D-A357-6B77-8508-65D87A117CBD}"/>
                  </a:ext>
                </a:extLst>
              </p14:cNvPr>
              <p14:cNvContentPartPr/>
              <p14:nvPr/>
            </p14:nvContentPartPr>
            <p14:xfrm>
              <a:off x="403200" y="4951732"/>
              <a:ext cx="107640" cy="10512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4C78E42D-A357-6B77-8508-65D87A117CB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92400" y="4941292"/>
                <a:ext cx="12888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20376EB9-5CED-A0F9-6B2B-1430D09C6466}"/>
                  </a:ext>
                </a:extLst>
              </p14:cNvPr>
              <p14:cNvContentPartPr/>
              <p14:nvPr/>
            </p14:nvContentPartPr>
            <p14:xfrm>
              <a:off x="504000" y="4878292"/>
              <a:ext cx="84960" cy="13680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20376EB9-5CED-A0F9-6B2B-1430D09C6466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93200" y="4867852"/>
                <a:ext cx="1062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46F88800-CF8C-EFB6-3187-0A406CF16C43}"/>
                  </a:ext>
                </a:extLst>
              </p14:cNvPr>
              <p14:cNvContentPartPr/>
              <p14:nvPr/>
            </p14:nvContentPartPr>
            <p14:xfrm>
              <a:off x="569160" y="4888012"/>
              <a:ext cx="68760" cy="13680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46F88800-CF8C-EFB6-3187-0A406CF16C4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58360" y="4877572"/>
                <a:ext cx="900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6F4E57A0-9C09-7006-7E5F-BAC7FEA9A4D9}"/>
                  </a:ext>
                </a:extLst>
              </p14:cNvPr>
              <p14:cNvContentPartPr/>
              <p14:nvPr/>
            </p14:nvContentPartPr>
            <p14:xfrm>
              <a:off x="744480" y="4888012"/>
              <a:ext cx="78480" cy="16884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6F4E57A0-9C09-7006-7E5F-BAC7FEA9A4D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34040" y="4877572"/>
                <a:ext cx="997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B2A29671-D9C9-F432-6023-A6BC71BD268E}"/>
                  </a:ext>
                </a:extLst>
              </p14:cNvPr>
              <p14:cNvContentPartPr/>
              <p14:nvPr/>
            </p14:nvContentPartPr>
            <p14:xfrm>
              <a:off x="838800" y="4896292"/>
              <a:ext cx="74880" cy="12456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B2A29671-D9C9-F432-6023-A6BC71BD268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28360" y="4885852"/>
                <a:ext cx="961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583D8A38-8CD2-160A-1286-EE452ACEB946}"/>
                  </a:ext>
                </a:extLst>
              </p14:cNvPr>
              <p14:cNvContentPartPr/>
              <p14:nvPr/>
            </p14:nvContentPartPr>
            <p14:xfrm>
              <a:off x="907200" y="4911052"/>
              <a:ext cx="94680" cy="8784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583D8A38-8CD2-160A-1286-EE452ACEB94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96760" y="4900252"/>
                <a:ext cx="1159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613089FA-F163-4A17-DA3E-A4FC5F743313}"/>
                  </a:ext>
                </a:extLst>
              </p14:cNvPr>
              <p14:cNvContentPartPr/>
              <p14:nvPr/>
            </p14:nvContentPartPr>
            <p14:xfrm>
              <a:off x="1001520" y="4883332"/>
              <a:ext cx="97560" cy="11232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613089FA-F163-4A17-DA3E-A4FC5F74331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91080" y="4872892"/>
                <a:ext cx="1188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377D83BC-1417-96C0-4734-40DB1F63361C}"/>
                  </a:ext>
                </a:extLst>
              </p14:cNvPr>
              <p14:cNvContentPartPr/>
              <p14:nvPr/>
            </p14:nvContentPartPr>
            <p14:xfrm>
              <a:off x="1060200" y="4844452"/>
              <a:ext cx="101160" cy="1998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377D83BC-1417-96C0-4734-40DB1F63361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049400" y="4833652"/>
                <a:ext cx="1224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05023B11-C6D5-B189-2C20-DD4E5C5506BA}"/>
                  </a:ext>
                </a:extLst>
              </p14:cNvPr>
              <p14:cNvContentPartPr/>
              <p14:nvPr/>
            </p14:nvContentPartPr>
            <p14:xfrm>
              <a:off x="1161000" y="4865332"/>
              <a:ext cx="65520" cy="14184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05023B11-C6D5-B189-2C20-DD4E5C5506BA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50200" y="4854892"/>
                <a:ext cx="867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D3797653-B764-1B8F-C678-C0391CB7CA4F}"/>
                  </a:ext>
                </a:extLst>
              </p14:cNvPr>
              <p14:cNvContentPartPr/>
              <p14:nvPr/>
            </p14:nvContentPartPr>
            <p14:xfrm>
              <a:off x="1216080" y="4872172"/>
              <a:ext cx="110880" cy="1101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D3797653-B764-1B8F-C678-C0391CB7CA4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205640" y="4861732"/>
                <a:ext cx="13212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59F6DFF2-871A-2CBC-6DC3-D7C7F65714ED}"/>
                  </a:ext>
                </a:extLst>
              </p14:cNvPr>
              <p14:cNvContentPartPr/>
              <p14:nvPr/>
            </p14:nvContentPartPr>
            <p14:xfrm>
              <a:off x="1316880" y="4881532"/>
              <a:ext cx="107640" cy="17460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59F6DFF2-871A-2CBC-6DC3-D7C7F65714E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306440" y="4871092"/>
                <a:ext cx="1288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F30A162F-131D-9784-EB7D-DE005B9539F2}"/>
                  </a:ext>
                </a:extLst>
              </p14:cNvPr>
              <p14:cNvContentPartPr/>
              <p14:nvPr/>
            </p14:nvContentPartPr>
            <p14:xfrm>
              <a:off x="1460520" y="4868572"/>
              <a:ext cx="91080" cy="17892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F30A162F-131D-9784-EB7D-DE005B9539F2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449720" y="4858132"/>
                <a:ext cx="1123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70E4B55F-DB7C-FE92-560C-C7EF51A88620}"/>
                  </a:ext>
                </a:extLst>
              </p14:cNvPr>
              <p14:cNvContentPartPr/>
              <p14:nvPr/>
            </p14:nvContentPartPr>
            <p14:xfrm>
              <a:off x="1548000" y="4878652"/>
              <a:ext cx="120600" cy="14328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70E4B55F-DB7C-FE92-560C-C7EF51A88620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537200" y="4868212"/>
                <a:ext cx="1418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570CE1CB-B9FA-BA81-8954-01969978E192}"/>
                  </a:ext>
                </a:extLst>
              </p14:cNvPr>
              <p14:cNvContentPartPr/>
              <p14:nvPr/>
            </p14:nvContentPartPr>
            <p14:xfrm>
              <a:off x="1658520" y="4911052"/>
              <a:ext cx="94680" cy="13248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570CE1CB-B9FA-BA81-8954-01969978E19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648080" y="4900252"/>
                <a:ext cx="1159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B05AEA0B-4CBF-75EC-6E52-FD9507562DA6}"/>
                  </a:ext>
                </a:extLst>
              </p14:cNvPr>
              <p14:cNvContentPartPr/>
              <p14:nvPr/>
            </p14:nvContentPartPr>
            <p14:xfrm>
              <a:off x="1726920" y="4881532"/>
              <a:ext cx="13320" cy="1008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B05AEA0B-4CBF-75EC-6E52-FD9507562DA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716120" y="4871092"/>
                <a:ext cx="345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81C94804-8171-762A-846C-087099181B41}"/>
                  </a:ext>
                </a:extLst>
              </p14:cNvPr>
              <p14:cNvContentPartPr/>
              <p14:nvPr/>
            </p14:nvContentPartPr>
            <p14:xfrm>
              <a:off x="1756080" y="4868572"/>
              <a:ext cx="55800" cy="8784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81C94804-8171-762A-846C-087099181B4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745640" y="4858132"/>
                <a:ext cx="770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31ED1AC8-B788-2AA4-4AE2-6F8185B6862C}"/>
                  </a:ext>
                </a:extLst>
              </p14:cNvPr>
              <p14:cNvContentPartPr/>
              <p14:nvPr/>
            </p14:nvContentPartPr>
            <p14:xfrm>
              <a:off x="1818000" y="4858852"/>
              <a:ext cx="120600" cy="11412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31ED1AC8-B788-2AA4-4AE2-6F8185B6862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807200" y="4848412"/>
                <a:ext cx="1418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C9933264-AB08-2636-7634-7C192C9AE901}"/>
                  </a:ext>
                </a:extLst>
              </p14:cNvPr>
              <p14:cNvContentPartPr/>
              <p14:nvPr/>
            </p14:nvContentPartPr>
            <p14:xfrm>
              <a:off x="1918800" y="4839412"/>
              <a:ext cx="94320" cy="18900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C9933264-AB08-2636-7634-7C192C9AE90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908000" y="4828612"/>
                <a:ext cx="1155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8AAA3043-F39B-4A2D-6B7A-DCA201B25141}"/>
                  </a:ext>
                </a:extLst>
              </p14:cNvPr>
              <p14:cNvContentPartPr/>
              <p14:nvPr/>
            </p14:nvContentPartPr>
            <p14:xfrm>
              <a:off x="458640" y="5128852"/>
              <a:ext cx="104760" cy="21996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8AAA3043-F39B-4A2D-6B7A-DCA201B25141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48200" y="5118052"/>
                <a:ext cx="1260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7EDA940E-2E05-9A99-2863-3A39EE6BD87F}"/>
                  </a:ext>
                </a:extLst>
              </p14:cNvPr>
              <p14:cNvContentPartPr/>
              <p14:nvPr/>
            </p14:nvContentPartPr>
            <p14:xfrm>
              <a:off x="481320" y="5190772"/>
              <a:ext cx="227520" cy="14184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7EDA940E-2E05-9A99-2863-3A39EE6BD87F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70520" y="5179972"/>
                <a:ext cx="2487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31D217AC-1730-7A39-1701-FF4438524E8A}"/>
                  </a:ext>
                </a:extLst>
              </p14:cNvPr>
              <p14:cNvContentPartPr/>
              <p14:nvPr/>
            </p14:nvContentPartPr>
            <p14:xfrm>
              <a:off x="679680" y="5158372"/>
              <a:ext cx="214920" cy="15120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31D217AC-1730-7A39-1701-FF4438524E8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68880" y="5147932"/>
                <a:ext cx="2361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2C950FD8-D46D-1531-BAAE-223CC8FCE1BB}"/>
                  </a:ext>
                </a:extLst>
              </p14:cNvPr>
              <p14:cNvContentPartPr/>
              <p14:nvPr/>
            </p14:nvContentPartPr>
            <p14:xfrm>
              <a:off x="969120" y="5138572"/>
              <a:ext cx="101160" cy="18828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2C950FD8-D46D-1531-BAAE-223CC8FCE1B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58320" y="5128132"/>
                <a:ext cx="1224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C860F282-57BD-F22B-0A19-11AC4EE5D564}"/>
                  </a:ext>
                </a:extLst>
              </p14:cNvPr>
              <p14:cNvContentPartPr/>
              <p14:nvPr/>
            </p14:nvContentPartPr>
            <p14:xfrm>
              <a:off x="1060560" y="5158012"/>
              <a:ext cx="38880" cy="10440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C860F282-57BD-F22B-0A19-11AC4EE5D56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49760" y="5147572"/>
                <a:ext cx="60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19084648-4672-0C4E-BEB3-16B205F816DC}"/>
                  </a:ext>
                </a:extLst>
              </p14:cNvPr>
              <p14:cNvContentPartPr/>
              <p14:nvPr/>
            </p14:nvContentPartPr>
            <p14:xfrm>
              <a:off x="1112400" y="5135692"/>
              <a:ext cx="76320" cy="15588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19084648-4672-0C4E-BEB3-16B205F816DC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101960" y="5124892"/>
                <a:ext cx="975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CC4F03B5-7D30-247A-969C-F06552050041}"/>
                  </a:ext>
                </a:extLst>
              </p14:cNvPr>
              <p14:cNvContentPartPr/>
              <p14:nvPr/>
            </p14:nvContentPartPr>
            <p14:xfrm>
              <a:off x="1186920" y="5099692"/>
              <a:ext cx="234360" cy="15984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CC4F03B5-7D30-247A-969C-F0655205004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176480" y="5088892"/>
                <a:ext cx="2556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25079B2B-2219-F902-3825-A0059734C52E}"/>
                  </a:ext>
                </a:extLst>
              </p14:cNvPr>
              <p14:cNvContentPartPr/>
              <p14:nvPr/>
            </p14:nvContentPartPr>
            <p14:xfrm>
              <a:off x="1560960" y="5133532"/>
              <a:ext cx="166320" cy="17172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25079B2B-2219-F902-3825-A0059734C52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550520" y="5122732"/>
                <a:ext cx="18756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4EFD94A2-AD07-1A22-F695-E54C6FB006A7}"/>
                  </a:ext>
                </a:extLst>
              </p14:cNvPr>
              <p14:cNvContentPartPr/>
              <p14:nvPr/>
            </p14:nvContentPartPr>
            <p14:xfrm>
              <a:off x="1707480" y="5163052"/>
              <a:ext cx="227880" cy="25236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4EFD94A2-AD07-1A22-F695-E54C6FB006A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696680" y="5152612"/>
                <a:ext cx="2491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2827FD6E-9AEB-D8CF-6833-ED59CBADE649}"/>
                  </a:ext>
                </a:extLst>
              </p14:cNvPr>
              <p14:cNvContentPartPr/>
              <p14:nvPr/>
            </p14:nvContentPartPr>
            <p14:xfrm>
              <a:off x="221040" y="5561270"/>
              <a:ext cx="1103400" cy="2455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2827FD6E-9AEB-D8CF-6833-ED59CBADE64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10244" y="5550470"/>
                <a:ext cx="1124633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5EC4DED1-9401-D2C1-644B-4E8DA878E6F2}"/>
                  </a:ext>
                </a:extLst>
              </p14:cNvPr>
              <p14:cNvContentPartPr/>
              <p14:nvPr/>
            </p14:nvContentPartPr>
            <p14:xfrm>
              <a:off x="1446840" y="5545430"/>
              <a:ext cx="1064160" cy="28692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5EC4DED1-9401-D2C1-644B-4E8DA878E6F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436400" y="5534630"/>
                <a:ext cx="108540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C8663E27-E278-2AC3-204F-6310E3B93812}"/>
                  </a:ext>
                </a:extLst>
              </p14:cNvPr>
              <p14:cNvContentPartPr/>
              <p14:nvPr/>
            </p14:nvContentPartPr>
            <p14:xfrm>
              <a:off x="151200" y="5934274"/>
              <a:ext cx="871560" cy="23292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C8663E27-E278-2AC3-204F-6310E3B9381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40404" y="5923834"/>
                <a:ext cx="892791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C20341A1-4F52-18B8-19F9-3B94D44ADB78}"/>
                  </a:ext>
                </a:extLst>
              </p14:cNvPr>
              <p14:cNvContentPartPr/>
              <p14:nvPr/>
            </p14:nvContentPartPr>
            <p14:xfrm>
              <a:off x="1155600" y="5948674"/>
              <a:ext cx="828720" cy="30312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C20341A1-4F52-18B8-19F9-3B94D44ADB78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145160" y="5938222"/>
                <a:ext cx="849960" cy="32438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284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 (AES)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7C899-ACCC-9842-AA5A-A6747570A67D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Advanced Encryption Standard (AES)</a:t>
            </a:r>
          </a:p>
          <a:p>
            <a:r>
              <a:rPr lang="en-US" dirty="0"/>
              <a:t>AES key size: 128, 192, 256 bits</a:t>
            </a:r>
          </a:p>
          <a:p>
            <a:r>
              <a:rPr lang="en-US" dirty="0"/>
              <a:t>AES block size: 128 bits</a:t>
            </a:r>
          </a:p>
          <a:p>
            <a:r>
              <a:rPr lang="en-US" dirty="0"/>
              <a:t>Unclassified, publicly disclosed, royalty-free</a:t>
            </a:r>
          </a:p>
          <a:p>
            <a:r>
              <a:rPr lang="en-US" dirty="0"/>
              <a:t>Internal steps of AES (not required)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59300" y="5390084"/>
            <a:ext cx="372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A very interesting illustration of AES</a:t>
            </a:r>
            <a:endParaRPr lang="en-US" dirty="0"/>
          </a:p>
        </p:txBody>
      </p:sp>
      <p:pic>
        <p:nvPicPr>
          <p:cNvPr id="7" name="Picture 6" descr="Diagram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0A2D2BAA-F82E-DE43-9A9F-2A399E18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985" y="2980266"/>
            <a:ext cx="3487615" cy="27432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25F76FF-10B7-9683-0F80-AFB04FF6C9A5}"/>
                  </a:ext>
                </a:extLst>
              </p14:cNvPr>
              <p14:cNvContentPartPr/>
              <p14:nvPr/>
            </p14:nvContentPartPr>
            <p14:xfrm>
              <a:off x="2865600" y="3780990"/>
              <a:ext cx="352800" cy="269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25F76FF-10B7-9683-0F80-AFB04FF6C9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5160" y="3770190"/>
                <a:ext cx="37404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1297183-733A-9FBE-F3B2-539936F0336A}"/>
                  </a:ext>
                </a:extLst>
              </p14:cNvPr>
              <p14:cNvContentPartPr/>
              <p14:nvPr/>
            </p14:nvContentPartPr>
            <p14:xfrm>
              <a:off x="2397240" y="3793950"/>
              <a:ext cx="171720" cy="287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1297183-733A-9FBE-F3B2-539936F033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86800" y="3783150"/>
                <a:ext cx="1929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8B3CFB3-AA25-273A-B210-4B9E27CEC25D}"/>
                  </a:ext>
                </a:extLst>
              </p14:cNvPr>
              <p14:cNvContentPartPr/>
              <p14:nvPr/>
            </p14:nvContentPartPr>
            <p14:xfrm>
              <a:off x="1321200" y="3772710"/>
              <a:ext cx="844560" cy="282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8B3CFB3-AA25-273A-B210-4B9E27CEC25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0760" y="3762270"/>
                <a:ext cx="8658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C828D4B-D7DB-F03E-7114-872892DE9B3D}"/>
                  </a:ext>
                </a:extLst>
              </p14:cNvPr>
              <p14:cNvContentPartPr/>
              <p14:nvPr/>
            </p14:nvContentPartPr>
            <p14:xfrm>
              <a:off x="429840" y="3759750"/>
              <a:ext cx="700560" cy="3805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C828D4B-D7DB-F03E-7114-872892DE9B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9395" y="3749310"/>
                <a:ext cx="721811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481" name="Ink 20480">
                <a:extLst>
                  <a:ext uri="{FF2B5EF4-FFF2-40B4-BE49-F238E27FC236}">
                    <a16:creationId xmlns:a16="http://schemas.microsoft.com/office/drawing/2014/main" id="{34D15812-9FE3-D308-FA63-0DADCF61BBA9}"/>
                  </a:ext>
                </a:extLst>
              </p14:cNvPr>
              <p14:cNvContentPartPr/>
              <p14:nvPr/>
            </p14:nvContentPartPr>
            <p14:xfrm>
              <a:off x="1053360" y="4124790"/>
              <a:ext cx="1271520" cy="369720"/>
            </p14:xfrm>
          </p:contentPart>
        </mc:Choice>
        <mc:Fallback xmlns="">
          <p:pic>
            <p:nvPicPr>
              <p:cNvPr id="20481" name="Ink 20480">
                <a:extLst>
                  <a:ext uri="{FF2B5EF4-FFF2-40B4-BE49-F238E27FC236}">
                    <a16:creationId xmlns:a16="http://schemas.microsoft.com/office/drawing/2014/main" id="{34D15812-9FE3-D308-FA63-0DADCF61BB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42917" y="4113990"/>
                <a:ext cx="1292766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482" name="Ink 20481">
                <a:extLst>
                  <a:ext uri="{FF2B5EF4-FFF2-40B4-BE49-F238E27FC236}">
                    <a16:creationId xmlns:a16="http://schemas.microsoft.com/office/drawing/2014/main" id="{F4A82A2B-5FBB-2F10-ABAF-768374690D11}"/>
                  </a:ext>
                </a:extLst>
              </p14:cNvPr>
              <p14:cNvContentPartPr/>
              <p14:nvPr/>
            </p14:nvContentPartPr>
            <p14:xfrm>
              <a:off x="451800" y="4227750"/>
              <a:ext cx="291960" cy="252000"/>
            </p14:xfrm>
          </p:contentPart>
        </mc:Choice>
        <mc:Fallback xmlns="">
          <p:pic>
            <p:nvPicPr>
              <p:cNvPr id="20482" name="Ink 20481">
                <a:extLst>
                  <a:ext uri="{FF2B5EF4-FFF2-40B4-BE49-F238E27FC236}">
                    <a16:creationId xmlns:a16="http://schemas.microsoft.com/office/drawing/2014/main" id="{F4A82A2B-5FBB-2F10-ABAF-768374690D1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1347" y="4216950"/>
                <a:ext cx="313226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483" name="Ink 20482">
                <a:extLst>
                  <a:ext uri="{FF2B5EF4-FFF2-40B4-BE49-F238E27FC236}">
                    <a16:creationId xmlns:a16="http://schemas.microsoft.com/office/drawing/2014/main" id="{30604D6E-CC68-5EDA-B68E-BDDBBA3C84B7}"/>
                  </a:ext>
                </a:extLst>
              </p14:cNvPr>
              <p14:cNvContentPartPr/>
              <p14:nvPr/>
            </p14:nvContentPartPr>
            <p14:xfrm>
              <a:off x="4283640" y="3794310"/>
              <a:ext cx="593280" cy="363600"/>
            </p14:xfrm>
          </p:contentPart>
        </mc:Choice>
        <mc:Fallback xmlns="">
          <p:pic>
            <p:nvPicPr>
              <p:cNvPr id="20483" name="Ink 20482">
                <a:extLst>
                  <a:ext uri="{FF2B5EF4-FFF2-40B4-BE49-F238E27FC236}">
                    <a16:creationId xmlns:a16="http://schemas.microsoft.com/office/drawing/2014/main" id="{30604D6E-CC68-5EDA-B68E-BDDBBA3C84B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72840" y="3783510"/>
                <a:ext cx="61452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486" name="Ink 20485">
                <a:extLst>
                  <a:ext uri="{FF2B5EF4-FFF2-40B4-BE49-F238E27FC236}">
                    <a16:creationId xmlns:a16="http://schemas.microsoft.com/office/drawing/2014/main" id="{ED2792D6-CCB6-C3D6-27E5-B047956FF0CE}"/>
                  </a:ext>
                </a:extLst>
              </p14:cNvPr>
              <p14:cNvContentPartPr/>
              <p14:nvPr/>
            </p14:nvContentPartPr>
            <p14:xfrm>
              <a:off x="3905640" y="3774510"/>
              <a:ext cx="180720" cy="250200"/>
            </p14:xfrm>
          </p:contentPart>
        </mc:Choice>
        <mc:Fallback xmlns="">
          <p:pic>
            <p:nvPicPr>
              <p:cNvPr id="20486" name="Ink 20485">
                <a:extLst>
                  <a:ext uri="{FF2B5EF4-FFF2-40B4-BE49-F238E27FC236}">
                    <a16:creationId xmlns:a16="http://schemas.microsoft.com/office/drawing/2014/main" id="{ED2792D6-CCB6-C3D6-27E5-B047956FF0C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94840" y="3764070"/>
                <a:ext cx="2019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487" name="Ink 20486">
                <a:extLst>
                  <a:ext uri="{FF2B5EF4-FFF2-40B4-BE49-F238E27FC236}">
                    <a16:creationId xmlns:a16="http://schemas.microsoft.com/office/drawing/2014/main" id="{883A4B28-672D-4ED4-0F3A-658A0D873504}"/>
                  </a:ext>
                </a:extLst>
              </p14:cNvPr>
              <p14:cNvContentPartPr/>
              <p14:nvPr/>
            </p14:nvContentPartPr>
            <p14:xfrm>
              <a:off x="3385440" y="3755070"/>
              <a:ext cx="396000" cy="404280"/>
            </p14:xfrm>
          </p:contentPart>
        </mc:Choice>
        <mc:Fallback xmlns="">
          <p:pic>
            <p:nvPicPr>
              <p:cNvPr id="20487" name="Ink 20486">
                <a:extLst>
                  <a:ext uri="{FF2B5EF4-FFF2-40B4-BE49-F238E27FC236}">
                    <a16:creationId xmlns:a16="http://schemas.microsoft.com/office/drawing/2014/main" id="{883A4B28-672D-4ED4-0F3A-658A0D8735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74991" y="3744630"/>
                <a:ext cx="417259" cy="42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1896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Modes of Encryption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7647BA-5040-5548-B630-3A3DBB388E9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13350" y="1268243"/>
            <a:ext cx="9335572" cy="4723318"/>
          </a:xfrm>
        </p:spPr>
        <p:txBody>
          <a:bodyPr>
            <a:normAutofit/>
          </a:bodyPr>
          <a:lstStyle/>
          <a:p>
            <a:r>
              <a:rPr lang="en-US" dirty="0"/>
              <a:t>AES is a block cipher. The algorithm and the specific key determine a mapping between blocks.</a:t>
            </a:r>
          </a:p>
          <a:p>
            <a:r>
              <a:rPr lang="en-US" dirty="0"/>
              <a:t>Symmetric key encryption: use a block cipher to encrypt a message consisting of </a:t>
            </a:r>
            <a:r>
              <a:rPr lang="en-US" b="1" dirty="0"/>
              <a:t>multiple blocks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Should the relation among blocks be considered?</a:t>
            </a:r>
          </a:p>
          <a:p>
            <a:r>
              <a:rPr lang="en-US" b="1" dirty="0"/>
              <a:t>Three modes </a:t>
            </a:r>
            <a:r>
              <a:rPr lang="en-US" dirty="0"/>
              <a:t>to encrypt messages.</a:t>
            </a:r>
          </a:p>
          <a:p>
            <a:pPr lvl="1"/>
            <a:r>
              <a:rPr lang="en-US" dirty="0"/>
              <a:t>ECB: Electronic Code Book</a:t>
            </a:r>
          </a:p>
          <a:p>
            <a:pPr lvl="1"/>
            <a:r>
              <a:rPr lang="en-US" dirty="0"/>
              <a:t>CBC: Cipher Block Chaining</a:t>
            </a:r>
          </a:p>
          <a:p>
            <a:pPr lvl="1"/>
            <a:r>
              <a:rPr lang="en-US" dirty="0"/>
              <a:t>CTR: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5900" y="5353697"/>
            <a:ext cx="922019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The block cipher key only specifies the plaintext-ciphertext block mapping. It does not deal with the relation among blocks, i.e. mode of encryption.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163" y="1428946"/>
            <a:ext cx="2156812" cy="323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63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ECB Mode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8B8EC3-9F36-4B4C-8C48-DF0F83EA20F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7338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BLK1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BLK2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72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3800" y="36576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67400" y="36576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36576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502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7400" y="502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7200" y="502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6668" y="1295401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Plaintext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5105401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Ciphertext</a:t>
            </a:r>
            <a:endParaRPr lang="en-US"/>
          </a:p>
        </p:txBody>
      </p:sp>
      <p:cxnSp>
        <p:nvCxnSpPr>
          <p:cNvPr id="25" name="Straight Arrow Connector 24"/>
          <p:cNvCxnSpPr>
            <a:stCxn id="4" idx="2"/>
            <a:endCxn id="16" idx="0"/>
          </p:cNvCxnSpPr>
          <p:nvPr/>
        </p:nvCxnSpPr>
        <p:spPr>
          <a:xfrm>
            <a:off x="4229100" y="2819400"/>
            <a:ext cx="0" cy="8382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6" idx="2"/>
            <a:endCxn id="19" idx="0"/>
          </p:cNvCxnSpPr>
          <p:nvPr/>
        </p:nvCxnSpPr>
        <p:spPr>
          <a:xfrm>
            <a:off x="4229100" y="42672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2"/>
            <a:endCxn id="17" idx="0"/>
          </p:cNvCxnSpPr>
          <p:nvPr/>
        </p:nvCxnSpPr>
        <p:spPr>
          <a:xfrm>
            <a:off x="6362700" y="2819400"/>
            <a:ext cx="0" cy="8382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7" idx="2"/>
            <a:endCxn id="20" idx="0"/>
          </p:cNvCxnSpPr>
          <p:nvPr/>
        </p:nvCxnSpPr>
        <p:spPr>
          <a:xfrm>
            <a:off x="6362700" y="42672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2"/>
            <a:endCxn id="18" idx="0"/>
          </p:cNvCxnSpPr>
          <p:nvPr/>
        </p:nvCxnSpPr>
        <p:spPr>
          <a:xfrm>
            <a:off x="8572500" y="2819400"/>
            <a:ext cx="0" cy="8382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8" idx="2"/>
            <a:endCxn id="21" idx="0"/>
          </p:cNvCxnSpPr>
          <p:nvPr/>
        </p:nvCxnSpPr>
        <p:spPr>
          <a:xfrm>
            <a:off x="8572500" y="42672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90800" y="37338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9" name="Straight Arrow Connector 8"/>
          <p:cNvCxnSpPr>
            <a:stCxn id="7" idx="3"/>
            <a:endCxn id="16" idx="1"/>
          </p:cNvCxnSpPr>
          <p:nvPr/>
        </p:nvCxnSpPr>
        <p:spPr>
          <a:xfrm flipV="1">
            <a:off x="2929354" y="3962400"/>
            <a:ext cx="8044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53000" y="37338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7646" y="373380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11" name="Straight Arrow Connector 10"/>
          <p:cNvCxnSpPr>
            <a:cxnSpLocks/>
            <a:stCxn id="24" idx="3"/>
            <a:endCxn id="17" idx="1"/>
          </p:cNvCxnSpPr>
          <p:nvPr/>
        </p:nvCxnSpPr>
        <p:spPr>
          <a:xfrm flipV="1">
            <a:off x="5291554" y="3962400"/>
            <a:ext cx="5758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6" idx="3"/>
            <a:endCxn id="18" idx="1"/>
          </p:cNvCxnSpPr>
          <p:nvPr/>
        </p:nvCxnSpPr>
        <p:spPr>
          <a:xfrm flipV="1">
            <a:off x="7696200" y="3962400"/>
            <a:ext cx="381000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200400" y="121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1000" y="121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1600" y="121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284643-B115-934F-90B9-09D50EFCBE23}"/>
              </a:ext>
            </a:extLst>
          </p:cNvPr>
          <p:cNvSpPr txBox="1"/>
          <p:nvPr/>
        </p:nvSpPr>
        <p:spPr>
          <a:xfrm>
            <a:off x="7442466" y="1193625"/>
            <a:ext cx="101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Key: 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C4BF02-F4C7-1F8B-0EF3-AFF96ED0A9FA}"/>
                  </a:ext>
                </a:extLst>
              </p14:cNvPr>
              <p14:cNvContentPartPr/>
              <p14:nvPr/>
            </p14:nvContentPartPr>
            <p14:xfrm>
              <a:off x="3124729" y="1533351"/>
              <a:ext cx="143280" cy="27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C4BF02-F4C7-1F8B-0EF3-AFF96ED0A9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14289" y="1522551"/>
                <a:ext cx="1645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C64D379-0A5C-1FC9-D5DC-80E26D9DDFF2}"/>
                  </a:ext>
                </a:extLst>
              </p14:cNvPr>
              <p14:cNvContentPartPr/>
              <p14:nvPr/>
            </p14:nvContentPartPr>
            <p14:xfrm>
              <a:off x="2788489" y="1761231"/>
              <a:ext cx="328320" cy="1854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C64D379-0A5C-1FC9-D5DC-80E26D9DDF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8049" y="1750791"/>
                <a:ext cx="3495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40A4DF0-E046-C230-2B02-C4F501439B6A}"/>
                  </a:ext>
                </a:extLst>
              </p14:cNvPr>
              <p14:cNvContentPartPr/>
              <p14:nvPr/>
            </p14:nvContentPartPr>
            <p14:xfrm>
              <a:off x="2857249" y="1504191"/>
              <a:ext cx="146160" cy="168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40A4DF0-E046-C230-2B02-C4F501439B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46809" y="1493391"/>
                <a:ext cx="1674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99D9532-3E36-9B4F-309D-28A6E53F3FB4}"/>
                  </a:ext>
                </a:extLst>
              </p14:cNvPr>
              <p14:cNvContentPartPr/>
              <p14:nvPr/>
            </p14:nvContentPartPr>
            <p14:xfrm>
              <a:off x="7645023" y="1640216"/>
              <a:ext cx="446040" cy="220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99D9532-3E36-9B4F-309D-28A6E53F3F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34583" y="1629416"/>
                <a:ext cx="46728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DC926B5-2A99-D778-15A7-FA6ECA9F4C12}"/>
                  </a:ext>
                </a:extLst>
              </p14:cNvPr>
              <p14:cNvContentPartPr/>
              <p14:nvPr/>
            </p14:nvContentPartPr>
            <p14:xfrm>
              <a:off x="6818823" y="1641296"/>
              <a:ext cx="698760" cy="1810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DC926B5-2A99-D778-15A7-FA6ECA9F4C1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08029" y="1630835"/>
                <a:ext cx="719989" cy="202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52386AE-833D-37D9-B520-B67D7163A419}"/>
                  </a:ext>
                </a:extLst>
              </p14:cNvPr>
              <p14:cNvContentPartPr/>
              <p14:nvPr/>
            </p14:nvContentPartPr>
            <p14:xfrm>
              <a:off x="7782903" y="1958096"/>
              <a:ext cx="60120" cy="167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52386AE-833D-37D9-B520-B67D7163A4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72103" y="1947656"/>
                <a:ext cx="813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48283DC-81F8-484C-E14D-C303F2F6D081}"/>
                  </a:ext>
                </a:extLst>
              </p14:cNvPr>
              <p14:cNvContentPartPr/>
              <p14:nvPr/>
            </p14:nvContentPartPr>
            <p14:xfrm>
              <a:off x="8374383" y="1903016"/>
              <a:ext cx="247680" cy="167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48283DC-81F8-484C-E14D-C303F2F6D08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63583" y="1892239"/>
                <a:ext cx="268920" cy="188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05B5D21-F151-62FD-3F87-53ADDAA12DC4}"/>
                  </a:ext>
                </a:extLst>
              </p14:cNvPr>
              <p14:cNvContentPartPr/>
              <p14:nvPr/>
            </p14:nvContentPartPr>
            <p14:xfrm>
              <a:off x="7978383" y="1930376"/>
              <a:ext cx="293040" cy="198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05B5D21-F151-62FD-3F87-53ADDAA12DC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67943" y="1919917"/>
                <a:ext cx="314280" cy="219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D1E7D5C8-51CB-C2D6-17DF-0A8DA3E14104}"/>
                  </a:ext>
                </a:extLst>
              </p14:cNvPr>
              <p14:cNvContentPartPr/>
              <p14:nvPr/>
            </p14:nvContentPartPr>
            <p14:xfrm>
              <a:off x="8273583" y="1580096"/>
              <a:ext cx="97920" cy="1990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D1E7D5C8-51CB-C2D6-17DF-0A8DA3E141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63143" y="1569656"/>
                <a:ext cx="1191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6A0F889-4FC6-2086-F668-AB90B5491532}"/>
                  </a:ext>
                </a:extLst>
              </p14:cNvPr>
              <p14:cNvContentPartPr/>
              <p14:nvPr/>
            </p14:nvContentPartPr>
            <p14:xfrm>
              <a:off x="3819447" y="2074594"/>
              <a:ext cx="581400" cy="1011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6A0F889-4FC6-2086-F668-AB90B549153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09007" y="2063794"/>
                <a:ext cx="6026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8A59A6E-7918-C360-159C-D73722E6406F}"/>
                  </a:ext>
                </a:extLst>
              </p14:cNvPr>
              <p14:cNvContentPartPr/>
              <p14:nvPr/>
            </p14:nvContentPartPr>
            <p14:xfrm>
              <a:off x="3754074" y="5685889"/>
              <a:ext cx="641880" cy="137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8A59A6E-7918-C360-159C-D73722E6406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743274" y="5675089"/>
                <a:ext cx="66312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C1E248F-6B4D-9252-183D-BA3C7CBD51AE}"/>
                  </a:ext>
                </a:extLst>
              </p14:cNvPr>
              <p14:cNvContentPartPr/>
              <p14:nvPr/>
            </p14:nvContentPartPr>
            <p14:xfrm>
              <a:off x="5959184" y="1998988"/>
              <a:ext cx="665640" cy="16128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C1E248F-6B4D-9252-183D-BA3C7CBD51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948744" y="1988548"/>
                <a:ext cx="6868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353F702-0103-B2E3-6B97-07D2BA7FEBD6}"/>
                  </a:ext>
                </a:extLst>
              </p14:cNvPr>
              <p14:cNvContentPartPr/>
              <p14:nvPr/>
            </p14:nvContentPartPr>
            <p14:xfrm>
              <a:off x="5928614" y="5686413"/>
              <a:ext cx="577800" cy="149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353F702-0103-B2E3-6B97-07D2BA7FEBD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17814" y="5675613"/>
                <a:ext cx="5990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BE53B64C-C8BE-7C7A-0424-44FEDDB77810}"/>
                  </a:ext>
                </a:extLst>
              </p14:cNvPr>
              <p14:cNvContentPartPr/>
              <p14:nvPr/>
            </p14:nvContentPartPr>
            <p14:xfrm>
              <a:off x="228240" y="2419021"/>
              <a:ext cx="240480" cy="2750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BE53B64C-C8BE-7C7A-0424-44FEDDB7781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7800" y="2408581"/>
                <a:ext cx="2617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6FA3A74-D18C-5510-F172-73BF1172BB61}"/>
                  </a:ext>
                </a:extLst>
              </p14:cNvPr>
              <p14:cNvContentPartPr/>
              <p14:nvPr/>
            </p14:nvContentPartPr>
            <p14:xfrm>
              <a:off x="497880" y="2378701"/>
              <a:ext cx="93600" cy="2991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6FA3A74-D18C-5510-F172-73BF1172BB6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7080" y="2368261"/>
                <a:ext cx="1148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4B1F272-E704-B9F0-FA72-6A5D264308C9}"/>
                  </a:ext>
                </a:extLst>
              </p14:cNvPr>
              <p14:cNvContentPartPr/>
              <p14:nvPr/>
            </p14:nvContentPartPr>
            <p14:xfrm>
              <a:off x="620640" y="2501821"/>
              <a:ext cx="12240" cy="1306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4B1F272-E704-B9F0-FA72-6A5D264308C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0200" y="2491381"/>
                <a:ext cx="334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E976F67-79EF-92FD-0693-BFD9D1139E0C}"/>
                  </a:ext>
                </a:extLst>
              </p14:cNvPr>
              <p14:cNvContentPartPr/>
              <p14:nvPr/>
            </p14:nvContentPartPr>
            <p14:xfrm>
              <a:off x="638280" y="2425861"/>
              <a:ext cx="23760" cy="414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E976F67-79EF-92FD-0693-BFD9D1139E0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7840" y="2415061"/>
                <a:ext cx="450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2E993A18-ED89-64EB-9182-0124B098543E}"/>
                  </a:ext>
                </a:extLst>
              </p14:cNvPr>
              <p14:cNvContentPartPr/>
              <p14:nvPr/>
            </p14:nvContentPartPr>
            <p14:xfrm>
              <a:off x="726120" y="2452501"/>
              <a:ext cx="105840" cy="1767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2E993A18-ED89-64EB-9182-0124B098543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5680" y="2441701"/>
                <a:ext cx="12708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0E1AF35-8866-2F28-2867-E6C2FDFB382C}"/>
                  </a:ext>
                </a:extLst>
              </p14:cNvPr>
              <p14:cNvContentPartPr/>
              <p14:nvPr/>
            </p14:nvContentPartPr>
            <p14:xfrm>
              <a:off x="784800" y="2425861"/>
              <a:ext cx="222840" cy="4039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0E1AF35-8866-2F28-2867-E6C2FDFB382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4000" y="2415061"/>
                <a:ext cx="24408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0FAF187-E3D9-0BE2-0665-76893FF371F9}"/>
                  </a:ext>
                </a:extLst>
              </p14:cNvPr>
              <p14:cNvContentPartPr/>
              <p14:nvPr/>
            </p14:nvContentPartPr>
            <p14:xfrm>
              <a:off x="175680" y="2956141"/>
              <a:ext cx="199440" cy="3420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0FAF187-E3D9-0BE2-0665-76893FF371F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64880" y="2945701"/>
                <a:ext cx="22068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1A3E3AE-87DC-6C6C-AB86-C9F68FDF21F1}"/>
                  </a:ext>
                </a:extLst>
              </p14:cNvPr>
              <p14:cNvContentPartPr/>
              <p14:nvPr/>
            </p14:nvContentPartPr>
            <p14:xfrm>
              <a:off x="398160" y="2970541"/>
              <a:ext cx="70560" cy="2696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1A3E3AE-87DC-6C6C-AB86-C9F68FDF21F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7360" y="2959741"/>
                <a:ext cx="9180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9E9EE90-8AA2-3444-C417-467F8A677B4C}"/>
                  </a:ext>
                </a:extLst>
              </p14:cNvPr>
              <p14:cNvContentPartPr/>
              <p14:nvPr/>
            </p14:nvContentPartPr>
            <p14:xfrm>
              <a:off x="515160" y="3023821"/>
              <a:ext cx="52920" cy="2026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9E9EE90-8AA2-3444-C417-467F8A677B4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4720" y="3013381"/>
                <a:ext cx="741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499A1C8-E21D-DEAB-9666-36BEF67C3D8F}"/>
                  </a:ext>
                </a:extLst>
              </p14:cNvPr>
              <p14:cNvContentPartPr/>
              <p14:nvPr/>
            </p14:nvContentPartPr>
            <p14:xfrm>
              <a:off x="592200" y="2988181"/>
              <a:ext cx="134280" cy="2224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499A1C8-E21D-DEAB-9666-36BEF67C3D8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1400" y="2977381"/>
                <a:ext cx="1555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5E7D2FC-B995-5A07-C2B0-BF84EC329B81}"/>
                  </a:ext>
                </a:extLst>
              </p14:cNvPr>
              <p14:cNvContentPartPr/>
              <p14:nvPr/>
            </p14:nvContentPartPr>
            <p14:xfrm>
              <a:off x="726120" y="2976301"/>
              <a:ext cx="47160" cy="2224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5E7D2FC-B995-5A07-C2B0-BF84EC329B8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5680" y="2965861"/>
                <a:ext cx="684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0725BDB-EF95-6B62-0915-8C2401C8A44F}"/>
                  </a:ext>
                </a:extLst>
              </p14:cNvPr>
              <p14:cNvContentPartPr/>
              <p14:nvPr/>
            </p14:nvContentPartPr>
            <p14:xfrm>
              <a:off x="772920" y="2970541"/>
              <a:ext cx="141120" cy="1818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0725BDB-EF95-6B62-0915-8C2401C8A44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2480" y="2959741"/>
                <a:ext cx="16236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B21177F1-15D1-745B-EA40-C8C00DD57CDA}"/>
                  </a:ext>
                </a:extLst>
              </p14:cNvPr>
              <p14:cNvContentPartPr/>
              <p14:nvPr/>
            </p14:nvContentPartPr>
            <p14:xfrm>
              <a:off x="1160280" y="2929501"/>
              <a:ext cx="151920" cy="2347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B21177F1-15D1-745B-EA40-C8C00DD57CD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49840" y="2918701"/>
                <a:ext cx="1731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6B20652-F7D7-A636-F000-DDE481C3860D}"/>
                  </a:ext>
                </a:extLst>
              </p14:cNvPr>
              <p14:cNvContentPartPr/>
              <p14:nvPr/>
            </p14:nvContentPartPr>
            <p14:xfrm>
              <a:off x="1347120" y="2941021"/>
              <a:ext cx="23760" cy="1785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6B20652-F7D7-A636-F000-DDE481C3860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36320" y="2930581"/>
                <a:ext cx="450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8E48925-F90E-3D1C-9C52-39CC6285A6E3}"/>
                  </a:ext>
                </a:extLst>
              </p14:cNvPr>
              <p14:cNvContentPartPr/>
              <p14:nvPr/>
            </p14:nvContentPartPr>
            <p14:xfrm>
              <a:off x="1365480" y="2906101"/>
              <a:ext cx="23040" cy="471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8E48925-F90E-3D1C-9C52-39CC6285A6E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54680" y="2895301"/>
                <a:ext cx="4428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FBD95B4-48CD-361D-23BA-112D614889C8}"/>
                  </a:ext>
                </a:extLst>
              </p14:cNvPr>
              <p14:cNvContentPartPr/>
              <p14:nvPr/>
            </p14:nvContentPartPr>
            <p14:xfrm>
              <a:off x="1458360" y="2929501"/>
              <a:ext cx="29520" cy="2872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FBD95B4-48CD-361D-23BA-112D614889C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447920" y="2918701"/>
                <a:ext cx="5076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8B746CC-B630-6CFA-24B6-ED7FCE908689}"/>
                  </a:ext>
                </a:extLst>
              </p14:cNvPr>
              <p14:cNvContentPartPr/>
              <p14:nvPr/>
            </p14:nvContentPartPr>
            <p14:xfrm>
              <a:off x="1452600" y="2883781"/>
              <a:ext cx="76680" cy="1710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8B746CC-B630-6CFA-24B6-ED7FCE90868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441800" y="2873341"/>
                <a:ext cx="979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6673FCF-E090-CB44-BD60-5204215DFB0E}"/>
                  </a:ext>
                </a:extLst>
              </p14:cNvPr>
              <p14:cNvContentPartPr/>
              <p14:nvPr/>
            </p14:nvContentPartPr>
            <p14:xfrm>
              <a:off x="1540440" y="2865061"/>
              <a:ext cx="64800" cy="2185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6673FCF-E090-CB44-BD60-5204215DFB0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29640" y="2854261"/>
                <a:ext cx="860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0F0EFFE3-A4A9-7D83-69A7-F2FD88675521}"/>
                  </a:ext>
                </a:extLst>
              </p14:cNvPr>
              <p14:cNvContentPartPr/>
              <p14:nvPr/>
            </p14:nvContentPartPr>
            <p14:xfrm>
              <a:off x="1657440" y="2847421"/>
              <a:ext cx="87480" cy="1929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0F0EFFE3-A4A9-7D83-69A7-F2FD8867552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47000" y="2836981"/>
                <a:ext cx="1087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9062D47-460C-F101-A4F9-6BE83AA0F051}"/>
                  </a:ext>
                </a:extLst>
              </p14:cNvPr>
              <p14:cNvContentPartPr/>
              <p14:nvPr/>
            </p14:nvContentPartPr>
            <p14:xfrm>
              <a:off x="1762920" y="2865061"/>
              <a:ext cx="76680" cy="2732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9062D47-460C-F101-A4F9-6BE83AA0F05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752480" y="2854261"/>
                <a:ext cx="979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0229238-F640-5B15-8A7D-1FE9417A2B44}"/>
                  </a:ext>
                </a:extLst>
              </p14:cNvPr>
              <p14:cNvContentPartPr/>
              <p14:nvPr/>
            </p14:nvContentPartPr>
            <p14:xfrm>
              <a:off x="1833480" y="2952901"/>
              <a:ext cx="93960" cy="2872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0229238-F640-5B15-8A7D-1FE9417A2B4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22680" y="2942461"/>
                <a:ext cx="11520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42EE3A1-CA37-4EFE-4AB2-89E44E62BD34}"/>
                  </a:ext>
                </a:extLst>
              </p14:cNvPr>
              <p14:cNvContentPartPr/>
              <p14:nvPr/>
            </p14:nvContentPartPr>
            <p14:xfrm>
              <a:off x="1587240" y="2988181"/>
              <a:ext cx="88200" cy="1234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42EE3A1-CA37-4EFE-4AB2-89E44E62BD3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576800" y="2977381"/>
                <a:ext cx="10944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AA4260E6-893A-AD1B-6A7A-984408AD2B07}"/>
                  </a:ext>
                </a:extLst>
              </p14:cNvPr>
              <p14:cNvContentPartPr/>
              <p14:nvPr/>
            </p14:nvContentPartPr>
            <p14:xfrm>
              <a:off x="240120" y="3479941"/>
              <a:ext cx="18000" cy="3225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AA4260E6-893A-AD1B-6A7A-984408AD2B0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9320" y="3469501"/>
                <a:ext cx="392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7ECD323-3585-87C4-92C4-3EBAD40EC3B4}"/>
                  </a:ext>
                </a:extLst>
              </p14:cNvPr>
              <p14:cNvContentPartPr/>
              <p14:nvPr/>
            </p14:nvContentPartPr>
            <p14:xfrm>
              <a:off x="192960" y="3573901"/>
              <a:ext cx="105840" cy="1000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7ECD323-3585-87C4-92C4-3EBAD40EC3B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82520" y="3563101"/>
                <a:ext cx="12708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DC83652-57BB-042B-E99C-4455F8059BA3}"/>
                  </a:ext>
                </a:extLst>
              </p14:cNvPr>
              <p14:cNvContentPartPr/>
              <p14:nvPr/>
            </p14:nvContentPartPr>
            <p14:xfrm>
              <a:off x="351360" y="3486061"/>
              <a:ext cx="135000" cy="2340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DC83652-57BB-042B-E99C-4455F8059BA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40560" y="3475261"/>
                <a:ext cx="1562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F02F199-90B1-BDCB-55B6-3C4D6731C056}"/>
                  </a:ext>
                </a:extLst>
              </p14:cNvPr>
              <p14:cNvContentPartPr/>
              <p14:nvPr/>
            </p14:nvContentPartPr>
            <p14:xfrm>
              <a:off x="486000" y="3515221"/>
              <a:ext cx="170280" cy="2808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F02F199-90B1-BDCB-55B6-3C4D6731C05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75560" y="3504781"/>
                <a:ext cx="19152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7ECCF060-0CFF-86B8-7684-53DDEA0655D6}"/>
                  </a:ext>
                </a:extLst>
              </p14:cNvPr>
              <p14:cNvContentPartPr/>
              <p14:nvPr/>
            </p14:nvContentPartPr>
            <p14:xfrm>
              <a:off x="813960" y="3409741"/>
              <a:ext cx="199440" cy="2944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7ECCF060-0CFF-86B8-7684-53DDEA0655D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3520" y="3399301"/>
                <a:ext cx="2206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75417AE-0992-0245-73C1-A172B5D383DD}"/>
                  </a:ext>
                </a:extLst>
              </p14:cNvPr>
              <p14:cNvContentPartPr/>
              <p14:nvPr/>
            </p14:nvContentPartPr>
            <p14:xfrm>
              <a:off x="1008000" y="3421621"/>
              <a:ext cx="158040" cy="16452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75417AE-0992-0245-73C1-A172B5D383D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97560" y="3410821"/>
                <a:ext cx="1792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076A213-E8CD-5D68-6D23-A00B9BB8BB01}"/>
                  </a:ext>
                </a:extLst>
              </p14:cNvPr>
              <p14:cNvContentPartPr/>
              <p14:nvPr/>
            </p14:nvContentPartPr>
            <p14:xfrm>
              <a:off x="1194840" y="3362941"/>
              <a:ext cx="82440" cy="2502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076A213-E8CD-5D68-6D23-A00B9BB8BB0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84040" y="3352501"/>
                <a:ext cx="1036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AD9D266-FAA8-5F76-6A07-8B26E406AF2C}"/>
                  </a:ext>
                </a:extLst>
              </p14:cNvPr>
              <p14:cNvContentPartPr/>
              <p14:nvPr/>
            </p14:nvContentPartPr>
            <p14:xfrm>
              <a:off x="1259280" y="3381661"/>
              <a:ext cx="176040" cy="1983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AD9D266-FAA8-5F76-6A07-8B26E406AF2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48480" y="3371221"/>
                <a:ext cx="1972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D4D9EAB-5314-20B1-AF53-25AE0482BC3B}"/>
                  </a:ext>
                </a:extLst>
              </p14:cNvPr>
              <p14:cNvContentPartPr/>
              <p14:nvPr/>
            </p14:nvContentPartPr>
            <p14:xfrm>
              <a:off x="1434960" y="3304981"/>
              <a:ext cx="205560" cy="2977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D4D9EAB-5314-20B1-AF53-25AE0482BC3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24520" y="3294541"/>
                <a:ext cx="2268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2A2FA1CA-E4A7-CA57-237C-9EA0FF8F668A}"/>
                  </a:ext>
                </a:extLst>
              </p14:cNvPr>
              <p14:cNvContentPartPr/>
              <p14:nvPr/>
            </p14:nvContentPartPr>
            <p14:xfrm>
              <a:off x="351360" y="3989701"/>
              <a:ext cx="234720" cy="2574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2A2FA1CA-E4A7-CA57-237C-9EA0FF8F668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40560" y="3979261"/>
                <a:ext cx="2559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EF04D771-04A6-4B5D-8A6F-495E514766EB}"/>
                  </a:ext>
                </a:extLst>
              </p14:cNvPr>
              <p14:cNvContentPartPr/>
              <p14:nvPr/>
            </p14:nvContentPartPr>
            <p14:xfrm>
              <a:off x="532800" y="3965581"/>
              <a:ext cx="199440" cy="1710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EF04D771-04A6-4B5D-8A6F-495E514766E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2360" y="3955141"/>
                <a:ext cx="2206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D65DAF78-8889-D250-B1CF-A5544084F6C7}"/>
                  </a:ext>
                </a:extLst>
              </p14:cNvPr>
              <p14:cNvContentPartPr/>
              <p14:nvPr/>
            </p14:nvContentPartPr>
            <p14:xfrm>
              <a:off x="726120" y="3926701"/>
              <a:ext cx="193680" cy="2620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D65DAF78-8889-D250-B1CF-A5544084F6C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15680" y="3915901"/>
                <a:ext cx="21492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497C3F9-1DFC-C0F2-C16A-7C81A24BD383}"/>
                  </a:ext>
                </a:extLst>
              </p14:cNvPr>
              <p14:cNvContentPartPr/>
              <p14:nvPr/>
            </p14:nvContentPartPr>
            <p14:xfrm>
              <a:off x="1060560" y="3837421"/>
              <a:ext cx="134280" cy="2156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497C3F9-1DFC-C0F2-C16A-7C81A24BD383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50120" y="3826981"/>
                <a:ext cx="1555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DD9E99D-74DE-BD28-AF47-2D381D1F8627}"/>
                  </a:ext>
                </a:extLst>
              </p14:cNvPr>
              <p14:cNvContentPartPr/>
              <p14:nvPr/>
            </p14:nvContentPartPr>
            <p14:xfrm>
              <a:off x="1206360" y="3790621"/>
              <a:ext cx="176040" cy="2462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DD9E99D-74DE-BD28-AF47-2D381D1F862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95920" y="3779821"/>
                <a:ext cx="1972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E469910-02CB-3871-3D2C-34CE6937C4E3}"/>
                  </a:ext>
                </a:extLst>
              </p14:cNvPr>
              <p14:cNvContentPartPr/>
              <p14:nvPr/>
            </p14:nvContentPartPr>
            <p14:xfrm>
              <a:off x="1347120" y="3831661"/>
              <a:ext cx="152640" cy="1814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E469910-02CB-3871-3D2C-34CE6937C4E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336320" y="3820861"/>
                <a:ext cx="1738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1DA9933-DF76-4337-973C-9772A542AED7}"/>
                  </a:ext>
                </a:extLst>
              </p14:cNvPr>
              <p14:cNvContentPartPr/>
              <p14:nvPr/>
            </p14:nvContentPartPr>
            <p14:xfrm>
              <a:off x="1517040" y="3811501"/>
              <a:ext cx="146880" cy="2016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1DA9933-DF76-4337-973C-9772A542AED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506240" y="3800701"/>
                <a:ext cx="16812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D5847F4B-3519-4B87-FA26-7CCE55F229A9}"/>
                  </a:ext>
                </a:extLst>
              </p14:cNvPr>
              <p14:cNvContentPartPr/>
              <p14:nvPr/>
            </p14:nvContentPartPr>
            <p14:xfrm>
              <a:off x="1651680" y="3767221"/>
              <a:ext cx="99360" cy="3193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D5847F4B-3519-4B87-FA26-7CCE55F229A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641240" y="3756421"/>
                <a:ext cx="1206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ECA02D2D-2B83-460E-AA07-D08790F1A64E}"/>
                  </a:ext>
                </a:extLst>
              </p14:cNvPr>
              <p14:cNvContentPartPr/>
              <p14:nvPr/>
            </p14:nvContentPartPr>
            <p14:xfrm>
              <a:off x="1774800" y="3821221"/>
              <a:ext cx="199440" cy="1447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ECA02D2D-2B83-460E-AA07-D08790F1A64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764000" y="3810421"/>
                <a:ext cx="2206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1645E10-5969-7213-592A-B73D802AB4D5}"/>
                  </a:ext>
                </a:extLst>
              </p14:cNvPr>
              <p14:cNvContentPartPr/>
              <p14:nvPr/>
            </p14:nvContentPartPr>
            <p14:xfrm>
              <a:off x="339480" y="4385341"/>
              <a:ext cx="35640" cy="3369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1645E10-5969-7213-592A-B73D802AB4D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9040" y="4374901"/>
                <a:ext cx="568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350CCA1-B721-32D1-08F2-B0E16BC0D82E}"/>
                  </a:ext>
                </a:extLst>
              </p14:cNvPr>
              <p14:cNvContentPartPr/>
              <p14:nvPr/>
            </p14:nvContentPartPr>
            <p14:xfrm>
              <a:off x="304560" y="4423141"/>
              <a:ext cx="246240" cy="1922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350CCA1-B721-32D1-08F2-B0E16BC0D82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93760" y="4412701"/>
                <a:ext cx="2674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B3B9168C-3290-92C1-2B55-869BACB1BAD0}"/>
                  </a:ext>
                </a:extLst>
              </p14:cNvPr>
              <p14:cNvContentPartPr/>
              <p14:nvPr/>
            </p14:nvContentPartPr>
            <p14:xfrm>
              <a:off x="632520" y="4358701"/>
              <a:ext cx="93600" cy="2815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B3B9168C-3290-92C1-2B55-869BACB1BAD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21720" y="4348261"/>
                <a:ext cx="1148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A0B9DB4-8DB1-B00F-934B-2A4AFF86EBFF}"/>
                  </a:ext>
                </a:extLst>
              </p14:cNvPr>
              <p14:cNvContentPartPr/>
              <p14:nvPr/>
            </p14:nvContentPartPr>
            <p14:xfrm>
              <a:off x="655920" y="4464181"/>
              <a:ext cx="100080" cy="356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A0B9DB4-8DB1-B00F-934B-2A4AFF86EBF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45120" y="4453741"/>
                <a:ext cx="1213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72F5BB1D-9174-EDE3-D12B-B9B2FB360E6E}"/>
                  </a:ext>
                </a:extLst>
              </p14:cNvPr>
              <p14:cNvContentPartPr/>
              <p14:nvPr/>
            </p14:nvContentPartPr>
            <p14:xfrm>
              <a:off x="743760" y="4428901"/>
              <a:ext cx="135000" cy="117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72F5BB1D-9174-EDE3-D12B-B9B2FB360E6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32960" y="4418461"/>
                <a:ext cx="1562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AE24251-342B-B9A9-5BA8-3D637F0B31AF}"/>
                  </a:ext>
                </a:extLst>
              </p14:cNvPr>
              <p14:cNvContentPartPr/>
              <p14:nvPr/>
            </p14:nvContentPartPr>
            <p14:xfrm>
              <a:off x="901800" y="4325581"/>
              <a:ext cx="59040" cy="2314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AE24251-342B-B9A9-5BA8-3D637F0B31A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1360" y="4315141"/>
                <a:ext cx="802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38D045D-A300-619A-D065-72768323682A}"/>
                  </a:ext>
                </a:extLst>
              </p14:cNvPr>
              <p14:cNvContentPartPr/>
              <p14:nvPr/>
            </p14:nvContentPartPr>
            <p14:xfrm>
              <a:off x="989640" y="4294261"/>
              <a:ext cx="47160" cy="2289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38D045D-A300-619A-D065-72768323682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79200" y="4283821"/>
                <a:ext cx="684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04C9F974-26E3-DE91-34FA-7BC486DC6807}"/>
                  </a:ext>
                </a:extLst>
              </p14:cNvPr>
              <p14:cNvContentPartPr/>
              <p14:nvPr/>
            </p14:nvContentPartPr>
            <p14:xfrm>
              <a:off x="1048320" y="4393981"/>
              <a:ext cx="70560" cy="3564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04C9F974-26E3-DE91-34FA-7BC486DC680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37880" y="4383181"/>
                <a:ext cx="918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1EA90C6-E738-853F-BEE4-4C035FAFB62A}"/>
                  </a:ext>
                </a:extLst>
              </p14:cNvPr>
              <p14:cNvContentPartPr/>
              <p14:nvPr/>
            </p14:nvContentPartPr>
            <p14:xfrm>
              <a:off x="1148040" y="4323781"/>
              <a:ext cx="29520" cy="3380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1EA90C6-E738-853F-BEE4-4C035FAFB62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37240" y="4312981"/>
                <a:ext cx="5076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5E8C80F-8E50-CA06-93AC-602EE09FC3C5}"/>
                  </a:ext>
                </a:extLst>
              </p14:cNvPr>
              <p14:cNvContentPartPr/>
              <p14:nvPr/>
            </p14:nvContentPartPr>
            <p14:xfrm>
              <a:off x="1247400" y="4435021"/>
              <a:ext cx="23760" cy="2581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5E8C80F-8E50-CA06-93AC-602EE09FC3C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236960" y="4424221"/>
                <a:ext cx="450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F1441BB-CA5C-2C78-85D7-A6AEA98762B6}"/>
                  </a:ext>
                </a:extLst>
              </p14:cNvPr>
              <p14:cNvContentPartPr/>
              <p14:nvPr/>
            </p14:nvContentPartPr>
            <p14:xfrm>
              <a:off x="1395360" y="4276621"/>
              <a:ext cx="215640" cy="280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F1441BB-CA5C-2C78-85D7-A6AEA98762B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384560" y="4266181"/>
                <a:ext cx="2368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141665DF-45B6-E965-4010-77AB2158912E}"/>
                  </a:ext>
                </a:extLst>
              </p14:cNvPr>
              <p14:cNvContentPartPr/>
              <p14:nvPr/>
            </p14:nvContentPartPr>
            <p14:xfrm>
              <a:off x="1528560" y="4279861"/>
              <a:ext cx="193680" cy="1605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141665DF-45B6-E965-4010-77AB2158912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518120" y="4269421"/>
                <a:ext cx="2149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92269498-2C1C-E56B-CA86-35B44588E271}"/>
                  </a:ext>
                </a:extLst>
              </p14:cNvPr>
              <p14:cNvContentPartPr/>
              <p14:nvPr/>
            </p14:nvContentPartPr>
            <p14:xfrm>
              <a:off x="1710360" y="4244941"/>
              <a:ext cx="176040" cy="1486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92269498-2C1C-E56B-CA86-35B44588E27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699560" y="4234141"/>
                <a:ext cx="1972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E918FBFC-F802-7CBB-DD5D-7F605E461C80}"/>
                  </a:ext>
                </a:extLst>
              </p14:cNvPr>
              <p14:cNvContentPartPr/>
              <p14:nvPr/>
            </p14:nvContentPartPr>
            <p14:xfrm>
              <a:off x="1891800" y="4194901"/>
              <a:ext cx="176040" cy="2170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E918FBFC-F802-7CBB-DD5D-7F605E461C8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881360" y="4184101"/>
                <a:ext cx="1972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96205C6-494A-4D21-86CC-A749B419799A}"/>
                  </a:ext>
                </a:extLst>
              </p14:cNvPr>
              <p14:cNvContentPartPr/>
              <p14:nvPr/>
            </p14:nvContentPartPr>
            <p14:xfrm>
              <a:off x="2050560" y="4165381"/>
              <a:ext cx="110880" cy="2696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96205C6-494A-4D21-86CC-A749B419799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040120" y="4154941"/>
                <a:ext cx="1321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9DD5B383-10EC-3232-0AAF-F749772D2632}"/>
                  </a:ext>
                </a:extLst>
              </p14:cNvPr>
              <p14:cNvContentPartPr/>
              <p14:nvPr/>
            </p14:nvContentPartPr>
            <p14:xfrm>
              <a:off x="298440" y="4857301"/>
              <a:ext cx="145440" cy="2984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9DD5B383-10EC-3232-0AAF-F749772D263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8000" y="4846861"/>
                <a:ext cx="16668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9795DF0-6E3D-43C4-C401-B1EFBA53DECC}"/>
                  </a:ext>
                </a:extLst>
              </p14:cNvPr>
              <p14:cNvContentPartPr/>
              <p14:nvPr/>
            </p14:nvContentPartPr>
            <p14:xfrm>
              <a:off x="503640" y="5008861"/>
              <a:ext cx="18000" cy="849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9795DF0-6E3D-43C4-C401-B1EFBA53DEC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92840" y="4998421"/>
                <a:ext cx="392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7BA66E41-A2C3-0C16-CFB5-E49C3A924680}"/>
                  </a:ext>
                </a:extLst>
              </p14:cNvPr>
              <p14:cNvContentPartPr/>
              <p14:nvPr/>
            </p14:nvContentPartPr>
            <p14:xfrm>
              <a:off x="482760" y="4879981"/>
              <a:ext cx="44640" cy="237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7BA66E41-A2C3-0C16-CFB5-E49C3A92468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72320" y="4869541"/>
                <a:ext cx="658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86A37C1-0AC5-029E-606C-CC64ED3AB417}"/>
                  </a:ext>
                </a:extLst>
              </p14:cNvPr>
              <p14:cNvContentPartPr/>
              <p14:nvPr/>
            </p14:nvContentPartPr>
            <p14:xfrm>
              <a:off x="597240" y="4833181"/>
              <a:ext cx="76680" cy="2872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86A37C1-0AC5-029E-606C-CC64ED3AB41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86800" y="4822741"/>
                <a:ext cx="9792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B3E9B216-A3F4-1D20-D653-ECA5CE93B0F4}"/>
                  </a:ext>
                </a:extLst>
              </p14:cNvPr>
              <p14:cNvContentPartPr/>
              <p14:nvPr/>
            </p14:nvContentPartPr>
            <p14:xfrm>
              <a:off x="597240" y="4956301"/>
              <a:ext cx="117360" cy="824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B3E9B216-A3F4-1D20-D653-ECA5CE93B0F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86800" y="4945501"/>
                <a:ext cx="1386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344D6719-92CE-1F3E-19BB-7C38B86D926F}"/>
                  </a:ext>
                </a:extLst>
              </p14:cNvPr>
              <p14:cNvContentPartPr/>
              <p14:nvPr/>
            </p14:nvContentPartPr>
            <p14:xfrm>
              <a:off x="743760" y="4833181"/>
              <a:ext cx="62280" cy="2991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344D6719-92CE-1F3E-19BB-7C38B86D926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32960" y="4822741"/>
                <a:ext cx="835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856701E-65CC-0CD8-DF39-23C28914C726}"/>
                  </a:ext>
                </a:extLst>
              </p14:cNvPr>
              <p14:cNvContentPartPr/>
              <p14:nvPr/>
            </p14:nvContentPartPr>
            <p14:xfrm>
              <a:off x="696960" y="4944421"/>
              <a:ext cx="141120" cy="10584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856701E-65CC-0CD8-DF39-23C28914C72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86160" y="4933981"/>
                <a:ext cx="162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FB9C0B52-81B6-9C0B-FEC3-A8721CA564EB}"/>
                  </a:ext>
                </a:extLst>
              </p14:cNvPr>
              <p14:cNvContentPartPr/>
              <p14:nvPr/>
            </p14:nvContentPartPr>
            <p14:xfrm>
              <a:off x="825840" y="4909501"/>
              <a:ext cx="187920" cy="1411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FB9C0B52-81B6-9C0B-FEC3-A8721CA564E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15040" y="4898701"/>
                <a:ext cx="2091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D9FC4BD0-4B07-DC4E-0098-07794FD76187}"/>
                  </a:ext>
                </a:extLst>
              </p14:cNvPr>
              <p14:cNvContentPartPr/>
              <p14:nvPr/>
            </p14:nvContentPartPr>
            <p14:xfrm>
              <a:off x="995760" y="4874221"/>
              <a:ext cx="82440" cy="2210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D9FC4BD0-4B07-DC4E-0098-07794FD7618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84960" y="4863781"/>
                <a:ext cx="1036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677D9E3D-FE71-6F66-D6D1-D092C1AA981C}"/>
                  </a:ext>
                </a:extLst>
              </p14:cNvPr>
              <p14:cNvContentPartPr/>
              <p14:nvPr/>
            </p14:nvContentPartPr>
            <p14:xfrm>
              <a:off x="1124640" y="4967821"/>
              <a:ext cx="29520" cy="1083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677D9E3D-FE71-6F66-D6D1-D092C1AA981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13840" y="4957381"/>
                <a:ext cx="507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0DF822E8-A59C-DFB3-F969-B0F7AE4CF3DC}"/>
                  </a:ext>
                </a:extLst>
              </p14:cNvPr>
              <p14:cNvContentPartPr/>
              <p14:nvPr/>
            </p14:nvContentPartPr>
            <p14:xfrm>
              <a:off x="1131120" y="4915261"/>
              <a:ext cx="17280" cy="23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0DF822E8-A59C-DFB3-F969-B0F7AE4CF3D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20320" y="4904821"/>
                <a:ext cx="385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9DD9773-E188-CC76-8090-401FE7E913E5}"/>
                  </a:ext>
                </a:extLst>
              </p14:cNvPr>
              <p14:cNvContentPartPr/>
              <p14:nvPr/>
            </p14:nvContentPartPr>
            <p14:xfrm>
              <a:off x="1195560" y="4868461"/>
              <a:ext cx="86760" cy="1818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9DD9773-E188-CC76-8090-401FE7E913E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84760" y="4857661"/>
                <a:ext cx="1080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999594E-600A-5586-8E6D-92504B32B5C6}"/>
                  </a:ext>
                </a:extLst>
              </p14:cNvPr>
              <p14:cNvContentPartPr/>
              <p14:nvPr/>
            </p14:nvContentPartPr>
            <p14:xfrm>
              <a:off x="1317960" y="4863061"/>
              <a:ext cx="181800" cy="2091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999594E-600A-5586-8E6D-92504B32B5C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307160" y="4852621"/>
                <a:ext cx="2030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6D1CE93D-0112-686B-23D3-83F9BFCA3833}"/>
                  </a:ext>
                </a:extLst>
              </p14:cNvPr>
              <p14:cNvContentPartPr/>
              <p14:nvPr/>
            </p14:nvContentPartPr>
            <p14:xfrm>
              <a:off x="1581480" y="5003101"/>
              <a:ext cx="6120" cy="237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6D1CE93D-0112-686B-23D3-83F9BFCA383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570680" y="4992661"/>
                <a:ext cx="273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47268A0-C195-B5B9-0850-E7634DAEC4B1}"/>
                  </a:ext>
                </a:extLst>
              </p14:cNvPr>
              <p14:cNvContentPartPr/>
              <p14:nvPr/>
            </p14:nvContentPartPr>
            <p14:xfrm>
              <a:off x="5717480" y="408385"/>
              <a:ext cx="330120" cy="33048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47268A0-C195-B5B9-0850-E7634DAEC4B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706692" y="397945"/>
                <a:ext cx="351337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544D7F5-C830-5563-F8A0-2F23BE44DA57}"/>
                  </a:ext>
                </a:extLst>
              </p14:cNvPr>
              <p14:cNvContentPartPr/>
              <p14:nvPr/>
            </p14:nvContentPartPr>
            <p14:xfrm>
              <a:off x="4838000" y="360145"/>
              <a:ext cx="717840" cy="314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544D7F5-C830-5563-F8A0-2F23BE44DA5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827200" y="349345"/>
                <a:ext cx="73908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30B6153C-1886-FA78-8F54-8CC8147456A0}"/>
                  </a:ext>
                </a:extLst>
              </p14:cNvPr>
              <p14:cNvContentPartPr/>
              <p14:nvPr/>
            </p14:nvContentPartPr>
            <p14:xfrm>
              <a:off x="4287920" y="400465"/>
              <a:ext cx="374400" cy="2880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30B6153C-1886-FA78-8F54-8CC8147456A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277120" y="389678"/>
                <a:ext cx="395640" cy="309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364E96D7-36B6-D978-F581-E19A690DDBD2}"/>
                  </a:ext>
                </a:extLst>
              </p14:cNvPr>
              <p14:cNvContentPartPr/>
              <p14:nvPr/>
            </p14:nvContentPartPr>
            <p14:xfrm>
              <a:off x="3442640" y="232345"/>
              <a:ext cx="646920" cy="529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364E96D7-36B6-D978-F581-E19A690DDBD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432200" y="221545"/>
                <a:ext cx="66816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30DE9CE8-9FB4-3309-037B-078C7EA5EF56}"/>
                  </a:ext>
                </a:extLst>
              </p14:cNvPr>
              <p14:cNvContentPartPr/>
              <p14:nvPr/>
            </p14:nvContentPartPr>
            <p14:xfrm>
              <a:off x="6351618" y="409105"/>
              <a:ext cx="871560" cy="3499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30DE9CE8-9FB4-3309-037B-078C7EA5EF5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40818" y="398305"/>
                <a:ext cx="89280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1843EAE-409D-D6E1-1AC6-23912BC026A0}"/>
                  </a:ext>
                </a:extLst>
              </p14:cNvPr>
              <p14:cNvContentPartPr/>
              <p14:nvPr/>
            </p14:nvContentPartPr>
            <p14:xfrm>
              <a:off x="7377258" y="534745"/>
              <a:ext cx="473400" cy="24912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1843EAE-409D-D6E1-1AC6-23912BC026A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366810" y="524305"/>
                <a:ext cx="494656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BF63494-C708-AD26-3649-2ADF68A155DB}"/>
                  </a:ext>
                </a:extLst>
              </p14:cNvPr>
              <p14:cNvContentPartPr/>
              <p14:nvPr/>
            </p14:nvContentPartPr>
            <p14:xfrm>
              <a:off x="8708743" y="1021298"/>
              <a:ext cx="1396440" cy="12438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BF63494-C708-AD26-3649-2ADF68A155D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698303" y="1010501"/>
                <a:ext cx="1417680" cy="12650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F55377E4-8A7E-83F3-F630-CD3E9FECE78D}"/>
                  </a:ext>
                </a:extLst>
              </p14:cNvPr>
              <p14:cNvContentPartPr/>
              <p14:nvPr/>
            </p14:nvContentPartPr>
            <p14:xfrm>
              <a:off x="9592543" y="2309738"/>
              <a:ext cx="322200" cy="2041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F55377E4-8A7E-83F3-F630-CD3E9FECE78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582103" y="2299298"/>
                <a:ext cx="3434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942BA676-E9F0-0962-7BBF-139333195FC7}"/>
                  </a:ext>
                </a:extLst>
              </p14:cNvPr>
              <p14:cNvContentPartPr/>
              <p14:nvPr/>
            </p14:nvContentPartPr>
            <p14:xfrm>
              <a:off x="8486623" y="321818"/>
              <a:ext cx="2528640" cy="302616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942BA676-E9F0-0962-7BBF-139333195FC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475823" y="311018"/>
                <a:ext cx="2549880" cy="304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07134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6B14-C210-A541-B7D7-2FA42156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CBC Mode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3EB4F6-BAFA-9A48-9A49-D6F18945721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BD55E-83C5-884D-BC43-47E6337FA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Before applying AES upon the plaintext, a random block is chosen as the Initial Vector (IV). </a:t>
            </a:r>
          </a:p>
          <a:p>
            <a:pPr lvl="1"/>
            <a:r>
              <a:rPr lang="en-GB" dirty="0"/>
              <a:t>The length of IV is the same as the block size</a:t>
            </a:r>
          </a:p>
          <a:p>
            <a:r>
              <a:rPr lang="en-GB" dirty="0"/>
              <a:t>IV needs NOT be a secret.</a:t>
            </a:r>
          </a:p>
          <a:p>
            <a:r>
              <a:rPr lang="en-GB" dirty="0"/>
              <a:t>IV is considered as the first block in the ciphertext.</a:t>
            </a:r>
          </a:p>
          <a:p>
            <a:r>
              <a:rPr lang="en-GB" dirty="0"/>
              <a:t>The purpose of IV:</a:t>
            </a:r>
          </a:p>
          <a:p>
            <a:pPr lvl="1"/>
            <a:r>
              <a:rPr lang="en-GB" dirty="0"/>
              <a:t>to introduce randomness into the encryption process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0A047C-01C4-BF66-8825-18CAA873A49F}"/>
                  </a:ext>
                </a:extLst>
              </p14:cNvPr>
              <p14:cNvContentPartPr/>
              <p14:nvPr/>
            </p14:nvContentPartPr>
            <p14:xfrm>
              <a:off x="3170312" y="493726"/>
              <a:ext cx="173880" cy="22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0A047C-01C4-BF66-8825-18CAA873A4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9512" y="482943"/>
                <a:ext cx="195120" cy="246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3F8F39-3625-D92F-A93D-EB024DC7005B}"/>
                  </a:ext>
                </a:extLst>
              </p14:cNvPr>
              <p14:cNvContentPartPr/>
              <p14:nvPr/>
            </p14:nvContentPartPr>
            <p14:xfrm>
              <a:off x="3381632" y="505246"/>
              <a:ext cx="149040" cy="173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3F8F39-3625-D92F-A93D-EB024DC700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70858" y="494446"/>
                <a:ext cx="170229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57329D-E21A-E67E-29BB-1EB45B8EA227}"/>
                  </a:ext>
                </a:extLst>
              </p14:cNvPr>
              <p14:cNvContentPartPr/>
              <p14:nvPr/>
            </p14:nvContentPartPr>
            <p14:xfrm>
              <a:off x="3618512" y="471406"/>
              <a:ext cx="217800" cy="242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57329D-E21A-E67E-29BB-1EB45B8EA2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07730" y="460606"/>
                <a:ext cx="239005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D903244-3941-8A6E-13ED-EB37BF9F1722}"/>
                  </a:ext>
                </a:extLst>
              </p14:cNvPr>
              <p14:cNvContentPartPr/>
              <p14:nvPr/>
            </p14:nvContentPartPr>
            <p14:xfrm>
              <a:off x="3827312" y="504886"/>
              <a:ext cx="81720" cy="160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D903244-3941-8A6E-13ED-EB37BF9F17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16512" y="494086"/>
                <a:ext cx="1029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0744988-0782-D23E-E059-1D09F19C8462}"/>
                  </a:ext>
                </a:extLst>
              </p14:cNvPr>
              <p14:cNvContentPartPr/>
              <p14:nvPr/>
            </p14:nvContentPartPr>
            <p14:xfrm>
              <a:off x="3934592" y="515686"/>
              <a:ext cx="96120" cy="168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0744988-0782-D23E-E059-1D09F19C84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23832" y="504886"/>
                <a:ext cx="117281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E357EA-14ED-3AA4-B98A-11FA83B20992}"/>
                  </a:ext>
                </a:extLst>
              </p14:cNvPr>
              <p14:cNvContentPartPr/>
              <p14:nvPr/>
            </p14:nvContentPartPr>
            <p14:xfrm>
              <a:off x="4074272" y="460246"/>
              <a:ext cx="31320" cy="265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E357EA-14ED-3AA4-B98A-11FA83B2099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63472" y="449431"/>
                <a:ext cx="52560" cy="286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A0D857-523E-B4D6-4D64-475201D45D6F}"/>
                  </a:ext>
                </a:extLst>
              </p14:cNvPr>
              <p14:cNvContentPartPr/>
              <p14:nvPr/>
            </p14:nvContentPartPr>
            <p14:xfrm>
              <a:off x="4066712" y="556726"/>
              <a:ext cx="111600" cy="47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A0D857-523E-B4D6-4D64-475201D45D6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55947" y="545843"/>
                <a:ext cx="132772" cy="68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87C11CF-F271-0C6D-F02A-AC7FB17916FA}"/>
                  </a:ext>
                </a:extLst>
              </p14:cNvPr>
              <p14:cNvContentPartPr/>
              <p14:nvPr/>
            </p14:nvContentPartPr>
            <p14:xfrm>
              <a:off x="5100272" y="999526"/>
              <a:ext cx="469080" cy="1911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87C11CF-F271-0C6D-F02A-AC7FB17916F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89472" y="989086"/>
                <a:ext cx="49032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55ACCD1-CA7A-EB2C-931C-DA1318ABEF58}"/>
                  </a:ext>
                </a:extLst>
              </p14:cNvPr>
              <p14:cNvContentPartPr/>
              <p14:nvPr/>
            </p14:nvContentPartPr>
            <p14:xfrm>
              <a:off x="4286672" y="969286"/>
              <a:ext cx="681840" cy="268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55ACCD1-CA7A-EB2C-931C-DA1318ABEF5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76226" y="958846"/>
                <a:ext cx="703091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FC1F98D-8019-2DBC-1E98-8B5687303A15}"/>
                  </a:ext>
                </a:extLst>
              </p14:cNvPr>
              <p14:cNvContentPartPr/>
              <p14:nvPr/>
            </p14:nvContentPartPr>
            <p14:xfrm>
              <a:off x="3843872" y="997726"/>
              <a:ext cx="290520" cy="150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FC1F98D-8019-2DBC-1E98-8B5687303A1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33072" y="986926"/>
                <a:ext cx="3117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8A3E9CD-290E-6D4E-A207-5ED78EC1F445}"/>
                  </a:ext>
                </a:extLst>
              </p14:cNvPr>
              <p14:cNvContentPartPr/>
              <p14:nvPr/>
            </p14:nvContentPartPr>
            <p14:xfrm>
              <a:off x="3129272" y="975046"/>
              <a:ext cx="520200" cy="183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8A3E9CD-290E-6D4E-A207-5ED78EC1F44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18472" y="964246"/>
                <a:ext cx="54144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4936D9B-E389-8D82-F9CF-580EAD558451}"/>
                  </a:ext>
                </a:extLst>
              </p14:cNvPr>
              <p14:cNvContentPartPr/>
              <p14:nvPr/>
            </p14:nvContentPartPr>
            <p14:xfrm>
              <a:off x="5510312" y="599566"/>
              <a:ext cx="289800" cy="171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4936D9B-E389-8D82-F9CF-580EAD55845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99499" y="589126"/>
                <a:ext cx="311066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73C1E91-D027-E98D-86CC-0513C007C345}"/>
                  </a:ext>
                </a:extLst>
              </p14:cNvPr>
              <p14:cNvContentPartPr/>
              <p14:nvPr/>
            </p14:nvContentPartPr>
            <p14:xfrm>
              <a:off x="4753232" y="551686"/>
              <a:ext cx="611640" cy="222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73C1E91-D027-E98D-86CC-0513C007C34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742432" y="540903"/>
                <a:ext cx="632880" cy="243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DB98B57-7673-DB54-17E5-769B9C12411A}"/>
                  </a:ext>
                </a:extLst>
              </p14:cNvPr>
              <p14:cNvContentPartPr/>
              <p14:nvPr/>
            </p14:nvContentPartPr>
            <p14:xfrm>
              <a:off x="4364432" y="526126"/>
              <a:ext cx="166320" cy="243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DB98B57-7673-DB54-17E5-769B9C12411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53992" y="515686"/>
                <a:ext cx="187560" cy="26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8927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 Mode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07E3A-79C4-2149-B90A-D8089435068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block has index 1</a:t>
            </a:r>
          </a:p>
          <a:p>
            <a:endParaRPr lang="en-US" dirty="0"/>
          </a:p>
          <a:p>
            <a:r>
              <a:rPr lang="en-US" dirty="0"/>
              <a:t>Encryption </a:t>
            </a:r>
          </a:p>
          <a:p>
            <a:pPr lvl="1"/>
            <a:r>
              <a:rPr lang="en-US" dirty="0"/>
              <a:t>C</a:t>
            </a:r>
            <a:r>
              <a:rPr lang="en-US" baseline="-25000" dirty="0"/>
              <a:t>i</a:t>
            </a:r>
            <a:r>
              <a:rPr lang="en-US" dirty="0"/>
              <a:t>=</a:t>
            </a:r>
            <a:r>
              <a:rPr lang="en-US" dirty="0" err="1"/>
              <a:t>Enc</a:t>
            </a:r>
            <a:r>
              <a:rPr lang="en-US" baseline="-25000" dirty="0" err="1"/>
              <a:t>k</a:t>
            </a:r>
            <a:r>
              <a:rPr lang="en-US" dirty="0"/>
              <a:t>(P</a:t>
            </a:r>
            <a:r>
              <a:rPr lang="en-US" baseline="-25000" dirty="0"/>
              <a:t>i</a:t>
            </a:r>
            <a:r>
              <a:rPr lang="en-US" dirty="0">
                <a:sym typeface="Symbol" pitchFamily="18" charset="2"/>
              </a:rPr>
              <a:t>C</a:t>
            </a:r>
            <a:r>
              <a:rPr lang="en-US" baseline="-25000" dirty="0">
                <a:sym typeface="Symbol" pitchFamily="18" charset="2"/>
              </a:rPr>
              <a:t>i-1</a:t>
            </a:r>
            <a:r>
              <a:rPr lang="en-US" dirty="0">
                <a:sym typeface="Symbol" pitchFamily="18" charset="2"/>
              </a:rPr>
              <a:t>), C</a:t>
            </a:r>
            <a:r>
              <a:rPr lang="en-US" baseline="-25000" dirty="0">
                <a:sym typeface="Symbol" pitchFamily="18" charset="2"/>
              </a:rPr>
              <a:t>0</a:t>
            </a:r>
            <a:r>
              <a:rPr lang="en-US" dirty="0">
                <a:sym typeface="Symbol" pitchFamily="18" charset="2"/>
              </a:rPr>
              <a:t>=IV</a:t>
            </a:r>
          </a:p>
          <a:p>
            <a:pPr lvl="1"/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Decryption</a:t>
            </a:r>
          </a:p>
          <a:p>
            <a:pPr lvl="1"/>
            <a:r>
              <a:rPr lang="en-US" dirty="0">
                <a:sym typeface="Symbol" pitchFamily="18" charset="2"/>
              </a:rPr>
              <a:t>P</a:t>
            </a:r>
            <a:r>
              <a:rPr lang="en-US" baseline="-25000" dirty="0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=Dec</a:t>
            </a:r>
            <a:r>
              <a:rPr lang="en-US" baseline="-25000" dirty="0">
                <a:sym typeface="Symbol" pitchFamily="18" charset="2"/>
              </a:rPr>
              <a:t>k</a:t>
            </a:r>
            <a:r>
              <a:rPr lang="en-US" dirty="0">
                <a:sym typeface="Symbol" pitchFamily="18" charset="2"/>
              </a:rPr>
              <a:t>(C</a:t>
            </a:r>
            <a:r>
              <a:rPr lang="en-US" baseline="-25000" dirty="0"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) C</a:t>
            </a:r>
            <a:r>
              <a:rPr lang="en-US" baseline="-25000" dirty="0">
                <a:sym typeface="Symbol" pitchFamily="18" charset="2"/>
              </a:rPr>
              <a:t>i-1</a:t>
            </a:r>
            <a:r>
              <a:rPr lang="en-US" dirty="0">
                <a:sym typeface="Symbol" pitchFamily="18" charset="2"/>
              </a:rPr>
              <a:t>, C</a:t>
            </a:r>
            <a:r>
              <a:rPr lang="en-US" baseline="-25000" dirty="0">
                <a:sym typeface="Symbol" pitchFamily="18" charset="2"/>
              </a:rPr>
              <a:t>0</a:t>
            </a:r>
            <a:r>
              <a:rPr lang="en-US" dirty="0">
                <a:sym typeface="Symbol" pitchFamily="18" charset="2"/>
              </a:rPr>
              <a:t>=IV</a:t>
            </a:r>
          </a:p>
          <a:p>
            <a:pPr lvl="1"/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Encryption must be sequential and decryption can be parallel.</a:t>
            </a:r>
          </a:p>
        </p:txBody>
      </p:sp>
    </p:spTree>
    <p:extLst>
      <p:ext uri="{BB962C8B-B14F-4D97-AF65-F5344CB8AC3E}">
        <p14:creationId xmlns:p14="http://schemas.microsoft.com/office/powerpoint/2010/main" val="1285872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 Mode Encryption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4416E-41FB-E641-94F5-85BA3D114AF7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4055533" y="5841213"/>
            <a:ext cx="6096000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CBLK</a:t>
            </a:r>
            <a:r>
              <a:rPr lang="en-US" sz="2000" baseline="-25000" dirty="0" err="1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</a:t>
            </a:r>
            <a:r>
              <a:rPr lang="en-US" sz="2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=</a:t>
            </a:r>
            <a:r>
              <a:rPr lang="en-US" sz="2000" b="1" dirty="0" err="1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Cipher</a:t>
            </a:r>
            <a:r>
              <a:rPr lang="en-US" sz="2000" baseline="-25000" dirty="0" err="1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K</a:t>
            </a:r>
            <a:r>
              <a:rPr lang="en-US" sz="2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( </a:t>
            </a:r>
            <a:r>
              <a:rPr lang="en-US" sz="2000" dirty="0" err="1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BLK</a:t>
            </a:r>
            <a:r>
              <a:rPr lang="en-US" sz="2000" baseline="-25000" dirty="0" err="1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</a:t>
            </a:r>
            <a:r>
              <a:rPr lang="en-US" sz="2000" baseline="-25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n-US" sz="2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sym typeface="Symbol" pitchFamily="18" charset="2"/>
              </a:rPr>
              <a:t> CBLK</a:t>
            </a:r>
            <a:r>
              <a:rPr lang="en-US" sz="2000" baseline="-25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sym typeface="Symbol" pitchFamily="18" charset="2"/>
              </a:rPr>
              <a:t>i-1 </a:t>
            </a:r>
            <a:r>
              <a:rPr lang="en-US" sz="2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sym typeface="Symbol" pitchFamily="18" charset="2"/>
              </a:rPr>
              <a:t>), CBLK</a:t>
            </a:r>
            <a:r>
              <a:rPr lang="en-US" sz="2000" baseline="-25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sym typeface="Symbol" pitchFamily="18" charset="2"/>
              </a:rPr>
              <a:t>0</a:t>
            </a:r>
            <a:r>
              <a:rPr lang="en-US" sz="2000" dirty="0">
                <a:ln w="1905"/>
                <a:solidFill>
                  <a:srgbClr val="00009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sym typeface="Symbol" pitchFamily="18" charset="2"/>
              </a:rPr>
              <a:t>=IV</a:t>
            </a:r>
            <a:endParaRPr lang="en-US" sz="2000" dirty="0">
              <a:ln w="1905"/>
              <a:solidFill>
                <a:srgbClr val="00009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66707" y="2483804"/>
            <a:ext cx="3198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Initial Vector (IV) is freshly chosen for every plaintext encryption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A8DBBA-7787-5040-9D5F-A23DB2A44B05}"/>
              </a:ext>
            </a:extLst>
          </p:cNvPr>
          <p:cNvGrpSpPr/>
          <p:nvPr/>
        </p:nvGrpSpPr>
        <p:grpSpPr>
          <a:xfrm>
            <a:off x="2768001" y="1185547"/>
            <a:ext cx="8526532" cy="4191000"/>
            <a:chOff x="2768001" y="1185547"/>
            <a:chExt cx="8526532" cy="4191000"/>
          </a:xfrm>
        </p:grpSpPr>
        <p:sp>
          <p:nvSpPr>
            <p:cNvPr id="4" name="Rectangle 3"/>
            <p:cNvSpPr/>
            <p:nvPr/>
          </p:nvSpPr>
          <p:spPr>
            <a:xfrm>
              <a:off x="5922433" y="19475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6600"/>
                  </a:solidFill>
                </a:rPr>
                <a:t>BLK1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8094133" y="19475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6600"/>
                  </a:solidFill>
                </a:rPr>
                <a:t>BLK2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303933" y="19475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6600"/>
                  </a:solidFill>
                </a:rPr>
                <a:t>BLK3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922433" y="3395347"/>
              <a:ext cx="990600" cy="6096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/>
                <a:t>Cipher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094133" y="3395347"/>
              <a:ext cx="990600" cy="6096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/>
                <a:t>Cipher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303933" y="3395347"/>
              <a:ext cx="990600" cy="60960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/>
                <a:t>Cipher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22433" y="47669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FF6600"/>
                  </a:solidFill>
                </a:rPr>
                <a:t>CBLK1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094133" y="47669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FF6600"/>
                  </a:solidFill>
                </a:rPr>
                <a:t>CBLK2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303933" y="47669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FF6600"/>
                  </a:solidFill>
                </a:rPr>
                <a:t>CBLK3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98333" y="4157348"/>
              <a:ext cx="14927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Ciphertext</a:t>
              </a:r>
              <a:endParaRPr lang="en-US"/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6417733" y="4004947"/>
              <a:ext cx="0" cy="762000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8589433" y="4004947"/>
              <a:ext cx="0" cy="762000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10799233" y="4004947"/>
              <a:ext cx="0" cy="762000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4436533" y="2671447"/>
              <a:ext cx="990600" cy="6096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FF6600"/>
                  </a:solidFill>
                </a:rPr>
                <a:t>Initial </a:t>
              </a:r>
            </a:p>
            <a:p>
              <a:pPr algn="ctr"/>
              <a:r>
                <a:rPr lang="en-US" sz="2000" dirty="0">
                  <a:solidFill>
                    <a:srgbClr val="FF6600"/>
                  </a:solidFill>
                </a:rPr>
                <a:t>Vector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89134" y="2868525"/>
              <a:ext cx="457199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/>
                <a:t> XOR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60835" y="2868525"/>
              <a:ext cx="457199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/>
                <a:t> XOR</a:t>
              </a:r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70635" y="2868525"/>
              <a:ext cx="457199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/>
                <a:t> XOR</a:t>
              </a:r>
              <a:endParaRPr lang="en-US"/>
            </a:p>
          </p:txBody>
        </p:sp>
        <p:cxnSp>
          <p:nvCxnSpPr>
            <p:cNvPr id="49" name="Straight Arrow Connector 48"/>
            <p:cNvCxnSpPr>
              <a:stCxn id="4" idx="2"/>
              <a:endCxn id="27" idx="0"/>
            </p:cNvCxnSpPr>
            <p:nvPr/>
          </p:nvCxnSpPr>
          <p:spPr>
            <a:xfrm>
              <a:off x="6417733" y="2557147"/>
              <a:ext cx="0" cy="31137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21" idx="3"/>
              <a:endCxn id="27" idx="1"/>
            </p:cNvCxnSpPr>
            <p:nvPr/>
          </p:nvCxnSpPr>
          <p:spPr>
            <a:xfrm>
              <a:off x="5427133" y="2976247"/>
              <a:ext cx="762000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27" idx="2"/>
              <a:endCxn id="7" idx="0"/>
            </p:cNvCxnSpPr>
            <p:nvPr/>
          </p:nvCxnSpPr>
          <p:spPr>
            <a:xfrm>
              <a:off x="6417733" y="3083969"/>
              <a:ext cx="0" cy="31137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5" idx="2"/>
              <a:endCxn id="42" idx="0"/>
            </p:cNvCxnSpPr>
            <p:nvPr/>
          </p:nvCxnSpPr>
          <p:spPr>
            <a:xfrm>
              <a:off x="8589434" y="2557147"/>
              <a:ext cx="1" cy="31137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Elbow Connector 56"/>
            <p:cNvCxnSpPr>
              <a:stCxn id="10" idx="3"/>
              <a:endCxn id="42" idx="1"/>
            </p:cNvCxnSpPr>
            <p:nvPr/>
          </p:nvCxnSpPr>
          <p:spPr>
            <a:xfrm flipV="1">
              <a:off x="6913034" y="2976247"/>
              <a:ext cx="1447801" cy="2095500"/>
            </a:xfrm>
            <a:prstGeom prst="bentConnector3">
              <a:avLst>
                <a:gd name="adj1" fmla="val 19123"/>
              </a:avLst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2" idx="2"/>
              <a:endCxn id="8" idx="0"/>
            </p:cNvCxnSpPr>
            <p:nvPr/>
          </p:nvCxnSpPr>
          <p:spPr>
            <a:xfrm flipH="1">
              <a:off x="8589434" y="3083969"/>
              <a:ext cx="1" cy="31137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6" idx="2"/>
              <a:endCxn id="43" idx="0"/>
            </p:cNvCxnSpPr>
            <p:nvPr/>
          </p:nvCxnSpPr>
          <p:spPr>
            <a:xfrm>
              <a:off x="10799234" y="2557147"/>
              <a:ext cx="1" cy="31137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/>
            <p:cNvCxnSpPr>
              <a:stCxn id="11" idx="3"/>
              <a:endCxn id="43" idx="1"/>
            </p:cNvCxnSpPr>
            <p:nvPr/>
          </p:nvCxnSpPr>
          <p:spPr>
            <a:xfrm flipV="1">
              <a:off x="9084734" y="2976247"/>
              <a:ext cx="1485901" cy="2095500"/>
            </a:xfrm>
            <a:prstGeom prst="bentConnector3">
              <a:avLst>
                <a:gd name="adj1" fmla="val 30171"/>
              </a:avLst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3" idx="2"/>
              <a:endCxn id="9" idx="0"/>
            </p:cNvCxnSpPr>
            <p:nvPr/>
          </p:nvCxnSpPr>
          <p:spPr>
            <a:xfrm flipH="1">
              <a:off x="10799234" y="3083969"/>
              <a:ext cx="1" cy="31137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4512733" y="34715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</a:t>
              </a:r>
            </a:p>
          </p:txBody>
        </p:sp>
        <p:cxnSp>
          <p:nvCxnSpPr>
            <p:cNvPr id="17" name="Straight Arrow Connector 16"/>
            <p:cNvCxnSpPr>
              <a:stCxn id="33" idx="3"/>
              <a:endCxn id="7" idx="1"/>
            </p:cNvCxnSpPr>
            <p:nvPr/>
          </p:nvCxnSpPr>
          <p:spPr>
            <a:xfrm flipV="1">
              <a:off x="4851287" y="3700147"/>
              <a:ext cx="1071146" cy="2234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230001" y="34715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</a:t>
              </a:r>
            </a:p>
          </p:txBody>
        </p:sp>
        <p:cxnSp>
          <p:nvCxnSpPr>
            <p:cNvPr id="23" name="Straight Arrow Connector 22"/>
            <p:cNvCxnSpPr>
              <a:stCxn id="19" idx="3"/>
              <a:endCxn id="8" idx="1"/>
            </p:cNvCxnSpPr>
            <p:nvPr/>
          </p:nvCxnSpPr>
          <p:spPr>
            <a:xfrm flipV="1">
              <a:off x="7568555" y="3700147"/>
              <a:ext cx="525578" cy="2234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/>
            <p:cNvGrpSpPr/>
            <p:nvPr/>
          </p:nvGrpSpPr>
          <p:grpSpPr>
            <a:xfrm>
              <a:off x="9541933" y="3471548"/>
              <a:ext cx="762000" cy="461665"/>
              <a:chOff x="6096000" y="3505200"/>
              <a:chExt cx="762000" cy="461665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6096000" y="3505200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</a:t>
                </a:r>
              </a:p>
            </p:txBody>
          </p:sp>
          <p:cxnSp>
            <p:nvCxnSpPr>
              <p:cNvPr id="30" name="Straight Arrow Connector 29"/>
              <p:cNvCxnSpPr>
                <a:cxnSpLocks/>
                <a:stCxn id="44" idx="3"/>
                <a:endCxn id="9" idx="1"/>
              </p:cNvCxnSpPr>
              <p:nvPr/>
            </p:nvCxnSpPr>
            <p:spPr>
              <a:xfrm flipV="1">
                <a:off x="6434554" y="3733799"/>
                <a:ext cx="423446" cy="2234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Rectangle 39"/>
            <p:cNvSpPr/>
            <p:nvPr/>
          </p:nvSpPr>
          <p:spPr>
            <a:xfrm>
              <a:off x="4436533" y="4766947"/>
              <a:ext cx="990600" cy="6096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FF6600"/>
                  </a:solidFill>
                </a:rPr>
                <a:t>Initial </a:t>
              </a:r>
            </a:p>
            <a:p>
              <a:pPr algn="ctr"/>
              <a:r>
                <a:rPr lang="en-US" sz="2000">
                  <a:solidFill>
                    <a:srgbClr val="FF6600"/>
                  </a:solidFill>
                </a:rPr>
                <a:t>Vector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768001" y="1261748"/>
              <a:ext cx="1287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Plaintext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131733" y="11855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6600"/>
                  </a:solidFill>
                </a:rPr>
                <a:t>BLK1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122333" y="11855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6600"/>
                  </a:solidFill>
                </a:rPr>
                <a:t>BLK2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112933" y="1185547"/>
              <a:ext cx="990600" cy="609600"/>
            </a:xfrm>
            <a:prstGeom prst="rect">
              <a:avLst/>
            </a:prstGeom>
            <a:solidFill>
              <a:srgbClr val="FFFFFF"/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6600"/>
                  </a:solidFill>
                </a:rPr>
                <a:t>BLK3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448C65A-511D-714D-B0A8-5AC46BFF5540}"/>
                </a:ext>
              </a:extLst>
            </p:cNvPr>
            <p:cNvSpPr txBox="1"/>
            <p:nvPr/>
          </p:nvSpPr>
          <p:spPr>
            <a:xfrm>
              <a:off x="8248089" y="1212832"/>
              <a:ext cx="10134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Key: k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81E97E8-096C-F929-2079-1D4D2D61ED4D}"/>
                  </a:ext>
                </a:extLst>
              </p14:cNvPr>
              <p14:cNvContentPartPr/>
              <p14:nvPr/>
            </p14:nvContentPartPr>
            <p14:xfrm>
              <a:off x="5641631" y="2455112"/>
              <a:ext cx="469800" cy="408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81E97E8-096C-F929-2079-1D4D2D61ED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30831" y="2444312"/>
                <a:ext cx="49104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30B578F-D584-AA0E-1A5A-BD81B26DAA6F}"/>
                  </a:ext>
                </a:extLst>
              </p14:cNvPr>
              <p14:cNvContentPartPr/>
              <p14:nvPr/>
            </p14:nvContentPartPr>
            <p14:xfrm>
              <a:off x="4646951" y="1957952"/>
              <a:ext cx="854640" cy="4546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30B578F-D584-AA0E-1A5A-BD81B26DAA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36511" y="1947504"/>
                <a:ext cx="875880" cy="4759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C059DE8-49D4-2792-CE3F-F668752CD680}"/>
                  </a:ext>
                </a:extLst>
              </p14:cNvPr>
              <p14:cNvContentPartPr/>
              <p14:nvPr/>
            </p14:nvContentPartPr>
            <p14:xfrm>
              <a:off x="1303152" y="2312645"/>
              <a:ext cx="154800" cy="2700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C059DE8-49D4-2792-CE3F-F668752CD6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2712" y="2302205"/>
                <a:ext cx="17604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2BEDCAE-6567-AA9D-50AF-0E09E092378D}"/>
                  </a:ext>
                </a:extLst>
              </p14:cNvPr>
              <p14:cNvContentPartPr/>
              <p14:nvPr/>
            </p14:nvContentPartPr>
            <p14:xfrm>
              <a:off x="1098312" y="1840325"/>
              <a:ext cx="2378520" cy="6796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2BEDCAE-6567-AA9D-50AF-0E09E092378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87872" y="1829879"/>
                <a:ext cx="2399760" cy="7009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57F487C-465F-1661-5E52-1C2791EE131D}"/>
                  </a:ext>
                </a:extLst>
              </p14:cNvPr>
              <p14:cNvContentPartPr/>
              <p14:nvPr/>
            </p14:nvContentPartPr>
            <p14:xfrm>
              <a:off x="4306782" y="2779650"/>
              <a:ext cx="208800" cy="1375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57F487C-465F-1661-5E52-1C2791EE131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96342" y="2769210"/>
                <a:ext cx="230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9696484-7154-C1E7-1149-DC5CA39F3FB1}"/>
                  </a:ext>
                </a:extLst>
              </p14:cNvPr>
              <p14:cNvContentPartPr/>
              <p14:nvPr/>
            </p14:nvContentPartPr>
            <p14:xfrm>
              <a:off x="3503262" y="2727090"/>
              <a:ext cx="663840" cy="1929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9696484-7154-C1E7-1149-DC5CA39F3F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92822" y="2716310"/>
                <a:ext cx="685080" cy="21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4323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1C85-18AB-DEDE-9DEF-D0E43789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 – A toy example (encryption)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58AC7-ACE2-F22A-1481-D7CBC5A2282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974F9E-3E0B-99E9-52DF-9FC34A41C510}"/>
              </a:ext>
            </a:extLst>
          </p:cNvPr>
          <p:cNvSpPr txBox="1">
            <a:spLocks noChangeArrowheads="1"/>
          </p:cNvSpPr>
          <p:nvPr/>
        </p:nvSpPr>
        <p:spPr>
          <a:xfrm>
            <a:off x="513349" y="1246553"/>
            <a:ext cx="9372234" cy="4197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us consider a toy 3-bit block cipher with the following mapping:</a:t>
            </a:r>
          </a:p>
        </p:txBody>
      </p:sp>
      <p:graphicFrame>
        <p:nvGraphicFramePr>
          <p:cNvPr id="6" name="Group 58">
            <a:extLst>
              <a:ext uri="{FF2B5EF4-FFF2-40B4-BE49-F238E27FC236}">
                <a16:creationId xmlns:a16="http://schemas.microsoft.com/office/drawing/2014/main" id="{82D273D2-52E6-5ED3-E30B-A496243F1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730216"/>
              </p:ext>
            </p:extLst>
          </p:nvPr>
        </p:nvGraphicFramePr>
        <p:xfrm>
          <a:off x="1245350" y="2311383"/>
          <a:ext cx="8480541" cy="1402080"/>
        </p:xfrm>
        <a:graphic>
          <a:graphicData uri="http://schemas.openxmlformats.org/drawingml/2006/table">
            <a:tbl>
              <a:tblPr/>
              <a:tblGrid>
                <a:gridCol w="148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33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769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Plaintext Block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Ciphertext Block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159">
            <a:extLst>
              <a:ext uri="{FF2B5EF4-FFF2-40B4-BE49-F238E27FC236}">
                <a16:creationId xmlns:a16="http://schemas.microsoft.com/office/drawing/2014/main" id="{F5281CC9-81DF-7C7A-610D-F2C29AC5E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578056"/>
              </p:ext>
            </p:extLst>
          </p:nvPr>
        </p:nvGraphicFramePr>
        <p:xfrm>
          <a:off x="3080483" y="4167073"/>
          <a:ext cx="6864350" cy="1744663"/>
        </p:xfrm>
        <a:graphic>
          <a:graphicData uri="http://schemas.openxmlformats.org/drawingml/2006/table">
            <a:tbl>
              <a:tblPr/>
              <a:tblGrid>
                <a:gridCol w="194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Plaintext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(After XOR)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Ciphertext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Box 56">
            <a:extLst>
              <a:ext uri="{FF2B5EF4-FFF2-40B4-BE49-F238E27FC236}">
                <a16:creationId xmlns:a16="http://schemas.microsoft.com/office/drawing/2014/main" id="{AEAF9E01-2F58-96BC-7B6B-1638F3D7D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696" y="4240097"/>
            <a:ext cx="14779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sz="3200" dirty="0"/>
              <a:t>CBC</a:t>
            </a:r>
          </a:p>
          <a:p>
            <a:r>
              <a:rPr lang="en-AU" altLang="en-US" sz="3200" dirty="0"/>
              <a:t>IV=111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71F13-68D0-3A86-7D33-1E061D572EB2}"/>
              </a:ext>
            </a:extLst>
          </p:cNvPr>
          <p:cNvSpPr/>
          <p:nvPr/>
        </p:nvSpPr>
        <p:spPr>
          <a:xfrm>
            <a:off x="5126183" y="4793675"/>
            <a:ext cx="1006763" cy="4808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F6EDB-E473-93B3-72CF-CD3173E042DC}"/>
              </a:ext>
            </a:extLst>
          </p:cNvPr>
          <p:cNvSpPr/>
          <p:nvPr/>
        </p:nvSpPr>
        <p:spPr>
          <a:xfrm>
            <a:off x="6396836" y="4796289"/>
            <a:ext cx="1006763" cy="485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1E2319-55ED-D127-8576-AB613C369657}"/>
              </a:ext>
            </a:extLst>
          </p:cNvPr>
          <p:cNvSpPr/>
          <p:nvPr/>
        </p:nvSpPr>
        <p:spPr>
          <a:xfrm>
            <a:off x="5089237" y="5368689"/>
            <a:ext cx="1006763" cy="485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8B74E-3607-9129-250F-AE234978D92A}"/>
              </a:ext>
            </a:extLst>
          </p:cNvPr>
          <p:cNvSpPr/>
          <p:nvPr/>
        </p:nvSpPr>
        <p:spPr>
          <a:xfrm>
            <a:off x="6371830" y="5376527"/>
            <a:ext cx="1006763" cy="485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6955B5-AD6E-7635-9676-F5E8B2088F75}"/>
              </a:ext>
            </a:extLst>
          </p:cNvPr>
          <p:cNvSpPr/>
          <p:nvPr/>
        </p:nvSpPr>
        <p:spPr>
          <a:xfrm>
            <a:off x="7654424" y="4796646"/>
            <a:ext cx="1997576" cy="998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489020-2C46-C41D-4876-0C355F519624}"/>
                  </a:ext>
                </a:extLst>
              </p14:cNvPr>
              <p14:cNvContentPartPr/>
              <p14:nvPr/>
            </p14:nvContentPartPr>
            <p14:xfrm>
              <a:off x="8294652" y="552025"/>
              <a:ext cx="56520" cy="178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489020-2C46-C41D-4876-0C355F5196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4212" y="541225"/>
                <a:ext cx="777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7B9C2C9-764D-656C-FA57-DF9EEC46CD82}"/>
                  </a:ext>
                </a:extLst>
              </p14:cNvPr>
              <p14:cNvContentPartPr/>
              <p14:nvPr/>
            </p14:nvContentPartPr>
            <p14:xfrm>
              <a:off x="8332092" y="285265"/>
              <a:ext cx="93960" cy="180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7B9C2C9-764D-656C-FA57-DF9EEC46CD8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21652" y="274465"/>
                <a:ext cx="1152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EC451D-C054-9D46-BB65-97F08C1AB0B2}"/>
                  </a:ext>
                </a:extLst>
              </p14:cNvPr>
              <p14:cNvContentPartPr/>
              <p14:nvPr/>
            </p14:nvContentPartPr>
            <p14:xfrm>
              <a:off x="8478972" y="311905"/>
              <a:ext cx="43920" cy="115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EC451D-C054-9D46-BB65-97F08C1AB0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68172" y="301105"/>
                <a:ext cx="651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F6591B-7C03-C67A-263D-C8B3EF7A74FF}"/>
                  </a:ext>
                </a:extLst>
              </p14:cNvPr>
              <p14:cNvContentPartPr/>
              <p14:nvPr/>
            </p14:nvContentPartPr>
            <p14:xfrm>
              <a:off x="8535492" y="302905"/>
              <a:ext cx="87480" cy="124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F6591B-7C03-C67A-263D-C8B3EF7A74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24692" y="292105"/>
                <a:ext cx="1087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9DC358C-C0AD-E301-C19D-00967F2179D5}"/>
                  </a:ext>
                </a:extLst>
              </p14:cNvPr>
              <p14:cNvContentPartPr/>
              <p14:nvPr/>
            </p14:nvContentPartPr>
            <p14:xfrm>
              <a:off x="8619372" y="274465"/>
              <a:ext cx="84240" cy="187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9DC358C-C0AD-E301-C19D-00967F2179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08932" y="263665"/>
                <a:ext cx="1054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ACA523C-952C-DA2A-22B1-3BA54B69FA82}"/>
                  </a:ext>
                </a:extLst>
              </p14:cNvPr>
              <p14:cNvContentPartPr/>
              <p14:nvPr/>
            </p14:nvContentPartPr>
            <p14:xfrm>
              <a:off x="8940492" y="261865"/>
              <a:ext cx="12960" cy="200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ACA523C-952C-DA2A-22B1-3BA54B69FA8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30052" y="251425"/>
                <a:ext cx="3420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461FA8A-14FE-B299-26CF-BF0D188A96F1}"/>
                  </a:ext>
                </a:extLst>
              </p14:cNvPr>
              <p14:cNvContentPartPr/>
              <p14:nvPr/>
            </p14:nvContentPartPr>
            <p14:xfrm>
              <a:off x="8909532" y="314785"/>
              <a:ext cx="189720" cy="90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461FA8A-14FE-B299-26CF-BF0D188A96F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99092" y="304345"/>
                <a:ext cx="2109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DC196E2-F179-384A-B013-54B0A16C8BB0}"/>
                  </a:ext>
                </a:extLst>
              </p14:cNvPr>
              <p14:cNvContentPartPr/>
              <p14:nvPr/>
            </p14:nvContentPartPr>
            <p14:xfrm>
              <a:off x="9271692" y="267985"/>
              <a:ext cx="90360" cy="172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DC196E2-F179-384A-B013-54B0A16C8B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60892" y="257545"/>
                <a:ext cx="1116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F9240F1-E095-A237-9CC4-E48920614C7F}"/>
                  </a:ext>
                </a:extLst>
              </p14:cNvPr>
              <p14:cNvContentPartPr/>
              <p14:nvPr/>
            </p14:nvContentPartPr>
            <p14:xfrm>
              <a:off x="9352332" y="296425"/>
              <a:ext cx="87840" cy="124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F9240F1-E095-A237-9CC4-E48920614C7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41532" y="285985"/>
                <a:ext cx="109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BCF0A94-C028-3731-7BC7-5823B3E22A85}"/>
                  </a:ext>
                </a:extLst>
              </p14:cNvPr>
              <p14:cNvContentPartPr/>
              <p14:nvPr/>
            </p14:nvContentPartPr>
            <p14:xfrm>
              <a:off x="9439812" y="325585"/>
              <a:ext cx="75240" cy="120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BCF0A94-C028-3731-7BC7-5823B3E22A8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429012" y="315145"/>
                <a:ext cx="964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0312EBE-A3DC-7F5D-D176-B8BAFDCC0A63}"/>
                  </a:ext>
                </a:extLst>
              </p14:cNvPr>
              <p14:cNvContentPartPr/>
              <p14:nvPr/>
            </p14:nvContentPartPr>
            <p14:xfrm>
              <a:off x="9511452" y="289945"/>
              <a:ext cx="78480" cy="168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0312EBE-A3DC-7F5D-D176-B8BAFDCC0A6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500652" y="279505"/>
                <a:ext cx="997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191D297-5797-E7CA-5CC0-A5969EFECDFF}"/>
                  </a:ext>
                </a:extLst>
              </p14:cNvPr>
              <p14:cNvContentPartPr/>
              <p14:nvPr/>
            </p14:nvContentPartPr>
            <p14:xfrm>
              <a:off x="8709732" y="611425"/>
              <a:ext cx="129960" cy="22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191D297-5797-E7CA-5CC0-A5969EFECDF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698932" y="600625"/>
                <a:ext cx="1512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9E77378-FF36-C97D-C4CE-C46411A2EE06}"/>
                  </a:ext>
                </a:extLst>
              </p14:cNvPr>
              <p14:cNvContentPartPr/>
              <p14:nvPr/>
            </p14:nvContentPartPr>
            <p14:xfrm>
              <a:off x="8743932" y="602065"/>
              <a:ext cx="69120" cy="146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9E77378-FF36-C97D-C4CE-C46411A2EE0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33492" y="591265"/>
                <a:ext cx="903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27F49F4-580F-D06B-FD53-33D225B60186}"/>
                  </a:ext>
                </a:extLst>
              </p14:cNvPr>
              <p14:cNvContentPartPr/>
              <p14:nvPr/>
            </p14:nvContentPartPr>
            <p14:xfrm>
              <a:off x="8694252" y="717265"/>
              <a:ext cx="143640" cy="41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27F49F4-580F-D06B-FD53-33D225B6018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83812" y="706825"/>
                <a:ext cx="1648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FEADF77-516B-E60C-AF8F-73A5F30651B5}"/>
                  </a:ext>
                </a:extLst>
              </p14:cNvPr>
              <p14:cNvContentPartPr/>
              <p14:nvPr/>
            </p14:nvContentPartPr>
            <p14:xfrm>
              <a:off x="8874972" y="589465"/>
              <a:ext cx="106560" cy="176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FEADF77-516B-E60C-AF8F-73A5F30651B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64532" y="578665"/>
                <a:ext cx="1278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DF9C862-5FF8-FD71-55BE-A567ED3B644C}"/>
                  </a:ext>
                </a:extLst>
              </p14:cNvPr>
              <p14:cNvContentPartPr/>
              <p14:nvPr/>
            </p14:nvContentPartPr>
            <p14:xfrm>
              <a:off x="9161892" y="636265"/>
              <a:ext cx="100080" cy="84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DF9C862-5FF8-FD71-55BE-A567ED3B644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151452" y="625465"/>
                <a:ext cx="121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7E47276-2865-4A97-E8A6-419A0670B3E7}"/>
                  </a:ext>
                </a:extLst>
              </p14:cNvPr>
              <p14:cNvContentPartPr/>
              <p14:nvPr/>
            </p14:nvContentPartPr>
            <p14:xfrm>
              <a:off x="9274212" y="624025"/>
              <a:ext cx="69120" cy="121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7E47276-2865-4A97-E8A6-419A0670B3E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63772" y="613585"/>
                <a:ext cx="903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5E2C23A-0057-CBF7-194D-6603724FE513}"/>
                  </a:ext>
                </a:extLst>
              </p14:cNvPr>
              <p14:cNvContentPartPr/>
              <p14:nvPr/>
            </p14:nvContentPartPr>
            <p14:xfrm>
              <a:off x="9352692" y="589465"/>
              <a:ext cx="78120" cy="177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5E2C23A-0057-CBF7-194D-6603724FE51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41892" y="578665"/>
                <a:ext cx="9936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F8E4821-3972-73D0-7524-6FCC9570B0E2}"/>
                  </a:ext>
                </a:extLst>
              </p14:cNvPr>
              <p14:cNvContentPartPr/>
              <p14:nvPr/>
            </p14:nvContentPartPr>
            <p14:xfrm>
              <a:off x="9576972" y="584065"/>
              <a:ext cx="22320" cy="195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F8E4821-3972-73D0-7524-6FCC9570B0E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566172" y="573265"/>
                <a:ext cx="435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9662442-996C-2A93-E59A-ED179AAC6EB0}"/>
                  </a:ext>
                </a:extLst>
              </p14:cNvPr>
              <p14:cNvContentPartPr/>
              <p14:nvPr/>
            </p14:nvContentPartPr>
            <p14:xfrm>
              <a:off x="9605412" y="633025"/>
              <a:ext cx="121680" cy="102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9662442-996C-2A93-E59A-ED179AAC6EB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594612" y="622585"/>
                <a:ext cx="14292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83F3E0D-48AC-E68C-FDE3-C47BE6904BB5}"/>
                  </a:ext>
                </a:extLst>
              </p14:cNvPr>
              <p14:cNvContentPartPr/>
              <p14:nvPr/>
            </p14:nvContentPartPr>
            <p14:xfrm>
              <a:off x="9708372" y="633025"/>
              <a:ext cx="71640" cy="133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83F3E0D-48AC-E68C-FDE3-C47BE6904BB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697572" y="622585"/>
                <a:ext cx="9288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E421295-CFAD-28B5-3484-2442B29EB1BF}"/>
                  </a:ext>
                </a:extLst>
              </p14:cNvPr>
              <p14:cNvContentPartPr/>
              <p14:nvPr/>
            </p14:nvContentPartPr>
            <p14:xfrm>
              <a:off x="9767412" y="679825"/>
              <a:ext cx="62280" cy="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E421295-CFAD-28B5-3484-2442B29EB1B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756972" y="669385"/>
                <a:ext cx="835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B739947-B9E5-02A9-A386-2BEFE50ED567}"/>
                  </a:ext>
                </a:extLst>
              </p14:cNvPr>
              <p14:cNvContentPartPr/>
              <p14:nvPr/>
            </p14:nvContentPartPr>
            <p14:xfrm>
              <a:off x="9798372" y="654985"/>
              <a:ext cx="65880" cy="1908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B739947-B9E5-02A9-A386-2BEFE50ED56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787932" y="644185"/>
                <a:ext cx="87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6BDCB89-16DA-6DD2-D624-AAA602BC2864}"/>
                  </a:ext>
                </a:extLst>
              </p14:cNvPr>
              <p14:cNvContentPartPr/>
              <p14:nvPr/>
            </p14:nvContentPartPr>
            <p14:xfrm>
              <a:off x="8759412" y="985825"/>
              <a:ext cx="6480" cy="172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6BDCB89-16DA-6DD2-D624-AAA602BC286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748972" y="975385"/>
                <a:ext cx="277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BC22859-F18A-3409-E303-66EF0E52A5A4}"/>
                  </a:ext>
                </a:extLst>
              </p14:cNvPr>
              <p14:cNvContentPartPr/>
              <p14:nvPr/>
            </p14:nvContentPartPr>
            <p14:xfrm>
              <a:off x="8725212" y="1054225"/>
              <a:ext cx="134640" cy="37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BC22859-F18A-3409-E303-66EF0E52A5A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714772" y="1043785"/>
                <a:ext cx="15588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B47FE64-FE63-2820-E53F-2D22797BCBBA}"/>
                  </a:ext>
                </a:extLst>
              </p14:cNvPr>
              <p14:cNvContentPartPr/>
              <p14:nvPr/>
            </p14:nvContentPartPr>
            <p14:xfrm>
              <a:off x="8828172" y="1041625"/>
              <a:ext cx="96840" cy="90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B47FE64-FE63-2820-E53F-2D22797BCBB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817732" y="1031185"/>
                <a:ext cx="1180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99BFADB-171D-41AA-0EFA-4B74306234C2}"/>
                  </a:ext>
                </a:extLst>
              </p14:cNvPr>
              <p14:cNvContentPartPr/>
              <p14:nvPr/>
            </p14:nvContentPartPr>
            <p14:xfrm>
              <a:off x="9171252" y="966025"/>
              <a:ext cx="75240" cy="182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99BFADB-171D-41AA-0EFA-4B74306234C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160812" y="955225"/>
                <a:ext cx="964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A7235DF-A630-CFAC-6905-48A5A9874E6A}"/>
                  </a:ext>
                </a:extLst>
              </p14:cNvPr>
              <p14:cNvContentPartPr/>
              <p14:nvPr/>
            </p14:nvContentPartPr>
            <p14:xfrm>
              <a:off x="9263412" y="1004185"/>
              <a:ext cx="123480" cy="159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A7235DF-A630-CFAC-6905-48A5A9874E6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252972" y="993745"/>
                <a:ext cx="1447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4D91EBE-E828-5A36-2E8D-A0BB082D6147}"/>
                  </a:ext>
                </a:extLst>
              </p14:cNvPr>
              <p14:cNvContentPartPr/>
              <p14:nvPr/>
            </p14:nvContentPartPr>
            <p14:xfrm>
              <a:off x="9452052" y="1013545"/>
              <a:ext cx="87840" cy="149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4D91EBE-E828-5A36-2E8D-A0BB082D614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441612" y="1003105"/>
                <a:ext cx="10908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E47DA74-62FE-CC2B-9740-FAD48EE837FA}"/>
                  </a:ext>
                </a:extLst>
              </p14:cNvPr>
              <p14:cNvContentPartPr/>
              <p14:nvPr/>
            </p14:nvContentPartPr>
            <p14:xfrm>
              <a:off x="9526932" y="1035865"/>
              <a:ext cx="103320" cy="1389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E47DA74-62FE-CC2B-9740-FAD48EE837F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516492" y="1025425"/>
                <a:ext cx="1245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6BEA5F9-5B03-42D8-D738-FDCD8DA5677A}"/>
                  </a:ext>
                </a:extLst>
              </p14:cNvPr>
              <p14:cNvContentPartPr/>
              <p14:nvPr/>
            </p14:nvContentPartPr>
            <p14:xfrm>
              <a:off x="9617292" y="1044865"/>
              <a:ext cx="90720" cy="190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6BEA5F9-5B03-42D8-D738-FDCD8DA5677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606852" y="1034425"/>
                <a:ext cx="1119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D269464-38F4-2D96-B01B-80269FD4E246}"/>
                  </a:ext>
                </a:extLst>
              </p14:cNvPr>
              <p14:cNvContentPartPr/>
              <p14:nvPr/>
            </p14:nvContentPartPr>
            <p14:xfrm>
              <a:off x="9754812" y="1060345"/>
              <a:ext cx="15840" cy="142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D269464-38F4-2D96-B01B-80269FD4E24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744012" y="1049905"/>
                <a:ext cx="370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08728BC-9E48-2A83-9E14-8F02E6FD6146}"/>
                  </a:ext>
                </a:extLst>
              </p14:cNvPr>
              <p14:cNvContentPartPr/>
              <p14:nvPr/>
            </p14:nvContentPartPr>
            <p14:xfrm>
              <a:off x="9764172" y="1041625"/>
              <a:ext cx="56520" cy="93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08728BC-9E48-2A83-9E14-8F02E6FD614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753372" y="1031185"/>
                <a:ext cx="777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B39E2EF-2CEC-7998-EEC5-B7A738D8F0FE}"/>
                  </a:ext>
                </a:extLst>
              </p14:cNvPr>
              <p14:cNvContentPartPr/>
              <p14:nvPr/>
            </p14:nvContentPartPr>
            <p14:xfrm>
              <a:off x="9845172" y="1020025"/>
              <a:ext cx="12960" cy="137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B39E2EF-2CEC-7998-EEC5-B7A738D8F0F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834732" y="1009225"/>
                <a:ext cx="3420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1A37B3D-5C6D-50C8-EF40-035A40E16A24}"/>
                  </a:ext>
                </a:extLst>
              </p14:cNvPr>
              <p14:cNvContentPartPr/>
              <p14:nvPr/>
            </p14:nvContentPartPr>
            <p14:xfrm>
              <a:off x="9826452" y="1069705"/>
              <a:ext cx="84600" cy="31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1A37B3D-5C6D-50C8-EF40-035A40E16A2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816012" y="1059265"/>
                <a:ext cx="1058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9C5EE22-3A39-AA60-1524-B76F9D85C231}"/>
                  </a:ext>
                </a:extLst>
              </p14:cNvPr>
              <p14:cNvContentPartPr/>
              <p14:nvPr/>
            </p14:nvContentPartPr>
            <p14:xfrm>
              <a:off x="9524052" y="1269865"/>
              <a:ext cx="9720" cy="183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9C5EE22-3A39-AA60-1524-B76F9D85C231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513252" y="1259065"/>
                <a:ext cx="309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E92A35E-D70F-3302-ECE0-CC5EC73BC495}"/>
                  </a:ext>
                </a:extLst>
              </p14:cNvPr>
              <p14:cNvContentPartPr/>
              <p14:nvPr/>
            </p14:nvContentPartPr>
            <p14:xfrm>
              <a:off x="9502092" y="1335025"/>
              <a:ext cx="69120" cy="34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E92A35E-D70F-3302-ECE0-CC5EC73BC49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491292" y="1324225"/>
                <a:ext cx="903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815572C-8B83-ABD0-8311-7CE909F64B9F}"/>
                  </a:ext>
                </a:extLst>
              </p14:cNvPr>
              <p14:cNvContentPartPr/>
              <p14:nvPr/>
            </p14:nvContentPartPr>
            <p14:xfrm>
              <a:off x="9589212" y="1288225"/>
              <a:ext cx="69120" cy="115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815572C-8B83-ABD0-8311-7CE909F64B9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578772" y="1277425"/>
                <a:ext cx="903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2B40EE6-A1A9-8C97-BEDA-9DDCD9F2F586}"/>
                  </a:ext>
                </a:extLst>
              </p14:cNvPr>
              <p14:cNvContentPartPr/>
              <p14:nvPr/>
            </p14:nvContentPartPr>
            <p14:xfrm>
              <a:off x="9673812" y="1300825"/>
              <a:ext cx="115560" cy="109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2B40EE6-A1A9-8C97-BEDA-9DDCD9F2F58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663372" y="1290025"/>
                <a:ext cx="1368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BC1583B-8257-0A31-D26C-72195752DDC1}"/>
                  </a:ext>
                </a:extLst>
              </p14:cNvPr>
              <p14:cNvContentPartPr/>
              <p14:nvPr/>
            </p14:nvContentPartPr>
            <p14:xfrm>
              <a:off x="9417852" y="1562905"/>
              <a:ext cx="115920" cy="127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BC1583B-8257-0A31-D26C-72195752DDC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407052" y="1552105"/>
                <a:ext cx="1371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F923859-05BF-EC68-03B6-C2F84AF38A0F}"/>
                  </a:ext>
                </a:extLst>
              </p14:cNvPr>
              <p14:cNvContentPartPr/>
              <p14:nvPr/>
            </p14:nvContentPartPr>
            <p14:xfrm>
              <a:off x="9536292" y="1540945"/>
              <a:ext cx="90720" cy="117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F923859-05BF-EC68-03B6-C2F84AF38A0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525852" y="1530145"/>
                <a:ext cx="11196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53327AB-4160-CD42-3B43-375035BC4F3E}"/>
                  </a:ext>
                </a:extLst>
              </p14:cNvPr>
              <p14:cNvContentPartPr/>
              <p14:nvPr/>
            </p14:nvContentPartPr>
            <p14:xfrm>
              <a:off x="9611532" y="1544185"/>
              <a:ext cx="49320" cy="102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53327AB-4160-CD42-3B43-375035BC4F3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9601092" y="1533385"/>
                <a:ext cx="7056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3C374B-3023-E16E-40BA-C665406D86FF}"/>
                  </a:ext>
                </a:extLst>
              </p14:cNvPr>
              <p14:cNvContentPartPr/>
              <p14:nvPr/>
            </p14:nvContentPartPr>
            <p14:xfrm>
              <a:off x="9667332" y="1528345"/>
              <a:ext cx="153360" cy="145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3C374B-3023-E16E-40BA-C665406D86F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9656892" y="1517905"/>
                <a:ext cx="17460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93BFB90-BDDA-089C-B690-40C79254E289}"/>
                  </a:ext>
                </a:extLst>
              </p14:cNvPr>
              <p14:cNvContentPartPr/>
              <p14:nvPr/>
            </p14:nvContentPartPr>
            <p14:xfrm>
              <a:off x="9957492" y="1547065"/>
              <a:ext cx="12960" cy="1731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93BFB90-BDDA-089C-B690-40C79254E28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947052" y="1536625"/>
                <a:ext cx="342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7A782C5-5314-3D70-4FEC-F4F74BBA2A3D}"/>
                  </a:ext>
                </a:extLst>
              </p14:cNvPr>
              <p14:cNvContentPartPr/>
              <p14:nvPr/>
            </p14:nvContentPartPr>
            <p14:xfrm>
              <a:off x="9951372" y="1531585"/>
              <a:ext cx="71640" cy="878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7A782C5-5314-3D70-4FEC-F4F74BBA2A3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940572" y="1520785"/>
                <a:ext cx="92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3177CEC-D8BC-74FA-DCCB-89E05A12B03F}"/>
                  </a:ext>
                </a:extLst>
              </p14:cNvPr>
              <p14:cNvContentPartPr/>
              <p14:nvPr/>
            </p14:nvContentPartPr>
            <p14:xfrm>
              <a:off x="10060452" y="1550305"/>
              <a:ext cx="6480" cy="98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3177CEC-D8BC-74FA-DCCB-89E05A12B03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49652" y="1539505"/>
                <a:ext cx="277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CA35BA3-F8B7-11DA-2E00-8B15CBF360E2}"/>
                  </a:ext>
                </a:extLst>
              </p14:cNvPr>
              <p14:cNvContentPartPr/>
              <p14:nvPr/>
            </p14:nvContentPartPr>
            <p14:xfrm>
              <a:off x="10066572" y="1525465"/>
              <a:ext cx="31680" cy="19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CA35BA3-F8B7-11DA-2E00-8B15CBF360E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056132" y="1514665"/>
                <a:ext cx="52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936C20F-4EBB-D9F0-3172-D3C09A0E85B3}"/>
                  </a:ext>
                </a:extLst>
              </p14:cNvPr>
              <p14:cNvContentPartPr/>
              <p14:nvPr/>
            </p14:nvContentPartPr>
            <p14:xfrm>
              <a:off x="10107972" y="1522225"/>
              <a:ext cx="118080" cy="1562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936C20F-4EBB-D9F0-3172-D3C09A0E85B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097172" y="1511425"/>
                <a:ext cx="1393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98FDEA6-C2CA-7E5B-192F-670A703CAC64}"/>
                  </a:ext>
                </a:extLst>
              </p14:cNvPr>
              <p14:cNvContentPartPr/>
              <p14:nvPr/>
            </p14:nvContentPartPr>
            <p14:xfrm>
              <a:off x="10197612" y="1538065"/>
              <a:ext cx="78480" cy="1249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98FDEA6-C2CA-7E5B-192F-670A703CAC6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187172" y="1527625"/>
                <a:ext cx="997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C9C397C-4C03-F3A7-71F7-6599B9CA0FD6}"/>
                  </a:ext>
                </a:extLst>
              </p14:cNvPr>
              <p14:cNvContentPartPr/>
              <p14:nvPr/>
            </p14:nvContentPartPr>
            <p14:xfrm>
              <a:off x="10266372" y="1534825"/>
              <a:ext cx="74880" cy="1404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C9C397C-4C03-F3A7-71F7-6599B9CA0FD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255572" y="1524025"/>
                <a:ext cx="961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DB9E64A-F701-5226-C42E-6C683183CEE5}"/>
                  </a:ext>
                </a:extLst>
              </p14:cNvPr>
              <p14:cNvContentPartPr/>
              <p14:nvPr/>
            </p14:nvContentPartPr>
            <p14:xfrm>
              <a:off x="10363212" y="1634545"/>
              <a:ext cx="15840" cy="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DB9E64A-F701-5226-C42E-6C683183CEE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352412" y="1623745"/>
                <a:ext cx="3708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03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  <p:bldP spid="4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 Mode Decryption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649008D-E91A-024D-813A-41636A57508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295900" y="22860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BLK1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7600" y="22860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400" y="22860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BLK3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5900" y="37338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467600" y="37338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677400" y="37338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95900" y="51054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7600" y="51054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77400" y="51054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2362201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Plaintext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600" y="1066801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Ciphertext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33800" y="3009900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2601" y="32069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7734302" y="32069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9944102" y="32069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cxnSp>
        <p:nvCxnSpPr>
          <p:cNvPr id="51" name="Straight Arrow Connector 50"/>
          <p:cNvCxnSpPr>
            <a:stCxn id="21" idx="3"/>
            <a:endCxn id="27" idx="1"/>
          </p:cNvCxnSpPr>
          <p:nvPr/>
        </p:nvCxnSpPr>
        <p:spPr>
          <a:xfrm>
            <a:off x="4800600" y="3314700"/>
            <a:ext cx="762000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0" idx="3"/>
            <a:endCxn id="42" idx="1"/>
          </p:cNvCxnSpPr>
          <p:nvPr/>
        </p:nvCxnSpPr>
        <p:spPr>
          <a:xfrm flipV="1">
            <a:off x="6286501" y="3314700"/>
            <a:ext cx="1447801" cy="2095500"/>
          </a:xfrm>
          <a:prstGeom prst="bentConnector3">
            <a:avLst>
              <a:gd name="adj1" fmla="val 14912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11" idx="3"/>
            <a:endCxn id="43" idx="1"/>
          </p:cNvCxnSpPr>
          <p:nvPr/>
        </p:nvCxnSpPr>
        <p:spPr>
          <a:xfrm flipV="1">
            <a:off x="8458201" y="3314700"/>
            <a:ext cx="1485901" cy="2095500"/>
          </a:xfrm>
          <a:prstGeom prst="bentConnector3">
            <a:avLst>
              <a:gd name="adj1" fmla="val 28120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114800" y="5867401"/>
            <a:ext cx="647700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err="1">
                <a:solidFill>
                  <a:srgbClr val="000090"/>
                </a:solidFill>
                <a:sym typeface="Symbol" pitchFamily="18" charset="2"/>
              </a:rPr>
              <a:t>BLK</a:t>
            </a:r>
            <a:r>
              <a:rPr lang="en-US" baseline="-25000" err="1">
                <a:solidFill>
                  <a:srgbClr val="000090"/>
                </a:solidFill>
                <a:sym typeface="Symbol" pitchFamily="18" charset="2"/>
              </a:rPr>
              <a:t>i</a:t>
            </a:r>
            <a:r>
              <a:rPr lang="en-US" baseline="-25000">
                <a:solidFill>
                  <a:srgbClr val="000090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= </a:t>
            </a:r>
            <a:r>
              <a:rPr lang="en-US" b="1" err="1">
                <a:solidFill>
                  <a:srgbClr val="000090"/>
                </a:solidFill>
                <a:sym typeface="Symbol" pitchFamily="18" charset="2"/>
              </a:rPr>
              <a:t>Dec</a:t>
            </a:r>
            <a:r>
              <a:rPr lang="en-US" baseline="-25000" err="1">
                <a:solidFill>
                  <a:srgbClr val="000090"/>
                </a:solidFill>
                <a:sym typeface="Symbol" pitchFamily="18" charset="2"/>
              </a:rPr>
              <a:t>K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(</a:t>
            </a:r>
            <a:r>
              <a:rPr lang="en-US" err="1">
                <a:solidFill>
                  <a:srgbClr val="000090"/>
                </a:solidFill>
                <a:sym typeface="Symbol" pitchFamily="18" charset="2"/>
              </a:rPr>
              <a:t>CBLK</a:t>
            </a:r>
            <a:r>
              <a:rPr lang="en-US" baseline="-25000" err="1">
                <a:solidFill>
                  <a:srgbClr val="000090"/>
                </a:solidFill>
                <a:sym typeface="Symbol" pitchFamily="18" charset="2"/>
              </a:rPr>
              <a:t>i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)  CBLK</a:t>
            </a:r>
            <a:r>
              <a:rPr lang="en-US" baseline="-25000">
                <a:solidFill>
                  <a:srgbClr val="000090"/>
                </a:solidFill>
                <a:sym typeface="Symbol" pitchFamily="18" charset="2"/>
              </a:rPr>
              <a:t>i-1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,   CBLK</a:t>
            </a:r>
            <a:r>
              <a:rPr lang="en-US" baseline="-25000">
                <a:solidFill>
                  <a:srgbClr val="000090"/>
                </a:solidFill>
                <a:sym typeface="Symbol" pitchFamily="18" charset="2"/>
              </a:rPr>
              <a:t>0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=IV</a:t>
            </a:r>
            <a:endParaRPr lang="en-US" b="1">
              <a:ln w="1905"/>
              <a:solidFill>
                <a:srgbClr val="00009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cxnSp>
        <p:nvCxnSpPr>
          <p:cNvPr id="17" name="Straight Arrow Connector 16"/>
          <p:cNvCxnSpPr>
            <a:stCxn id="10" idx="0"/>
            <a:endCxn id="7" idx="2"/>
          </p:cNvCxnSpPr>
          <p:nvPr/>
        </p:nvCxnSpPr>
        <p:spPr>
          <a:xfrm flipV="1">
            <a:off x="5791200" y="43434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0"/>
            <a:endCxn id="27" idx="2"/>
          </p:cNvCxnSpPr>
          <p:nvPr/>
        </p:nvCxnSpPr>
        <p:spPr>
          <a:xfrm flipV="1">
            <a:off x="5791200" y="3422422"/>
            <a:ext cx="0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7" idx="0"/>
            <a:endCxn id="4" idx="2"/>
          </p:cNvCxnSpPr>
          <p:nvPr/>
        </p:nvCxnSpPr>
        <p:spPr>
          <a:xfrm flipV="1">
            <a:off x="5791200" y="2895600"/>
            <a:ext cx="0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0"/>
            <a:endCxn id="8" idx="2"/>
          </p:cNvCxnSpPr>
          <p:nvPr/>
        </p:nvCxnSpPr>
        <p:spPr>
          <a:xfrm flipV="1">
            <a:off x="7962900" y="43434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0"/>
            <a:endCxn id="42" idx="2"/>
          </p:cNvCxnSpPr>
          <p:nvPr/>
        </p:nvCxnSpPr>
        <p:spPr>
          <a:xfrm flipV="1">
            <a:off x="7962901" y="3422422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2" idx="0"/>
            <a:endCxn id="5" idx="2"/>
          </p:cNvCxnSpPr>
          <p:nvPr/>
        </p:nvCxnSpPr>
        <p:spPr>
          <a:xfrm flipH="1" flipV="1">
            <a:off x="7962901" y="2895600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0"/>
            <a:endCxn id="9" idx="2"/>
          </p:cNvCxnSpPr>
          <p:nvPr/>
        </p:nvCxnSpPr>
        <p:spPr>
          <a:xfrm flipV="1">
            <a:off x="10172700" y="43434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0"/>
            <a:endCxn id="43" idx="2"/>
          </p:cNvCxnSpPr>
          <p:nvPr/>
        </p:nvCxnSpPr>
        <p:spPr>
          <a:xfrm flipV="1">
            <a:off x="10172701" y="3422422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43" idx="0"/>
            <a:endCxn id="6" idx="2"/>
          </p:cNvCxnSpPr>
          <p:nvPr/>
        </p:nvCxnSpPr>
        <p:spPr>
          <a:xfrm flipH="1" flipV="1">
            <a:off x="10172701" y="2895600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8915400" y="3810001"/>
            <a:ext cx="762000" cy="461665"/>
            <a:chOff x="6096000" y="3505200"/>
            <a:chExt cx="762000" cy="461665"/>
          </a:xfrm>
        </p:grpSpPr>
        <p:sp>
          <p:nvSpPr>
            <p:cNvPr id="34" name="TextBox 33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36" name="Straight Arrow Connector 35"/>
            <p:cNvCxnSpPr>
              <a:stCxn id="34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6705600" y="3886201"/>
            <a:ext cx="762000" cy="461665"/>
            <a:chOff x="6096000" y="3505200"/>
            <a:chExt cx="762000" cy="461665"/>
          </a:xfrm>
        </p:grpSpPr>
        <p:sp>
          <p:nvSpPr>
            <p:cNvPr id="39" name="TextBox 38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40" name="Straight Arrow Connector 39"/>
            <p:cNvCxnSpPr>
              <a:stCxn id="39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4572000" y="3886201"/>
            <a:ext cx="762000" cy="461665"/>
            <a:chOff x="6096000" y="3505200"/>
            <a:chExt cx="762000" cy="461665"/>
          </a:xfrm>
        </p:grpSpPr>
        <p:sp>
          <p:nvSpPr>
            <p:cNvPr id="44" name="TextBox 43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45" name="Straight Arrow Connector 44"/>
            <p:cNvCxnSpPr>
              <a:stCxn id="44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/>
          <p:cNvSpPr/>
          <p:nvPr/>
        </p:nvSpPr>
        <p:spPr>
          <a:xfrm>
            <a:off x="3352800" y="1066800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196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102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1CD556-A44D-964C-8289-3F8804524DE2}"/>
              </a:ext>
            </a:extLst>
          </p:cNvPr>
          <p:cNvSpPr txBox="1"/>
          <p:nvPr/>
        </p:nvSpPr>
        <p:spPr>
          <a:xfrm>
            <a:off x="249767" y="2008451"/>
            <a:ext cx="23791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solidFill>
                  <a:srgbClr val="C00000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CBC ciphertext includes the IV used in encryption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4AA33A0-AC2C-4C3A-455F-9E0128C4463F}"/>
                  </a:ext>
                </a:extLst>
              </p14:cNvPr>
              <p14:cNvContentPartPr/>
              <p14:nvPr/>
            </p14:nvContentPartPr>
            <p14:xfrm>
              <a:off x="499680" y="4154241"/>
              <a:ext cx="6480" cy="324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4AA33A0-AC2C-4C3A-455F-9E0128C446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240" y="4143441"/>
                <a:ext cx="2772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1367C34-4173-C3E3-31CB-4EA781A8DBB0}"/>
                  </a:ext>
                </a:extLst>
              </p14:cNvPr>
              <p14:cNvContentPartPr/>
              <p14:nvPr/>
            </p14:nvContentPartPr>
            <p14:xfrm>
              <a:off x="553320" y="4094481"/>
              <a:ext cx="149040" cy="412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1367C34-4173-C3E3-31CB-4EA781A8DB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2880" y="4084041"/>
                <a:ext cx="17028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85AD5FF-84C5-8252-08AE-9510D4833A05}"/>
                  </a:ext>
                </a:extLst>
              </p14:cNvPr>
              <p14:cNvContentPartPr/>
              <p14:nvPr/>
            </p14:nvContentPartPr>
            <p14:xfrm>
              <a:off x="815400" y="4150281"/>
              <a:ext cx="42120" cy="303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85AD5FF-84C5-8252-08AE-9510D4833A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4600" y="4139481"/>
                <a:ext cx="633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044B5D1-CD45-5003-9E0E-F675C9A25F75}"/>
                  </a:ext>
                </a:extLst>
              </p14:cNvPr>
              <p14:cNvContentPartPr/>
              <p14:nvPr/>
            </p14:nvContentPartPr>
            <p14:xfrm>
              <a:off x="827280" y="4165401"/>
              <a:ext cx="119520" cy="273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044B5D1-CD45-5003-9E0E-F675C9A25F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6480" y="4154601"/>
                <a:ext cx="14076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C48B401-5D73-44E3-0D12-F2C770882727}"/>
                  </a:ext>
                </a:extLst>
              </p14:cNvPr>
              <p14:cNvContentPartPr/>
              <p14:nvPr/>
            </p14:nvContentPartPr>
            <p14:xfrm>
              <a:off x="976680" y="4136961"/>
              <a:ext cx="160560" cy="272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C48B401-5D73-44E3-0D12-F2C7708827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66240" y="4126161"/>
                <a:ext cx="1818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51B9FB1-6F09-3EBC-2F88-4C1F68B6FD68}"/>
                  </a:ext>
                </a:extLst>
              </p14:cNvPr>
              <p14:cNvContentPartPr/>
              <p14:nvPr/>
            </p14:nvContentPartPr>
            <p14:xfrm>
              <a:off x="1149480" y="4165401"/>
              <a:ext cx="136440" cy="220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51B9FB1-6F09-3EBC-2F88-4C1F68B6FD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8680" y="4154601"/>
                <a:ext cx="1576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32FD443-BA88-E285-3371-1F5834CA6DC7}"/>
                  </a:ext>
                </a:extLst>
              </p14:cNvPr>
              <p14:cNvContentPartPr/>
              <p14:nvPr/>
            </p14:nvContentPartPr>
            <p14:xfrm>
              <a:off x="1309320" y="4189161"/>
              <a:ext cx="113400" cy="249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32FD443-BA88-E285-3371-1F5834CA6D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98880" y="4178721"/>
                <a:ext cx="13464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38106D3-62DD-5777-101F-BF3A1CAFF4B3}"/>
                  </a:ext>
                </a:extLst>
              </p14:cNvPr>
              <p14:cNvContentPartPr/>
              <p14:nvPr/>
            </p14:nvContentPartPr>
            <p14:xfrm>
              <a:off x="1423080" y="4224801"/>
              <a:ext cx="112680" cy="716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38106D3-62DD-5777-101F-BF3A1CAFF4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12640" y="4214361"/>
                <a:ext cx="1339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9DCADB9-B68F-5E39-8B1A-1563B75AF8B2}"/>
                  </a:ext>
                </a:extLst>
              </p14:cNvPr>
              <p14:cNvContentPartPr/>
              <p14:nvPr/>
            </p14:nvContentPartPr>
            <p14:xfrm>
              <a:off x="1499760" y="4207161"/>
              <a:ext cx="65880" cy="308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9DCADB9-B68F-5E39-8B1A-1563B75AF8B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89320" y="4196361"/>
                <a:ext cx="8712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2E0F38A-A5BA-8B07-A6B2-FDF478F127F5}"/>
                  </a:ext>
                </a:extLst>
              </p14:cNvPr>
              <p14:cNvContentPartPr/>
              <p14:nvPr/>
            </p14:nvContentPartPr>
            <p14:xfrm>
              <a:off x="1618920" y="4302201"/>
              <a:ext cx="360" cy="227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2E0F38A-A5BA-8B07-A6B2-FDF478F127F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08480" y="4291761"/>
                <a:ext cx="216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072DC03-3897-7D9D-152C-2B0179236617}"/>
                  </a:ext>
                </a:extLst>
              </p14:cNvPr>
              <p14:cNvContentPartPr/>
              <p14:nvPr/>
            </p14:nvContentPartPr>
            <p14:xfrm>
              <a:off x="1630800" y="4236681"/>
              <a:ext cx="82440" cy="1609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072DC03-3897-7D9D-152C-2B01792366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20360" y="4226241"/>
                <a:ext cx="103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371875D-FAA3-52BB-36FE-50658B2D80CE}"/>
                  </a:ext>
                </a:extLst>
              </p14:cNvPr>
              <p14:cNvContentPartPr/>
              <p14:nvPr/>
            </p14:nvContentPartPr>
            <p14:xfrm>
              <a:off x="1755720" y="4171161"/>
              <a:ext cx="18360" cy="2980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371875D-FAA3-52BB-36FE-50658B2D80C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45280" y="4160721"/>
                <a:ext cx="396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7D4EE1B-179B-C0B0-6D09-4BF7BD4D3C2A}"/>
                  </a:ext>
                </a:extLst>
              </p14:cNvPr>
              <p14:cNvContentPartPr/>
              <p14:nvPr/>
            </p14:nvContentPartPr>
            <p14:xfrm>
              <a:off x="1711440" y="4260441"/>
              <a:ext cx="133920" cy="65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7D4EE1B-179B-C0B0-6D09-4BF7BD4D3C2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01000" y="4250001"/>
                <a:ext cx="155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8D5F529-BD1C-18BB-3682-57FD0A3417FB}"/>
                  </a:ext>
                </a:extLst>
              </p14:cNvPr>
              <p14:cNvContentPartPr/>
              <p14:nvPr/>
            </p14:nvContentPartPr>
            <p14:xfrm>
              <a:off x="2100960" y="4121121"/>
              <a:ext cx="100080" cy="3898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8D5F529-BD1C-18BB-3682-57FD0A3417F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90520" y="4110321"/>
                <a:ext cx="12132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3A21A6A-FAD2-9249-057F-1EAB43BB48E9}"/>
                  </a:ext>
                </a:extLst>
              </p14:cNvPr>
              <p14:cNvContentPartPr/>
              <p14:nvPr/>
            </p14:nvContentPartPr>
            <p14:xfrm>
              <a:off x="2047680" y="4272681"/>
              <a:ext cx="190800" cy="71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3A21A6A-FAD2-9249-057F-1EAB43BB48E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36880" y="4261881"/>
                <a:ext cx="2120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14A3DE8-D998-1EA3-6614-5C2B276B249D}"/>
                  </a:ext>
                </a:extLst>
              </p14:cNvPr>
              <p14:cNvContentPartPr/>
              <p14:nvPr/>
            </p14:nvContentPartPr>
            <p14:xfrm>
              <a:off x="2273760" y="4242801"/>
              <a:ext cx="12240" cy="173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14A3DE8-D998-1EA3-6614-5C2B276B249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62960" y="4232001"/>
                <a:ext cx="334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10C26E0-0B91-C8F1-A9AC-313FCFF32F1A}"/>
                  </a:ext>
                </a:extLst>
              </p14:cNvPr>
              <p14:cNvContentPartPr/>
              <p14:nvPr/>
            </p14:nvContentPartPr>
            <p14:xfrm>
              <a:off x="2291400" y="4207161"/>
              <a:ext cx="6480" cy="122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10C26E0-0B91-C8F1-A9AC-313FCFF32F1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280960" y="4196361"/>
                <a:ext cx="27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3E720E1-D3C8-67C8-2AB1-7C1F1C29109D}"/>
                  </a:ext>
                </a:extLst>
              </p14:cNvPr>
              <p14:cNvContentPartPr/>
              <p14:nvPr/>
            </p14:nvContentPartPr>
            <p14:xfrm>
              <a:off x="2386800" y="4189161"/>
              <a:ext cx="107640" cy="278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3E720E1-D3C8-67C8-2AB1-7C1F1C29109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76360" y="4178721"/>
                <a:ext cx="1288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4D2E422-AC17-7A10-5C0F-7944CE8C08C5}"/>
                  </a:ext>
                </a:extLst>
              </p14:cNvPr>
              <p14:cNvContentPartPr/>
              <p14:nvPr/>
            </p14:nvContentPartPr>
            <p14:xfrm>
              <a:off x="2517840" y="4177281"/>
              <a:ext cx="42120" cy="280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4D2E422-AC17-7A10-5C0F-7944CE8C08C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07040" y="4166841"/>
                <a:ext cx="6336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2CF55F1-4C0F-7F7F-C9E3-B2446F52708D}"/>
                  </a:ext>
                </a:extLst>
              </p14:cNvPr>
              <p14:cNvContentPartPr/>
              <p14:nvPr/>
            </p14:nvContentPartPr>
            <p14:xfrm>
              <a:off x="2642760" y="4189161"/>
              <a:ext cx="24120" cy="2563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2CF55F1-4C0F-7F7F-C9E3-B2446F52708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32320" y="4178721"/>
                <a:ext cx="453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01E4DF0-816F-7C71-67EF-426C02191785}"/>
                  </a:ext>
                </a:extLst>
              </p14:cNvPr>
              <p14:cNvContentPartPr/>
              <p14:nvPr/>
            </p14:nvContentPartPr>
            <p14:xfrm>
              <a:off x="2595240" y="4219041"/>
              <a:ext cx="208800" cy="957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01E4DF0-816F-7C71-67EF-426C0219178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84440" y="4208241"/>
                <a:ext cx="23004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9281B0D-5C6E-2760-0508-C09F02802A59}"/>
                  </a:ext>
                </a:extLst>
              </p14:cNvPr>
              <p14:cNvContentPartPr/>
              <p14:nvPr/>
            </p14:nvContentPartPr>
            <p14:xfrm>
              <a:off x="2743920" y="4606041"/>
              <a:ext cx="619560" cy="3574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9281B0D-5C6E-2760-0508-C09F02802A5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33480" y="4595241"/>
                <a:ext cx="64080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318DB7D-4D2E-17DD-7B96-8F6168A35437}"/>
                  </a:ext>
                </a:extLst>
              </p14:cNvPr>
              <p14:cNvContentPartPr/>
              <p14:nvPr/>
            </p14:nvContentPartPr>
            <p14:xfrm>
              <a:off x="1892880" y="4677321"/>
              <a:ext cx="637200" cy="3297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318DB7D-4D2E-17DD-7B96-8F6168A3543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82080" y="4666521"/>
                <a:ext cx="65844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7DF98A3-BD0C-767E-5330-E4CC8B72082C}"/>
                  </a:ext>
                </a:extLst>
              </p14:cNvPr>
              <p14:cNvContentPartPr/>
              <p14:nvPr/>
            </p14:nvContentPartPr>
            <p14:xfrm>
              <a:off x="384120" y="4635561"/>
              <a:ext cx="1312560" cy="423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7DF98A3-BD0C-767E-5330-E4CC8B72082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3320" y="4625121"/>
                <a:ext cx="13338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B293672-D29F-F482-34C0-406C6B567A8A}"/>
                  </a:ext>
                </a:extLst>
              </p14:cNvPr>
              <p14:cNvContentPartPr/>
              <p14:nvPr/>
            </p14:nvContentPartPr>
            <p14:xfrm>
              <a:off x="857160" y="5135601"/>
              <a:ext cx="262440" cy="3146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B293672-D29F-F482-34C0-406C6B567A8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46360" y="5124789"/>
                <a:ext cx="283680" cy="335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E6DE64F-24C3-76A5-21CC-EE69A98A7CAE}"/>
                  </a:ext>
                </a:extLst>
              </p14:cNvPr>
              <p14:cNvContentPartPr/>
              <p14:nvPr/>
            </p14:nvContentPartPr>
            <p14:xfrm>
              <a:off x="1173240" y="5171241"/>
              <a:ext cx="142560" cy="2736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E6DE64F-24C3-76A5-21CC-EE69A98A7CA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62440" y="5160441"/>
                <a:ext cx="16380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268FAF3-E56A-419F-D959-802C84CC2FB9}"/>
                  </a:ext>
                </a:extLst>
              </p14:cNvPr>
              <p14:cNvContentPartPr/>
              <p14:nvPr/>
            </p14:nvContentPartPr>
            <p14:xfrm>
              <a:off x="1310760" y="5195001"/>
              <a:ext cx="118080" cy="280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268FAF3-E56A-419F-D959-802C84CC2FB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99960" y="5184201"/>
                <a:ext cx="1393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B844752-580A-F77C-AAFC-619810AC9AF0}"/>
                  </a:ext>
                </a:extLst>
              </p14:cNvPr>
              <p14:cNvContentPartPr/>
              <p14:nvPr/>
            </p14:nvContentPartPr>
            <p14:xfrm>
              <a:off x="1494000" y="5144241"/>
              <a:ext cx="381240" cy="3070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B844752-580A-F77C-AAFC-619810AC9AF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483200" y="5133801"/>
                <a:ext cx="402480" cy="32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920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1C85-18AB-DEDE-9DEF-D0E43789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 – A toy example (decryption)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58AC7-ACE2-F22A-1481-D7CBC5A2282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974F9E-3E0B-99E9-52DF-9FC34A41C510}"/>
              </a:ext>
            </a:extLst>
          </p:cNvPr>
          <p:cNvSpPr txBox="1">
            <a:spLocks noChangeArrowheads="1"/>
          </p:cNvSpPr>
          <p:nvPr/>
        </p:nvSpPr>
        <p:spPr>
          <a:xfrm>
            <a:off x="513349" y="1246553"/>
            <a:ext cx="9372234" cy="4197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altLang="en-US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us consider a toy 3-bit block cipher with the following mapping:</a:t>
            </a:r>
          </a:p>
        </p:txBody>
      </p:sp>
      <p:graphicFrame>
        <p:nvGraphicFramePr>
          <p:cNvPr id="6" name="Group 58">
            <a:extLst>
              <a:ext uri="{FF2B5EF4-FFF2-40B4-BE49-F238E27FC236}">
                <a16:creationId xmlns:a16="http://schemas.microsoft.com/office/drawing/2014/main" id="{82D273D2-52E6-5ED3-E30B-A496243F1100}"/>
              </a:ext>
            </a:extLst>
          </p:cNvPr>
          <p:cNvGraphicFramePr>
            <a:graphicFrameLocks noGrp="1"/>
          </p:cNvGraphicFramePr>
          <p:nvPr/>
        </p:nvGraphicFramePr>
        <p:xfrm>
          <a:off x="1245350" y="2311383"/>
          <a:ext cx="8480541" cy="1402080"/>
        </p:xfrm>
        <a:graphic>
          <a:graphicData uri="http://schemas.openxmlformats.org/drawingml/2006/table">
            <a:tbl>
              <a:tblPr/>
              <a:tblGrid>
                <a:gridCol w="1486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52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33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769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Plaintext Block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Ciphertext Block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159">
            <a:extLst>
              <a:ext uri="{FF2B5EF4-FFF2-40B4-BE49-F238E27FC236}">
                <a16:creationId xmlns:a16="http://schemas.microsoft.com/office/drawing/2014/main" id="{F5281CC9-81DF-7C7A-610D-F2C29AC5E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623920"/>
              </p:ext>
            </p:extLst>
          </p:nvPr>
        </p:nvGraphicFramePr>
        <p:xfrm>
          <a:off x="3080483" y="4167073"/>
          <a:ext cx="6864350" cy="1983423"/>
        </p:xfrm>
        <a:graphic>
          <a:graphicData uri="http://schemas.openxmlformats.org/drawingml/2006/table">
            <a:tbl>
              <a:tblPr/>
              <a:tblGrid>
                <a:gridCol w="194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Plaintext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(before XOR)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Ciphertext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36" charset="2"/>
                        <a:buNone/>
                        <a:tabLst/>
                      </a:pPr>
                      <a:r>
                        <a:rPr kumimoji="1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Box 56">
            <a:extLst>
              <a:ext uri="{FF2B5EF4-FFF2-40B4-BE49-F238E27FC236}">
                <a16:creationId xmlns:a16="http://schemas.microsoft.com/office/drawing/2014/main" id="{AEAF9E01-2F58-96BC-7B6B-1638F3D7D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132" y="5556436"/>
            <a:ext cx="14458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sz="3200" b="0" dirty="0"/>
              <a:t>IV=111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71F13-68D0-3A86-7D33-1E061D572EB2}"/>
              </a:ext>
            </a:extLst>
          </p:cNvPr>
          <p:cNvSpPr/>
          <p:nvPr/>
        </p:nvSpPr>
        <p:spPr>
          <a:xfrm>
            <a:off x="5126183" y="4805104"/>
            <a:ext cx="1006763" cy="485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4F6EDB-E473-93B3-72CF-CD3173E042DC}"/>
              </a:ext>
            </a:extLst>
          </p:cNvPr>
          <p:cNvSpPr/>
          <p:nvPr/>
        </p:nvSpPr>
        <p:spPr>
          <a:xfrm>
            <a:off x="6383771" y="4789057"/>
            <a:ext cx="1006763" cy="485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1E2319-55ED-D127-8576-AB613C369657}"/>
              </a:ext>
            </a:extLst>
          </p:cNvPr>
          <p:cNvSpPr/>
          <p:nvPr/>
        </p:nvSpPr>
        <p:spPr>
          <a:xfrm>
            <a:off x="5139403" y="4211340"/>
            <a:ext cx="1006763" cy="485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68B74E-3607-9129-250F-AE234978D92A}"/>
              </a:ext>
            </a:extLst>
          </p:cNvPr>
          <p:cNvSpPr/>
          <p:nvPr/>
        </p:nvSpPr>
        <p:spPr>
          <a:xfrm>
            <a:off x="6383771" y="4235308"/>
            <a:ext cx="1006763" cy="485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6955B5-AD6E-7635-9676-F5E8B2088F75}"/>
              </a:ext>
            </a:extLst>
          </p:cNvPr>
          <p:cNvSpPr/>
          <p:nvPr/>
        </p:nvSpPr>
        <p:spPr>
          <a:xfrm>
            <a:off x="7728315" y="4227985"/>
            <a:ext cx="1997576" cy="9981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8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  <p:bldP spid="4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Propagation in CBC Decryption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6930828-4221-A847-AF08-E68F2558ECA5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705100" y="22860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BLK1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800" y="22860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BLK2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22860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BLK3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5100" y="37338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0" y="37338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37338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5100" y="51054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0" y="51054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51054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1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Plaintext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600" y="1066801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Ciphertext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009900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1" y="32069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143502" y="32069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353302" y="32069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cxnSp>
        <p:nvCxnSpPr>
          <p:cNvPr id="51" name="Straight Arrow Connector 50"/>
          <p:cNvCxnSpPr>
            <a:stCxn id="21" idx="3"/>
            <a:endCxn id="27" idx="1"/>
          </p:cNvCxnSpPr>
          <p:nvPr/>
        </p:nvCxnSpPr>
        <p:spPr>
          <a:xfrm>
            <a:off x="2209800" y="3314700"/>
            <a:ext cx="762000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0" idx="3"/>
            <a:endCxn id="42" idx="1"/>
          </p:cNvCxnSpPr>
          <p:nvPr/>
        </p:nvCxnSpPr>
        <p:spPr>
          <a:xfrm flipV="1">
            <a:off x="3695701" y="3314700"/>
            <a:ext cx="1447801" cy="2095500"/>
          </a:xfrm>
          <a:prstGeom prst="bentConnector3">
            <a:avLst>
              <a:gd name="adj1" fmla="val 14912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11" idx="3"/>
            <a:endCxn id="43" idx="1"/>
          </p:cNvCxnSpPr>
          <p:nvPr/>
        </p:nvCxnSpPr>
        <p:spPr>
          <a:xfrm flipV="1">
            <a:off x="5867401" y="3314700"/>
            <a:ext cx="1485901" cy="2095500"/>
          </a:xfrm>
          <a:prstGeom prst="bentConnector3">
            <a:avLst>
              <a:gd name="adj1" fmla="val 28120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524000" y="5867401"/>
            <a:ext cx="647700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err="1">
                <a:solidFill>
                  <a:srgbClr val="000090"/>
                </a:solidFill>
                <a:sym typeface="Symbol" pitchFamily="18" charset="2"/>
              </a:rPr>
              <a:t>BLK</a:t>
            </a:r>
            <a:r>
              <a:rPr lang="en-US" baseline="-25000" err="1">
                <a:solidFill>
                  <a:srgbClr val="000090"/>
                </a:solidFill>
                <a:sym typeface="Symbol" pitchFamily="18" charset="2"/>
              </a:rPr>
              <a:t>i</a:t>
            </a:r>
            <a:r>
              <a:rPr lang="en-US" baseline="-25000">
                <a:solidFill>
                  <a:srgbClr val="000090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= </a:t>
            </a:r>
            <a:r>
              <a:rPr lang="en-US" b="1" err="1">
                <a:solidFill>
                  <a:srgbClr val="000090"/>
                </a:solidFill>
                <a:sym typeface="Symbol" pitchFamily="18" charset="2"/>
              </a:rPr>
              <a:t>Dec</a:t>
            </a:r>
            <a:r>
              <a:rPr lang="en-US" baseline="-25000" err="1">
                <a:solidFill>
                  <a:srgbClr val="000090"/>
                </a:solidFill>
                <a:sym typeface="Symbol" pitchFamily="18" charset="2"/>
              </a:rPr>
              <a:t>K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(</a:t>
            </a:r>
            <a:r>
              <a:rPr lang="en-US" err="1">
                <a:solidFill>
                  <a:srgbClr val="000090"/>
                </a:solidFill>
                <a:sym typeface="Symbol" pitchFamily="18" charset="2"/>
              </a:rPr>
              <a:t>CBLK</a:t>
            </a:r>
            <a:r>
              <a:rPr lang="en-US" baseline="-25000" err="1">
                <a:solidFill>
                  <a:srgbClr val="000090"/>
                </a:solidFill>
                <a:sym typeface="Symbol" pitchFamily="18" charset="2"/>
              </a:rPr>
              <a:t>i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)  CBLK</a:t>
            </a:r>
            <a:r>
              <a:rPr lang="en-US" baseline="-25000">
                <a:solidFill>
                  <a:srgbClr val="000090"/>
                </a:solidFill>
                <a:sym typeface="Symbol" pitchFamily="18" charset="2"/>
              </a:rPr>
              <a:t>i-1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,   CBLK</a:t>
            </a:r>
            <a:r>
              <a:rPr lang="en-US" baseline="-25000">
                <a:solidFill>
                  <a:srgbClr val="000090"/>
                </a:solidFill>
                <a:sym typeface="Symbol" pitchFamily="18" charset="2"/>
              </a:rPr>
              <a:t>0</a:t>
            </a:r>
            <a:r>
              <a:rPr lang="en-US">
                <a:solidFill>
                  <a:srgbClr val="000090"/>
                </a:solidFill>
                <a:sym typeface="Symbol" pitchFamily="18" charset="2"/>
              </a:rPr>
              <a:t>=IV</a:t>
            </a:r>
            <a:endParaRPr lang="en-US" b="1">
              <a:ln w="1905"/>
              <a:solidFill>
                <a:srgbClr val="00009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cxnSp>
        <p:nvCxnSpPr>
          <p:cNvPr id="17" name="Straight Arrow Connector 16"/>
          <p:cNvCxnSpPr>
            <a:stCxn id="10" idx="0"/>
            <a:endCxn id="7" idx="2"/>
          </p:cNvCxnSpPr>
          <p:nvPr/>
        </p:nvCxnSpPr>
        <p:spPr>
          <a:xfrm flipV="1">
            <a:off x="3200400" y="43434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0"/>
            <a:endCxn id="27" idx="2"/>
          </p:cNvCxnSpPr>
          <p:nvPr/>
        </p:nvCxnSpPr>
        <p:spPr>
          <a:xfrm flipV="1">
            <a:off x="3200400" y="3422422"/>
            <a:ext cx="0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7" idx="0"/>
            <a:endCxn id="4" idx="2"/>
          </p:cNvCxnSpPr>
          <p:nvPr/>
        </p:nvCxnSpPr>
        <p:spPr>
          <a:xfrm flipV="1">
            <a:off x="3200400" y="2895600"/>
            <a:ext cx="0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0"/>
            <a:endCxn id="8" idx="2"/>
          </p:cNvCxnSpPr>
          <p:nvPr/>
        </p:nvCxnSpPr>
        <p:spPr>
          <a:xfrm flipV="1">
            <a:off x="5372100" y="43434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0"/>
            <a:endCxn id="42" idx="2"/>
          </p:cNvCxnSpPr>
          <p:nvPr/>
        </p:nvCxnSpPr>
        <p:spPr>
          <a:xfrm flipV="1">
            <a:off x="5372101" y="3422422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2" idx="0"/>
            <a:endCxn id="5" idx="2"/>
          </p:cNvCxnSpPr>
          <p:nvPr/>
        </p:nvCxnSpPr>
        <p:spPr>
          <a:xfrm flipH="1" flipV="1">
            <a:off x="5372101" y="2895600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0"/>
            <a:endCxn id="9" idx="2"/>
          </p:cNvCxnSpPr>
          <p:nvPr/>
        </p:nvCxnSpPr>
        <p:spPr>
          <a:xfrm flipV="1">
            <a:off x="7581900" y="43434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0"/>
            <a:endCxn id="43" idx="2"/>
          </p:cNvCxnSpPr>
          <p:nvPr/>
        </p:nvCxnSpPr>
        <p:spPr>
          <a:xfrm flipV="1">
            <a:off x="7581901" y="3422422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43" idx="0"/>
            <a:endCxn id="6" idx="2"/>
          </p:cNvCxnSpPr>
          <p:nvPr/>
        </p:nvCxnSpPr>
        <p:spPr>
          <a:xfrm flipH="1" flipV="1">
            <a:off x="7581901" y="2895600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6324600" y="3810001"/>
            <a:ext cx="762000" cy="461665"/>
            <a:chOff x="6096000" y="3505200"/>
            <a:chExt cx="762000" cy="461665"/>
          </a:xfrm>
        </p:grpSpPr>
        <p:sp>
          <p:nvSpPr>
            <p:cNvPr id="34" name="TextBox 33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36" name="Straight Arrow Connector 35"/>
            <p:cNvCxnSpPr>
              <a:stCxn id="34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4114800" y="3886201"/>
            <a:ext cx="762000" cy="461665"/>
            <a:chOff x="6096000" y="3505200"/>
            <a:chExt cx="762000" cy="461665"/>
          </a:xfrm>
        </p:grpSpPr>
        <p:sp>
          <p:nvSpPr>
            <p:cNvPr id="39" name="TextBox 38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40" name="Straight Arrow Connector 39"/>
            <p:cNvCxnSpPr>
              <a:stCxn id="39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981200" y="3886201"/>
            <a:ext cx="762000" cy="461665"/>
            <a:chOff x="6096000" y="3505200"/>
            <a:chExt cx="762000" cy="461665"/>
          </a:xfrm>
        </p:grpSpPr>
        <p:sp>
          <p:nvSpPr>
            <p:cNvPr id="44" name="TextBox 43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45" name="Straight Arrow Connector 44"/>
            <p:cNvCxnSpPr>
              <a:stCxn id="44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/>
          <p:cNvSpPr/>
          <p:nvPr/>
        </p:nvSpPr>
        <p:spPr>
          <a:xfrm>
            <a:off x="3352800" y="1066800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196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102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16" name="7-Point Star 15">
            <a:extLst>
              <a:ext uri="{FF2B5EF4-FFF2-40B4-BE49-F238E27FC236}">
                <a16:creationId xmlns:a16="http://schemas.microsoft.com/office/drawing/2014/main" id="{E3138CD4-987A-A14D-8E3C-873981A4CF20}"/>
              </a:ext>
            </a:extLst>
          </p:cNvPr>
          <p:cNvSpPr/>
          <p:nvPr/>
        </p:nvSpPr>
        <p:spPr>
          <a:xfrm>
            <a:off x="5600701" y="5105400"/>
            <a:ext cx="266699" cy="228600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6EB473F-940B-C540-8F5B-1047D0A9C6BC}"/>
              </a:ext>
            </a:extLst>
          </p:cNvPr>
          <p:cNvSpPr/>
          <p:nvPr/>
        </p:nvSpPr>
        <p:spPr>
          <a:xfrm>
            <a:off x="73914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CBLK4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6683D4-CF26-4444-89FF-0F0FCA12900C}"/>
              </a:ext>
            </a:extLst>
          </p:cNvPr>
          <p:cNvSpPr/>
          <p:nvPr/>
        </p:nvSpPr>
        <p:spPr>
          <a:xfrm>
            <a:off x="9308568" y="228471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BLK4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1B09455-D565-9645-B8A3-F59F059BD73A}"/>
              </a:ext>
            </a:extLst>
          </p:cNvPr>
          <p:cNvSpPr/>
          <p:nvPr/>
        </p:nvSpPr>
        <p:spPr>
          <a:xfrm>
            <a:off x="9308568" y="373251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A3013FC-5550-5B4B-8A06-E66881B7933B}"/>
              </a:ext>
            </a:extLst>
          </p:cNvPr>
          <p:cNvSpPr/>
          <p:nvPr/>
        </p:nvSpPr>
        <p:spPr>
          <a:xfrm>
            <a:off x="9308568" y="510411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CBLK4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70FB9E-752E-7F4D-8AC9-5A4DF020D133}"/>
              </a:ext>
            </a:extLst>
          </p:cNvPr>
          <p:cNvSpPr txBox="1"/>
          <p:nvPr/>
        </p:nvSpPr>
        <p:spPr>
          <a:xfrm>
            <a:off x="9575270" y="320568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D520F19-9F93-9843-86E1-CD5522AA9B22}"/>
              </a:ext>
            </a:extLst>
          </p:cNvPr>
          <p:cNvCxnSpPr>
            <a:endCxn id="55" idx="1"/>
          </p:cNvCxnSpPr>
          <p:nvPr/>
        </p:nvCxnSpPr>
        <p:spPr>
          <a:xfrm flipV="1">
            <a:off x="8089369" y="3313410"/>
            <a:ext cx="1485901" cy="2095500"/>
          </a:xfrm>
          <a:prstGeom prst="bentConnector3">
            <a:avLst>
              <a:gd name="adj1" fmla="val 28120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5A75B66-A93C-E441-AA9A-B54D4F098C43}"/>
              </a:ext>
            </a:extLst>
          </p:cNvPr>
          <p:cNvCxnSpPr>
            <a:stCxn id="54" idx="0"/>
            <a:endCxn id="53" idx="2"/>
          </p:cNvCxnSpPr>
          <p:nvPr/>
        </p:nvCxnSpPr>
        <p:spPr>
          <a:xfrm flipV="1">
            <a:off x="9803868" y="434211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5B8DFB-3ACC-8240-B1E5-55D16ECA8699}"/>
              </a:ext>
            </a:extLst>
          </p:cNvPr>
          <p:cNvCxnSpPr>
            <a:stCxn id="53" idx="0"/>
            <a:endCxn id="55" idx="2"/>
          </p:cNvCxnSpPr>
          <p:nvPr/>
        </p:nvCxnSpPr>
        <p:spPr>
          <a:xfrm flipV="1">
            <a:off x="9803869" y="3421132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4A15F13-E3E1-AB44-85FB-F2A98494B479}"/>
              </a:ext>
            </a:extLst>
          </p:cNvPr>
          <p:cNvCxnSpPr>
            <a:stCxn id="55" idx="0"/>
            <a:endCxn id="52" idx="2"/>
          </p:cNvCxnSpPr>
          <p:nvPr/>
        </p:nvCxnSpPr>
        <p:spPr>
          <a:xfrm flipH="1" flipV="1">
            <a:off x="9803869" y="2894310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4ED0951-F209-4445-B4B1-2D1E19B17A46}"/>
              </a:ext>
            </a:extLst>
          </p:cNvPr>
          <p:cNvGrpSpPr/>
          <p:nvPr/>
        </p:nvGrpSpPr>
        <p:grpSpPr>
          <a:xfrm>
            <a:off x="8546568" y="3808711"/>
            <a:ext cx="762000" cy="461665"/>
            <a:chOff x="6096000" y="3505200"/>
            <a:chExt cx="762000" cy="461665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B2479B0-1101-644F-ACD8-204C4F39DCCB}"/>
                </a:ext>
              </a:extLst>
            </p:cNvPr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BB86360-5001-254B-A593-A52C734242D7}"/>
                </a:ext>
              </a:extLst>
            </p:cNvPr>
            <p:cNvCxnSpPr>
              <a:stCxn id="62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7-Point Star 64">
            <a:extLst>
              <a:ext uri="{FF2B5EF4-FFF2-40B4-BE49-F238E27FC236}">
                <a16:creationId xmlns:a16="http://schemas.microsoft.com/office/drawing/2014/main" id="{EB0D403D-CFD0-4945-BC41-6065B7D18D8D}"/>
              </a:ext>
            </a:extLst>
          </p:cNvPr>
          <p:cNvSpPr/>
          <p:nvPr/>
        </p:nvSpPr>
        <p:spPr>
          <a:xfrm>
            <a:off x="5638801" y="2276475"/>
            <a:ext cx="266699" cy="228600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7" name="7-Point Star 66">
            <a:extLst>
              <a:ext uri="{FF2B5EF4-FFF2-40B4-BE49-F238E27FC236}">
                <a16:creationId xmlns:a16="http://schemas.microsoft.com/office/drawing/2014/main" id="{2236E53A-C86F-634D-B976-40E55F76534B}"/>
              </a:ext>
            </a:extLst>
          </p:cNvPr>
          <p:cNvSpPr/>
          <p:nvPr/>
        </p:nvSpPr>
        <p:spPr>
          <a:xfrm>
            <a:off x="7886700" y="2221210"/>
            <a:ext cx="266699" cy="228600"/>
          </a:xfrm>
          <a:prstGeom prst="star7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9AD6DB-F409-6D97-B454-29DD7C828007}"/>
                  </a:ext>
                </a:extLst>
              </p14:cNvPr>
              <p14:cNvContentPartPr/>
              <p14:nvPr/>
            </p14:nvContentPartPr>
            <p14:xfrm>
              <a:off x="8816721" y="224217"/>
              <a:ext cx="9000" cy="203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9AD6DB-F409-6D97-B454-29DD7C8280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05921" y="213417"/>
                <a:ext cx="302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93C292B-2275-0B08-BCA3-650D4E6C8222}"/>
                  </a:ext>
                </a:extLst>
              </p14:cNvPr>
              <p14:cNvContentPartPr/>
              <p14:nvPr/>
            </p14:nvContentPartPr>
            <p14:xfrm>
              <a:off x="8810961" y="194697"/>
              <a:ext cx="122040" cy="205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93C292B-2275-0B08-BCA3-650D4E6C82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00521" y="184257"/>
                <a:ext cx="1432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C485704-FF69-8E4C-7C01-58AF1A228450}"/>
                  </a:ext>
                </a:extLst>
              </p14:cNvPr>
              <p14:cNvContentPartPr/>
              <p14:nvPr/>
            </p14:nvContentPartPr>
            <p14:xfrm>
              <a:off x="8837601" y="284337"/>
              <a:ext cx="83880" cy="11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C485704-FF69-8E4C-7C01-58AF1A2284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26801" y="273897"/>
                <a:ext cx="105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057A853-767F-5A53-4F86-174D03D0E749}"/>
                  </a:ext>
                </a:extLst>
              </p14:cNvPr>
              <p14:cNvContentPartPr/>
              <p14:nvPr/>
            </p14:nvContentPartPr>
            <p14:xfrm>
              <a:off x="8811321" y="374337"/>
              <a:ext cx="104400" cy="29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057A853-767F-5A53-4F86-174D03D0E7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00881" y="363897"/>
                <a:ext cx="1256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1A0D83-27A4-9BBA-2703-CD95BFF55F0F}"/>
                  </a:ext>
                </a:extLst>
              </p14:cNvPr>
              <p14:cNvContentPartPr/>
              <p14:nvPr/>
            </p14:nvContentPartPr>
            <p14:xfrm>
              <a:off x="8936961" y="264177"/>
              <a:ext cx="120960" cy="139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1A0D83-27A4-9BBA-2703-CD95BFF55F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26521" y="253377"/>
                <a:ext cx="142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B3D0DBF-D50D-4D1E-B72F-5CFE048EE2F8}"/>
                  </a:ext>
                </a:extLst>
              </p14:cNvPr>
              <p14:cNvContentPartPr/>
              <p14:nvPr/>
            </p14:nvContentPartPr>
            <p14:xfrm>
              <a:off x="9063321" y="275697"/>
              <a:ext cx="26640" cy="148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B3D0DBF-D50D-4D1E-B72F-5CFE048EE2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52881" y="265257"/>
                <a:ext cx="478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194EB45-DBA2-DA3D-E1C6-D17648FB937B}"/>
                  </a:ext>
                </a:extLst>
              </p14:cNvPr>
              <p14:cNvContentPartPr/>
              <p14:nvPr/>
            </p14:nvContentPartPr>
            <p14:xfrm>
              <a:off x="9063321" y="258417"/>
              <a:ext cx="104760" cy="168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194EB45-DBA2-DA3D-E1C6-D17648FB93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52881" y="247617"/>
                <a:ext cx="1260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A2EDA09-1C16-B729-7632-A4F60B8E7AFF}"/>
                  </a:ext>
                </a:extLst>
              </p14:cNvPr>
              <p14:cNvContentPartPr/>
              <p14:nvPr/>
            </p14:nvContentPartPr>
            <p14:xfrm>
              <a:off x="9324681" y="291537"/>
              <a:ext cx="6120" cy="115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A2EDA09-1C16-B729-7632-A4F60B8E7AF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14241" y="280737"/>
                <a:ext cx="273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FD2F39EC-EE67-E7A3-24A4-3D2BB6C60961}"/>
                  </a:ext>
                </a:extLst>
              </p14:cNvPr>
              <p14:cNvContentPartPr/>
              <p14:nvPr/>
            </p14:nvContentPartPr>
            <p14:xfrm>
              <a:off x="9367161" y="237897"/>
              <a:ext cx="24840" cy="17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FD2F39EC-EE67-E7A3-24A4-3D2BB6C609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356361" y="227457"/>
                <a:ext cx="460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4F0DDBB-F5F5-7C9C-482E-E11246FCC35F}"/>
                  </a:ext>
                </a:extLst>
              </p14:cNvPr>
              <p14:cNvContentPartPr/>
              <p14:nvPr/>
            </p14:nvContentPartPr>
            <p14:xfrm>
              <a:off x="9417921" y="235017"/>
              <a:ext cx="46800" cy="1803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4F0DDBB-F5F5-7C9C-482E-E11246FCC3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07121" y="224577"/>
                <a:ext cx="680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D1B248F-ED8E-DE30-D771-542A083FBA9F}"/>
                  </a:ext>
                </a:extLst>
              </p14:cNvPr>
              <p14:cNvContentPartPr/>
              <p14:nvPr/>
            </p14:nvContentPartPr>
            <p14:xfrm>
              <a:off x="9376161" y="333657"/>
              <a:ext cx="102960" cy="23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D1B248F-ED8E-DE30-D771-542A083FBA9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65361" y="323217"/>
                <a:ext cx="1242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E5C1AA6-3D15-FCD8-BBF1-B89E3287D7A1}"/>
                  </a:ext>
                </a:extLst>
              </p14:cNvPr>
              <p14:cNvContentPartPr/>
              <p14:nvPr/>
            </p14:nvContentPartPr>
            <p14:xfrm>
              <a:off x="9623841" y="270297"/>
              <a:ext cx="98280" cy="132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E5C1AA6-3D15-FCD8-BBF1-B89E3287D7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613401" y="259497"/>
                <a:ext cx="1195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3D77B07-B1B9-D3D4-2916-8A6ECBE496D9}"/>
                  </a:ext>
                </a:extLst>
              </p14:cNvPr>
              <p14:cNvContentPartPr/>
              <p14:nvPr/>
            </p14:nvContentPartPr>
            <p14:xfrm>
              <a:off x="9713841" y="278937"/>
              <a:ext cx="84600" cy="128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3D77B07-B1B9-D3D4-2916-8A6ECBE496D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703401" y="268497"/>
                <a:ext cx="1058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1990BC2-A23E-7B63-9691-3E62D8D20CA1}"/>
                  </a:ext>
                </a:extLst>
              </p14:cNvPr>
              <p14:cNvContentPartPr/>
              <p14:nvPr/>
            </p14:nvContentPartPr>
            <p14:xfrm>
              <a:off x="9784041" y="296217"/>
              <a:ext cx="90000" cy="1090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1990BC2-A23E-7B63-9691-3E62D8D20CA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773241" y="285417"/>
                <a:ext cx="1112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BD65CAA-A0A2-8760-6F99-9DB10E3DD96F}"/>
                  </a:ext>
                </a:extLst>
              </p14:cNvPr>
              <p14:cNvContentPartPr/>
              <p14:nvPr/>
            </p14:nvContentPartPr>
            <p14:xfrm>
              <a:off x="9856761" y="292977"/>
              <a:ext cx="60840" cy="1094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BD65CAA-A0A2-8760-6F99-9DB10E3DD96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45961" y="282537"/>
                <a:ext cx="820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B651AC5-D9BC-DA58-8853-1B9DD5EB18C3}"/>
                  </a:ext>
                </a:extLst>
              </p14:cNvPr>
              <p14:cNvContentPartPr/>
              <p14:nvPr/>
            </p14:nvContentPartPr>
            <p14:xfrm>
              <a:off x="9937761" y="278937"/>
              <a:ext cx="90360" cy="14184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B651AC5-D9BC-DA58-8853-1B9DD5EB18C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926961" y="268497"/>
                <a:ext cx="1116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808AE83-3198-4808-F170-CBBEA4B92023}"/>
                  </a:ext>
                </a:extLst>
              </p14:cNvPr>
              <p14:cNvContentPartPr/>
              <p14:nvPr/>
            </p14:nvContentPartPr>
            <p14:xfrm>
              <a:off x="9984201" y="333657"/>
              <a:ext cx="70200" cy="1483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808AE83-3198-4808-F170-CBBEA4B9202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973401" y="323217"/>
                <a:ext cx="9144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D632D30-D62E-A066-1DC0-B2DB57EBBEF5}"/>
                  </a:ext>
                </a:extLst>
              </p14:cNvPr>
              <p14:cNvContentPartPr/>
              <p14:nvPr/>
            </p14:nvContentPartPr>
            <p14:xfrm>
              <a:off x="10164201" y="269937"/>
              <a:ext cx="101520" cy="1389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D632D30-D62E-A066-1DC0-B2DB57EBBEF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153401" y="259137"/>
                <a:ext cx="1227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EFC2B99-9040-E219-484E-599676749FCC}"/>
                  </a:ext>
                </a:extLst>
              </p14:cNvPr>
              <p14:cNvContentPartPr/>
              <p14:nvPr/>
            </p14:nvContentPartPr>
            <p14:xfrm>
              <a:off x="10263201" y="271377"/>
              <a:ext cx="75600" cy="1339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EFC2B99-9040-E219-484E-599676749FC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252401" y="260577"/>
                <a:ext cx="9684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1D24C5E-30AF-FB88-D1ED-B88B447BEE1E}"/>
                  </a:ext>
                </a:extLst>
              </p14:cNvPr>
              <p14:cNvContentPartPr/>
              <p14:nvPr/>
            </p14:nvContentPartPr>
            <p14:xfrm>
              <a:off x="10384881" y="233937"/>
              <a:ext cx="14760" cy="1472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1D24C5E-30AF-FB88-D1ED-B88B447BEE1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374081" y="223137"/>
                <a:ext cx="360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20E16AB-8E83-A634-8F84-016E1640EE11}"/>
                  </a:ext>
                </a:extLst>
              </p14:cNvPr>
              <p14:cNvContentPartPr/>
              <p14:nvPr/>
            </p14:nvContentPartPr>
            <p14:xfrm>
              <a:off x="10414041" y="316377"/>
              <a:ext cx="43920" cy="9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20E16AB-8E83-A634-8F84-016E1640EE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03241" y="305937"/>
                <a:ext cx="651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2FB9994-707D-8B9E-7740-F96755A1EC0E}"/>
                  </a:ext>
                </a:extLst>
              </p14:cNvPr>
              <p14:cNvContentPartPr/>
              <p14:nvPr/>
            </p14:nvContentPartPr>
            <p14:xfrm>
              <a:off x="10431321" y="284337"/>
              <a:ext cx="61200" cy="1918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2FB9994-707D-8B9E-7740-F96755A1EC0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420521" y="273897"/>
                <a:ext cx="82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E962369-D069-F2F3-856D-522010424062}"/>
                  </a:ext>
                </a:extLst>
              </p14:cNvPr>
              <p14:cNvContentPartPr/>
              <p14:nvPr/>
            </p14:nvContentPartPr>
            <p14:xfrm>
              <a:off x="8799081" y="476217"/>
              <a:ext cx="215280" cy="1778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E962369-D069-F2F3-856D-52201042406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88641" y="465417"/>
                <a:ext cx="2365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FF745DA-A61C-F512-6FA7-C788120BE628}"/>
                  </a:ext>
                </a:extLst>
              </p14:cNvPr>
              <p14:cNvContentPartPr/>
              <p14:nvPr/>
            </p14:nvContentPartPr>
            <p14:xfrm>
              <a:off x="8953161" y="493857"/>
              <a:ext cx="145440" cy="1771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FF745DA-A61C-F512-6FA7-C788120BE6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42361" y="483057"/>
                <a:ext cx="1666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161E1F8-D951-D005-3943-5A18B1B6A322}"/>
                  </a:ext>
                </a:extLst>
              </p14:cNvPr>
              <p14:cNvContentPartPr/>
              <p14:nvPr/>
            </p14:nvContentPartPr>
            <p14:xfrm>
              <a:off x="9034521" y="589257"/>
              <a:ext cx="49680" cy="295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161E1F8-D951-D005-3943-5A18B1B6A32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23721" y="578817"/>
                <a:ext cx="70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7A93A74-57C3-77A0-3D8D-4473FEBC8D6A}"/>
                  </a:ext>
                </a:extLst>
              </p14:cNvPr>
              <p14:cNvContentPartPr/>
              <p14:nvPr/>
            </p14:nvContentPartPr>
            <p14:xfrm>
              <a:off x="9104001" y="537417"/>
              <a:ext cx="75960" cy="1245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7A93A74-57C3-77A0-3D8D-4473FEBC8D6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093561" y="526617"/>
                <a:ext cx="9720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30A9836D-D994-D37B-456F-E36C10DF9F44}"/>
                  </a:ext>
                </a:extLst>
              </p14:cNvPr>
              <p14:cNvContentPartPr/>
              <p14:nvPr/>
            </p14:nvContentPartPr>
            <p14:xfrm>
              <a:off x="9168801" y="545697"/>
              <a:ext cx="92520" cy="1108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30A9836D-D994-D37B-456F-E36C10DF9F4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158001" y="535257"/>
                <a:ext cx="1137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B25AE02-38DF-6F82-4EA9-6822605855FF}"/>
                  </a:ext>
                </a:extLst>
              </p14:cNvPr>
              <p14:cNvContentPartPr/>
              <p14:nvPr/>
            </p14:nvContentPartPr>
            <p14:xfrm>
              <a:off x="9266721" y="528417"/>
              <a:ext cx="35280" cy="13104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B25AE02-38DF-6F82-4EA9-6822605855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256281" y="517617"/>
                <a:ext cx="565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B379D25-EAE5-B97A-F441-4878DDA4021F}"/>
                  </a:ext>
                </a:extLst>
              </p14:cNvPr>
              <p14:cNvContentPartPr/>
              <p14:nvPr/>
            </p14:nvContentPartPr>
            <p14:xfrm>
              <a:off x="9249441" y="577737"/>
              <a:ext cx="87480" cy="496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B379D25-EAE5-B97A-F441-4878DDA4021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238641" y="567297"/>
                <a:ext cx="1087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2C9BA9A-4F27-0791-CE9B-81946EFDBD56}"/>
                  </a:ext>
                </a:extLst>
              </p14:cNvPr>
              <p14:cNvContentPartPr/>
              <p14:nvPr/>
            </p14:nvContentPartPr>
            <p14:xfrm>
              <a:off x="9533841" y="583497"/>
              <a:ext cx="81000" cy="1105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2C9BA9A-4F27-0791-CE9B-81946EFDBD5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523401" y="573057"/>
                <a:ext cx="1022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9DFE184-A797-6830-A079-26DFC9080D01}"/>
                  </a:ext>
                </a:extLst>
              </p14:cNvPr>
              <p14:cNvContentPartPr/>
              <p14:nvPr/>
            </p14:nvContentPartPr>
            <p14:xfrm>
              <a:off x="9627081" y="592137"/>
              <a:ext cx="78480" cy="101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9DFE184-A797-6830-A079-26DFC9080D0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16641" y="581697"/>
                <a:ext cx="9972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394303C-A0A8-A0A0-5201-D92DD6DF3849}"/>
                  </a:ext>
                </a:extLst>
              </p14:cNvPr>
              <p14:cNvContentPartPr/>
              <p14:nvPr/>
            </p14:nvContentPartPr>
            <p14:xfrm>
              <a:off x="9719961" y="597897"/>
              <a:ext cx="72720" cy="900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394303C-A0A8-A0A0-5201-D92DD6DF384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709521" y="587457"/>
                <a:ext cx="939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103F3B4-EBF0-C521-57A8-540F8C9061DA}"/>
                  </a:ext>
                </a:extLst>
              </p14:cNvPr>
              <p14:cNvContentPartPr/>
              <p14:nvPr/>
            </p14:nvContentPartPr>
            <p14:xfrm>
              <a:off x="9815721" y="650457"/>
              <a:ext cx="23760" cy="147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103F3B4-EBF0-C521-57A8-540F8C9061D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804921" y="639657"/>
                <a:ext cx="45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3004830-F8C6-1460-59DF-6979146FA706}"/>
                  </a:ext>
                </a:extLst>
              </p14:cNvPr>
              <p14:cNvContentPartPr/>
              <p14:nvPr/>
            </p14:nvContentPartPr>
            <p14:xfrm>
              <a:off x="8801961" y="934857"/>
              <a:ext cx="2047680" cy="453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3004830-F8C6-1460-59DF-6979146FA70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91519" y="924417"/>
                <a:ext cx="2068924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02993D2-730A-D6E0-2220-9C098D4E446A}"/>
                  </a:ext>
                </a:extLst>
              </p14:cNvPr>
              <p14:cNvContentPartPr/>
              <p14:nvPr/>
            </p14:nvContentPartPr>
            <p14:xfrm>
              <a:off x="10817245" y="1341947"/>
              <a:ext cx="501480" cy="2476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02993D2-730A-D6E0-2220-9C098D4E446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806445" y="1331163"/>
                <a:ext cx="522720" cy="268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A66003E-0550-AD26-BA56-52A4FF06E838}"/>
                  </a:ext>
                </a:extLst>
              </p14:cNvPr>
              <p14:cNvContentPartPr/>
              <p14:nvPr/>
            </p14:nvContentPartPr>
            <p14:xfrm>
              <a:off x="9795565" y="1234667"/>
              <a:ext cx="883800" cy="2700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A66003E-0550-AD26-BA56-52A4FF06E83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85125" y="1224227"/>
                <a:ext cx="90504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35E1D1C-C52E-FFF6-4705-41907E379245}"/>
                  </a:ext>
                </a:extLst>
              </p14:cNvPr>
              <p14:cNvContentPartPr/>
              <p14:nvPr/>
            </p14:nvContentPartPr>
            <p14:xfrm>
              <a:off x="11429927" y="1360044"/>
              <a:ext cx="156960" cy="3204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35E1D1C-C52E-FFF6-4705-41907E37924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419487" y="1349604"/>
                <a:ext cx="17820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4D08E69-E348-6E11-60BD-B96E003F4296}"/>
                  </a:ext>
                </a:extLst>
              </p14:cNvPr>
              <p14:cNvContentPartPr/>
              <p14:nvPr/>
            </p14:nvContentPartPr>
            <p14:xfrm>
              <a:off x="5910979" y="847867"/>
              <a:ext cx="1868040" cy="964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4D08E69-E348-6E11-60BD-B96E003F429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00539" y="837067"/>
                <a:ext cx="18892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CA416E8-E1CE-2F0B-BA2A-E6B0882763C8}"/>
                  </a:ext>
                </a:extLst>
              </p14:cNvPr>
              <p14:cNvContentPartPr/>
              <p14:nvPr/>
            </p14:nvContentPartPr>
            <p14:xfrm>
              <a:off x="9711900" y="5901268"/>
              <a:ext cx="578520" cy="2617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CA416E8-E1CE-2F0B-BA2A-E6B0882763C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701100" y="5890468"/>
                <a:ext cx="5997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9543923-0125-D587-1B9D-0DF3FA607FD9}"/>
                  </a:ext>
                </a:extLst>
              </p14:cNvPr>
              <p14:cNvContentPartPr/>
              <p14:nvPr/>
            </p14:nvContentPartPr>
            <p14:xfrm>
              <a:off x="8891100" y="5855188"/>
              <a:ext cx="640440" cy="2718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9543923-0125-D587-1B9D-0DF3FA607FD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80306" y="5844402"/>
                <a:ext cx="661668" cy="2930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0671F66-610C-8B83-1129-EE5A9B7EE8B6}"/>
                  </a:ext>
                </a:extLst>
              </p14:cNvPr>
              <p14:cNvContentPartPr/>
              <p14:nvPr/>
            </p14:nvContentPartPr>
            <p14:xfrm>
              <a:off x="7952220" y="5552428"/>
              <a:ext cx="753840" cy="5029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0671F66-610C-8B83-1129-EE5A9B7EE8B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941425" y="5541988"/>
                <a:ext cx="77507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9105355-981B-8A88-7662-1ABE8F65B66B}"/>
                  </a:ext>
                </a:extLst>
              </p14:cNvPr>
              <p14:cNvContentPartPr/>
              <p14:nvPr/>
            </p14:nvContentPartPr>
            <p14:xfrm>
              <a:off x="9593460" y="6254788"/>
              <a:ext cx="1030320" cy="49788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9105355-981B-8A88-7662-1ABE8F65B66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82660" y="6244340"/>
                <a:ext cx="1051560" cy="519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45A58AFF-AF29-4FFD-57CC-DA3CE3B40C6E}"/>
                  </a:ext>
                </a:extLst>
              </p14:cNvPr>
              <p14:cNvContentPartPr/>
              <p14:nvPr/>
            </p14:nvContentPartPr>
            <p14:xfrm>
              <a:off x="10454580" y="5798668"/>
              <a:ext cx="143280" cy="18432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45A58AFF-AF29-4FFD-57CC-DA3CE3B40C6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444140" y="5787868"/>
                <a:ext cx="1645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184B4AD0-9FB4-ACDF-5551-B8A7910A8B77}"/>
                  </a:ext>
                </a:extLst>
              </p14:cNvPr>
              <p14:cNvContentPartPr/>
              <p14:nvPr/>
            </p14:nvContentPartPr>
            <p14:xfrm>
              <a:off x="10654020" y="5706508"/>
              <a:ext cx="25920" cy="1389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184B4AD0-9FB4-ACDF-5551-B8A7910A8B7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643580" y="5695708"/>
                <a:ext cx="4716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830A54A-1558-BF4B-C404-CE2DA32B1854}"/>
                  </a:ext>
                </a:extLst>
              </p14:cNvPr>
              <p14:cNvContentPartPr/>
              <p14:nvPr/>
            </p14:nvContentPartPr>
            <p14:xfrm>
              <a:off x="10687860" y="5619028"/>
              <a:ext cx="28440" cy="309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830A54A-1558-BF4B-C404-CE2DA32B185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677060" y="5608588"/>
                <a:ext cx="4968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20961448-699B-0325-61A1-7A954F528EA1}"/>
                  </a:ext>
                </a:extLst>
              </p14:cNvPr>
              <p14:cNvContentPartPr/>
              <p14:nvPr/>
            </p14:nvContentPartPr>
            <p14:xfrm>
              <a:off x="10756620" y="5557828"/>
              <a:ext cx="77400" cy="28764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20961448-699B-0325-61A1-7A954F528EA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746180" y="5547028"/>
                <a:ext cx="986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861E7A7A-D2A8-2446-520B-ED5D03112DC2}"/>
                  </a:ext>
                </a:extLst>
              </p14:cNvPr>
              <p14:cNvContentPartPr/>
              <p14:nvPr/>
            </p14:nvContentPartPr>
            <p14:xfrm>
              <a:off x="10726020" y="5680588"/>
              <a:ext cx="82440" cy="568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861E7A7A-D2A8-2446-520B-ED5D03112DC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715220" y="5670148"/>
                <a:ext cx="1036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5B544ABC-3260-9AB1-768B-E9C364BC0D09}"/>
                  </a:ext>
                </a:extLst>
              </p14:cNvPr>
              <p14:cNvContentPartPr/>
              <p14:nvPr/>
            </p14:nvContentPartPr>
            <p14:xfrm>
              <a:off x="10951380" y="5551348"/>
              <a:ext cx="159480" cy="13932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5B544ABC-3260-9AB1-768B-E9C364BC0D0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940940" y="5540908"/>
                <a:ext cx="1807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EADE07A8-0BAB-7FA9-E7ED-5134F0EB1FC6}"/>
                  </a:ext>
                </a:extLst>
              </p14:cNvPr>
              <p14:cNvContentPartPr/>
              <p14:nvPr/>
            </p14:nvContentPartPr>
            <p14:xfrm>
              <a:off x="11151540" y="5465308"/>
              <a:ext cx="102960" cy="2116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EADE07A8-0BAB-7FA9-E7ED-5134F0EB1FC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140740" y="5454868"/>
                <a:ext cx="12420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504E11E-3DA5-5B58-93EF-D2434F9F2E51}"/>
                  </a:ext>
                </a:extLst>
              </p14:cNvPr>
              <p14:cNvContentPartPr/>
              <p14:nvPr/>
            </p14:nvContentPartPr>
            <p14:xfrm>
              <a:off x="11248740" y="5501308"/>
              <a:ext cx="246600" cy="1587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504E11E-3DA5-5B58-93EF-D2434F9F2E5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238300" y="5490508"/>
                <a:ext cx="2678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EFE89A6-24BF-E221-A0D6-AF016EC2B1AB}"/>
                  </a:ext>
                </a:extLst>
              </p14:cNvPr>
              <p14:cNvContentPartPr/>
              <p14:nvPr/>
            </p14:nvContentPartPr>
            <p14:xfrm>
              <a:off x="11502540" y="5455228"/>
              <a:ext cx="95400" cy="24660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EFE89A6-24BF-E221-A0D6-AF016EC2B1A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491740" y="5444428"/>
                <a:ext cx="1166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1E66692D-0F72-0CA2-0CF2-530709B1D4D0}"/>
                  </a:ext>
                </a:extLst>
              </p14:cNvPr>
              <p14:cNvContentPartPr/>
              <p14:nvPr/>
            </p14:nvContentPartPr>
            <p14:xfrm>
              <a:off x="10705500" y="5948068"/>
              <a:ext cx="205560" cy="1742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1E66692D-0F72-0CA2-0CF2-530709B1D4D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94700" y="5937268"/>
                <a:ext cx="2268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3BCF3962-E142-E79D-0D96-757F2054D8BF}"/>
                  </a:ext>
                </a:extLst>
              </p14:cNvPr>
              <p14:cNvContentPartPr/>
              <p14:nvPr/>
            </p14:nvContentPartPr>
            <p14:xfrm>
              <a:off x="10941300" y="5927908"/>
              <a:ext cx="61920" cy="1530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3BCF3962-E142-E79D-0D96-757F2054D8B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930500" y="5917468"/>
                <a:ext cx="8316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75D50CD3-3168-8856-1695-5F6213702249}"/>
                  </a:ext>
                </a:extLst>
              </p14:cNvPr>
              <p14:cNvContentPartPr/>
              <p14:nvPr/>
            </p14:nvContentPartPr>
            <p14:xfrm>
              <a:off x="11017980" y="5942308"/>
              <a:ext cx="82440" cy="979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75D50CD3-3168-8856-1695-5F621370224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007540" y="5931508"/>
                <a:ext cx="1036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8A70CC4-20D6-287B-6C40-BA0C48C83FAB}"/>
                  </a:ext>
                </a:extLst>
              </p14:cNvPr>
              <p14:cNvContentPartPr/>
              <p14:nvPr/>
            </p14:nvContentPartPr>
            <p14:xfrm>
              <a:off x="11120580" y="5948428"/>
              <a:ext cx="72000" cy="11304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8A70CC4-20D6-287B-6C40-BA0C48C83FA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110140" y="5937988"/>
                <a:ext cx="932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4FB39E32-EA3C-07E7-2FAE-8F7ECB8576A2}"/>
                  </a:ext>
                </a:extLst>
              </p14:cNvPr>
              <p14:cNvContentPartPr/>
              <p14:nvPr/>
            </p14:nvContentPartPr>
            <p14:xfrm>
              <a:off x="10946340" y="5901268"/>
              <a:ext cx="308160" cy="3690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4FB39E32-EA3C-07E7-2FAE-8F7ECB8576A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935900" y="5890468"/>
                <a:ext cx="32940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2E0383F3-5AA9-B2E9-A79F-4E37091C51BA}"/>
                  </a:ext>
                </a:extLst>
              </p14:cNvPr>
              <p14:cNvContentPartPr/>
              <p14:nvPr/>
            </p14:nvContentPartPr>
            <p14:xfrm>
              <a:off x="11105820" y="6101068"/>
              <a:ext cx="204840" cy="2156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2E0383F3-5AA9-B2E9-A79F-4E37091C51B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095380" y="6090628"/>
                <a:ext cx="2260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2B8575A-4F72-501E-12B9-F3372CB61CED}"/>
                  </a:ext>
                </a:extLst>
              </p14:cNvPr>
              <p14:cNvContentPartPr/>
              <p14:nvPr/>
            </p14:nvContentPartPr>
            <p14:xfrm>
              <a:off x="11274660" y="6178108"/>
              <a:ext cx="97920" cy="619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2B8575A-4F72-501E-12B9-F3372CB61CE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263860" y="6167308"/>
                <a:ext cx="1191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A6728A9-60D6-A532-C7F0-2A490D655C23}"/>
                  </a:ext>
                </a:extLst>
              </p14:cNvPr>
              <p14:cNvContentPartPr/>
              <p14:nvPr/>
            </p14:nvContentPartPr>
            <p14:xfrm>
              <a:off x="10987380" y="6306268"/>
              <a:ext cx="200160" cy="159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A6728A9-60D6-A532-C7F0-2A490D655C2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976940" y="6295468"/>
                <a:ext cx="2214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723BBCFE-09ED-5BE1-4767-A36F885A9E5D}"/>
                  </a:ext>
                </a:extLst>
              </p14:cNvPr>
              <p14:cNvContentPartPr/>
              <p14:nvPr/>
            </p14:nvContentPartPr>
            <p14:xfrm>
              <a:off x="11146500" y="6290788"/>
              <a:ext cx="241200" cy="1771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723BBCFE-09ED-5BE1-4767-A36F885A9E5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135700" y="6280348"/>
                <a:ext cx="262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4D7D6FF7-57FC-C947-64AF-3639AEB85265}"/>
                  </a:ext>
                </a:extLst>
              </p14:cNvPr>
              <p14:cNvContentPartPr/>
              <p14:nvPr/>
            </p14:nvContentPartPr>
            <p14:xfrm>
              <a:off x="11366820" y="6324628"/>
              <a:ext cx="97920" cy="14112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4D7D6FF7-57FC-C947-64AF-3639AEB8526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356020" y="6313828"/>
                <a:ext cx="1191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C901DF1C-23E5-351B-7724-968F7E64BA2E}"/>
                  </a:ext>
                </a:extLst>
              </p14:cNvPr>
              <p14:cNvContentPartPr/>
              <p14:nvPr/>
            </p14:nvContentPartPr>
            <p14:xfrm>
              <a:off x="11002860" y="6514348"/>
              <a:ext cx="210600" cy="1252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C901DF1C-23E5-351B-7724-968F7E64BA2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992060" y="6503548"/>
                <a:ext cx="2318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A047FED-C5DB-CE57-74FC-E2C959792E31}"/>
                  </a:ext>
                </a:extLst>
              </p14:cNvPr>
              <p14:cNvContentPartPr/>
              <p14:nvPr/>
            </p14:nvContentPartPr>
            <p14:xfrm>
              <a:off x="11202660" y="6542788"/>
              <a:ext cx="97920" cy="1537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A047FED-C5DB-CE57-74FC-E2C959792E3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192220" y="6531988"/>
                <a:ext cx="1191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DDEE530-2BB9-254A-8AA9-EE4B113B7DBA}"/>
                  </a:ext>
                </a:extLst>
              </p14:cNvPr>
              <p14:cNvContentPartPr/>
              <p14:nvPr/>
            </p14:nvContentPartPr>
            <p14:xfrm>
              <a:off x="11300220" y="6531988"/>
              <a:ext cx="159480" cy="1411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DDEE530-2BB9-254A-8AA9-EE4B113B7DB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289420" y="6521188"/>
                <a:ext cx="18072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BB6D213-2727-F0B4-C633-ED67C85031D2}"/>
                  </a:ext>
                </a:extLst>
              </p14:cNvPr>
              <p14:cNvContentPartPr/>
              <p14:nvPr/>
            </p14:nvContentPartPr>
            <p14:xfrm>
              <a:off x="11474460" y="6501028"/>
              <a:ext cx="149040" cy="12852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BB6D213-2727-F0B4-C633-ED67C85031D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464020" y="6490588"/>
                <a:ext cx="170280" cy="1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97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5" grpId="0" animBg="1"/>
      <p:bldP spid="6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CBC mode (parallel) Decryption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CBD2EEA-CC16-F642-940F-B6E1627A0E0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00500" y="1981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BLK1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981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BLK2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0" y="1981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BLK3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500" y="34290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4290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0" y="3429000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48006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48006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82000" y="48006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057401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Plaintext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4876801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Ciphertext</a:t>
            </a: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38400" y="2705100"/>
            <a:ext cx="10668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6600"/>
                </a:solidFill>
              </a:rPr>
              <a:t>I</a:t>
            </a:r>
            <a:r>
              <a:rPr lang="en-US">
                <a:solidFill>
                  <a:srgbClr val="FF6600"/>
                </a:solidFill>
              </a:rPr>
              <a:t>nitial </a:t>
            </a:r>
          </a:p>
          <a:p>
            <a:pPr algn="ctr"/>
            <a:r>
              <a:rPr lang="en-US" b="1">
                <a:solidFill>
                  <a:srgbClr val="FF6600"/>
                </a:solidFill>
              </a:rPr>
              <a:t>V</a:t>
            </a:r>
            <a:r>
              <a:rPr lang="en-US">
                <a:solidFill>
                  <a:srgbClr val="FF6600"/>
                </a:solidFill>
              </a:rPr>
              <a:t>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7201" y="29021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438902" y="29021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8648702" y="2902178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cxnSp>
        <p:nvCxnSpPr>
          <p:cNvPr id="51" name="Straight Arrow Connector 50"/>
          <p:cNvCxnSpPr>
            <a:stCxn id="21" idx="3"/>
            <a:endCxn id="27" idx="1"/>
          </p:cNvCxnSpPr>
          <p:nvPr/>
        </p:nvCxnSpPr>
        <p:spPr>
          <a:xfrm>
            <a:off x="3505200" y="3009900"/>
            <a:ext cx="762000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0" idx="3"/>
            <a:endCxn id="42" idx="1"/>
          </p:cNvCxnSpPr>
          <p:nvPr/>
        </p:nvCxnSpPr>
        <p:spPr>
          <a:xfrm flipV="1">
            <a:off x="4991101" y="3009900"/>
            <a:ext cx="1447801" cy="2095500"/>
          </a:xfrm>
          <a:prstGeom prst="bentConnector3">
            <a:avLst>
              <a:gd name="adj1" fmla="val 19825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11" idx="3"/>
            <a:endCxn id="43" idx="1"/>
          </p:cNvCxnSpPr>
          <p:nvPr/>
        </p:nvCxnSpPr>
        <p:spPr>
          <a:xfrm flipV="1">
            <a:off x="7162801" y="3009900"/>
            <a:ext cx="1485901" cy="2095500"/>
          </a:xfrm>
          <a:prstGeom prst="bentConnector3">
            <a:avLst>
              <a:gd name="adj1" fmla="val 24017"/>
            </a:avLst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0"/>
            <a:endCxn id="7" idx="2"/>
          </p:cNvCxnSpPr>
          <p:nvPr/>
        </p:nvCxnSpPr>
        <p:spPr>
          <a:xfrm flipV="1">
            <a:off x="4495800" y="40386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0"/>
            <a:endCxn id="27" idx="2"/>
          </p:cNvCxnSpPr>
          <p:nvPr/>
        </p:nvCxnSpPr>
        <p:spPr>
          <a:xfrm flipV="1">
            <a:off x="4495800" y="3117622"/>
            <a:ext cx="0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7" idx="0"/>
            <a:endCxn id="4" idx="2"/>
          </p:cNvCxnSpPr>
          <p:nvPr/>
        </p:nvCxnSpPr>
        <p:spPr>
          <a:xfrm flipV="1">
            <a:off x="4495800" y="2590800"/>
            <a:ext cx="0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0"/>
            <a:endCxn id="8" idx="2"/>
          </p:cNvCxnSpPr>
          <p:nvPr/>
        </p:nvCxnSpPr>
        <p:spPr>
          <a:xfrm flipV="1">
            <a:off x="6667500" y="40386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8" idx="0"/>
            <a:endCxn id="42" idx="2"/>
          </p:cNvCxnSpPr>
          <p:nvPr/>
        </p:nvCxnSpPr>
        <p:spPr>
          <a:xfrm flipV="1">
            <a:off x="6667501" y="3117622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42" idx="0"/>
            <a:endCxn id="5" idx="2"/>
          </p:cNvCxnSpPr>
          <p:nvPr/>
        </p:nvCxnSpPr>
        <p:spPr>
          <a:xfrm flipH="1" flipV="1">
            <a:off x="6667501" y="2590800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2" idx="0"/>
            <a:endCxn id="9" idx="2"/>
          </p:cNvCxnSpPr>
          <p:nvPr/>
        </p:nvCxnSpPr>
        <p:spPr>
          <a:xfrm flipV="1">
            <a:off x="8877300" y="4038600"/>
            <a:ext cx="0" cy="76200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0"/>
            <a:endCxn id="43" idx="2"/>
          </p:cNvCxnSpPr>
          <p:nvPr/>
        </p:nvCxnSpPr>
        <p:spPr>
          <a:xfrm flipV="1">
            <a:off x="8877301" y="3117622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43" idx="0"/>
            <a:endCxn id="6" idx="2"/>
          </p:cNvCxnSpPr>
          <p:nvPr/>
        </p:nvCxnSpPr>
        <p:spPr>
          <a:xfrm flipH="1" flipV="1">
            <a:off x="8877301" y="2590800"/>
            <a:ext cx="1" cy="31137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7620000" y="3505201"/>
            <a:ext cx="762000" cy="461665"/>
            <a:chOff x="6096000" y="3505200"/>
            <a:chExt cx="762000" cy="461665"/>
          </a:xfrm>
        </p:grpSpPr>
        <p:sp>
          <p:nvSpPr>
            <p:cNvPr id="34" name="TextBox 33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36" name="Straight Arrow Connector 35"/>
            <p:cNvCxnSpPr>
              <a:stCxn id="34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5410200" y="3505201"/>
            <a:ext cx="762000" cy="461665"/>
            <a:chOff x="6096000" y="3505200"/>
            <a:chExt cx="762000" cy="461665"/>
          </a:xfrm>
        </p:grpSpPr>
        <p:sp>
          <p:nvSpPr>
            <p:cNvPr id="39" name="TextBox 38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40" name="Straight Arrow Connector 39"/>
            <p:cNvCxnSpPr>
              <a:stCxn id="39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3200400" y="3581401"/>
            <a:ext cx="762000" cy="461665"/>
            <a:chOff x="6096000" y="3505200"/>
            <a:chExt cx="762000" cy="461665"/>
          </a:xfrm>
        </p:grpSpPr>
        <p:sp>
          <p:nvSpPr>
            <p:cNvPr id="44" name="TextBox 43"/>
            <p:cNvSpPr txBox="1"/>
            <p:nvPr/>
          </p:nvSpPr>
          <p:spPr>
            <a:xfrm>
              <a:off x="6096000" y="3505200"/>
              <a:ext cx="4069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K</a:t>
              </a:r>
            </a:p>
          </p:txBody>
        </p:sp>
        <p:cxnSp>
          <p:nvCxnSpPr>
            <p:cNvPr id="45" name="Straight Arrow Connector 44"/>
            <p:cNvCxnSpPr>
              <a:stCxn id="44" idx="3"/>
            </p:cNvCxnSpPr>
            <p:nvPr/>
          </p:nvCxnSpPr>
          <p:spPr>
            <a:xfrm flipV="1">
              <a:off x="6502932" y="3733800"/>
              <a:ext cx="355068" cy="223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83B48C-0DBC-DBB7-2D3F-17EA58345717}"/>
                  </a:ext>
                </a:extLst>
              </p14:cNvPr>
              <p14:cNvContentPartPr/>
              <p14:nvPr/>
            </p14:nvContentPartPr>
            <p14:xfrm>
              <a:off x="4701907" y="5349387"/>
              <a:ext cx="505080" cy="296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83B48C-0DBC-DBB7-2D3F-17EA583457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91467" y="5338587"/>
                <a:ext cx="52632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0C14D20-16C3-9832-0CB8-DE84B85C9CAC}"/>
                  </a:ext>
                </a:extLst>
              </p14:cNvPr>
              <p14:cNvContentPartPr/>
              <p14:nvPr/>
            </p14:nvContentPartPr>
            <p14:xfrm>
              <a:off x="8558227" y="5306907"/>
              <a:ext cx="360360" cy="515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0C14D20-16C3-9832-0CB8-DE84B85C9C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7427" y="5296467"/>
                <a:ext cx="38160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31575EE-036D-7621-BBEB-4FF0A470AE95}"/>
                  </a:ext>
                </a:extLst>
              </p14:cNvPr>
              <p14:cNvContentPartPr/>
              <p14:nvPr/>
            </p14:nvContentPartPr>
            <p14:xfrm>
              <a:off x="5940667" y="5342187"/>
              <a:ext cx="2265120" cy="960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31575EE-036D-7621-BBEB-4FF0A470AE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29867" y="5331743"/>
                <a:ext cx="2286360" cy="9813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726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 Mode Encryption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38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CTR=IV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CTR+1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72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CTR+2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0524" y="3345628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4124" y="3345628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924" y="3345628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5700" y="538685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9300" y="538685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9100" y="538685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6668" y="1295401"/>
            <a:ext cx="1287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Plaintext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468" y="5520667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Ciphertext</a:t>
            </a:r>
          </a:p>
        </p:txBody>
      </p:sp>
      <p:cxnSp>
        <p:nvCxnSpPr>
          <p:cNvPr id="28" name="Straight Arrow Connector 27"/>
          <p:cNvCxnSpPr>
            <a:cxnSpLocks/>
            <a:stCxn id="16" idx="2"/>
          </p:cNvCxnSpPr>
          <p:nvPr/>
        </p:nvCxnSpPr>
        <p:spPr>
          <a:xfrm>
            <a:off x="4235824" y="3955228"/>
            <a:ext cx="0" cy="54146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  <a:stCxn id="5" idx="2"/>
          </p:cNvCxnSpPr>
          <p:nvPr/>
        </p:nvCxnSpPr>
        <p:spPr>
          <a:xfrm>
            <a:off x="6362700" y="2819400"/>
            <a:ext cx="0" cy="52622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97524" y="34218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9" name="Straight Arrow Connector 8"/>
          <p:cNvCxnSpPr>
            <a:stCxn id="7" idx="3"/>
            <a:endCxn id="16" idx="1"/>
          </p:cNvCxnSpPr>
          <p:nvPr/>
        </p:nvCxnSpPr>
        <p:spPr>
          <a:xfrm flipV="1">
            <a:off x="2936078" y="3650428"/>
            <a:ext cx="8044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59724" y="34218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4370" y="34218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11" name="Straight Arrow Connector 10"/>
          <p:cNvCxnSpPr>
            <a:cxnSpLocks/>
            <a:stCxn id="24" idx="3"/>
            <a:endCxn id="17" idx="1"/>
          </p:cNvCxnSpPr>
          <p:nvPr/>
        </p:nvCxnSpPr>
        <p:spPr>
          <a:xfrm flipV="1">
            <a:off x="5298278" y="3650428"/>
            <a:ext cx="5758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6" idx="3"/>
            <a:endCxn id="18" idx="1"/>
          </p:cNvCxnSpPr>
          <p:nvPr/>
        </p:nvCxnSpPr>
        <p:spPr>
          <a:xfrm flipV="1">
            <a:off x="7702924" y="3650428"/>
            <a:ext cx="381000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200400" y="121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BLK1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1000" y="121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1600" y="12192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6600"/>
                </a:solidFill>
              </a:rPr>
              <a:t>BLK3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284643-B115-934F-90B9-09D50EFCBE23}"/>
              </a:ext>
            </a:extLst>
          </p:cNvPr>
          <p:cNvSpPr txBox="1"/>
          <p:nvPr/>
        </p:nvSpPr>
        <p:spPr>
          <a:xfrm>
            <a:off x="7442466" y="1193625"/>
            <a:ext cx="101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Key: 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B042FF-1356-5987-0ABE-1351AFC30A8E}"/>
              </a:ext>
            </a:extLst>
          </p:cNvPr>
          <p:cNvCxnSpPr/>
          <p:nvPr/>
        </p:nvCxnSpPr>
        <p:spPr>
          <a:xfrm flipV="1">
            <a:off x="2969875" y="2512366"/>
            <a:ext cx="8044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401F0F-EC1E-731B-6A69-B57DA2C74882}"/>
              </a:ext>
            </a:extLst>
          </p:cNvPr>
          <p:cNvCxnSpPr>
            <a:cxnSpLocks/>
          </p:cNvCxnSpPr>
          <p:nvPr/>
        </p:nvCxnSpPr>
        <p:spPr>
          <a:xfrm>
            <a:off x="4235824" y="2819400"/>
            <a:ext cx="0" cy="52622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B163BE-B06A-B305-CC12-B89819D6B43E}"/>
              </a:ext>
            </a:extLst>
          </p:cNvPr>
          <p:cNvCxnSpPr>
            <a:cxnSpLocks/>
          </p:cNvCxnSpPr>
          <p:nvPr/>
        </p:nvCxnSpPr>
        <p:spPr>
          <a:xfrm>
            <a:off x="8572500" y="2819400"/>
            <a:ext cx="0" cy="52622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61B5B5-823E-5CF3-F31A-FF85EAA27706}"/>
              </a:ext>
            </a:extLst>
          </p:cNvPr>
          <p:cNvCxnSpPr>
            <a:cxnSpLocks/>
          </p:cNvCxnSpPr>
          <p:nvPr/>
        </p:nvCxnSpPr>
        <p:spPr>
          <a:xfrm>
            <a:off x="6362700" y="3955228"/>
            <a:ext cx="0" cy="54146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82A8D4-8AF7-CA36-7E3B-A51726286200}"/>
              </a:ext>
            </a:extLst>
          </p:cNvPr>
          <p:cNvCxnSpPr>
            <a:cxnSpLocks/>
          </p:cNvCxnSpPr>
          <p:nvPr/>
        </p:nvCxnSpPr>
        <p:spPr>
          <a:xfrm>
            <a:off x="8572500" y="3955228"/>
            <a:ext cx="0" cy="54146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60D5D65-3185-C398-81EC-682B0E377AC0}"/>
              </a:ext>
            </a:extLst>
          </p:cNvPr>
          <p:cNvSpPr txBox="1"/>
          <p:nvPr/>
        </p:nvSpPr>
        <p:spPr>
          <a:xfrm>
            <a:off x="4007224" y="4493094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 XOR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974FEC-6059-DD06-1043-56799D43570F}"/>
              </a:ext>
            </a:extLst>
          </p:cNvPr>
          <p:cNvSpPr txBox="1"/>
          <p:nvPr/>
        </p:nvSpPr>
        <p:spPr>
          <a:xfrm>
            <a:off x="6178925" y="4493094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0C15D2-826B-8CAE-92EB-DA23A5DB8CB8}"/>
              </a:ext>
            </a:extLst>
          </p:cNvPr>
          <p:cNvSpPr txBox="1"/>
          <p:nvPr/>
        </p:nvSpPr>
        <p:spPr>
          <a:xfrm>
            <a:off x="8388725" y="4493094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3F0B2F-D53D-6F75-3CD1-BDE5C0D658DD}"/>
              </a:ext>
            </a:extLst>
          </p:cNvPr>
          <p:cNvSpPr/>
          <p:nvPr/>
        </p:nvSpPr>
        <p:spPr>
          <a:xfrm>
            <a:off x="2649743" y="429297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BLK1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599011C-DE92-7EDE-7BEA-295144C370A1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3640343" y="4597770"/>
            <a:ext cx="373155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E2695D7-16E3-FECF-68B3-DA49FFA9C6B5}"/>
              </a:ext>
            </a:extLst>
          </p:cNvPr>
          <p:cNvSpPr/>
          <p:nvPr/>
        </p:nvSpPr>
        <p:spPr>
          <a:xfrm>
            <a:off x="4803962" y="4292843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BLK2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0862FDF-1A03-0696-4349-7F3FF9C1F378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5794562" y="4597643"/>
            <a:ext cx="373155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B410383F-FBC7-0D39-A539-0BF37998E39F}"/>
              </a:ext>
            </a:extLst>
          </p:cNvPr>
          <p:cNvSpPr/>
          <p:nvPr/>
        </p:nvSpPr>
        <p:spPr>
          <a:xfrm>
            <a:off x="7051863" y="4306315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BLK3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8BFF00E-6F7D-69DC-2882-8122719E968D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8042463" y="4611115"/>
            <a:ext cx="373155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B3E6420-FF45-420C-916B-A782AD6BD512}"/>
              </a:ext>
            </a:extLst>
          </p:cNvPr>
          <p:cNvCxnSpPr>
            <a:cxnSpLocks/>
          </p:cNvCxnSpPr>
          <p:nvPr/>
        </p:nvCxnSpPr>
        <p:spPr>
          <a:xfrm>
            <a:off x="4234928" y="4708538"/>
            <a:ext cx="896" cy="6783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3DB3CCF-5E4C-756A-EB3F-FB73840C2960}"/>
              </a:ext>
            </a:extLst>
          </p:cNvPr>
          <p:cNvCxnSpPr>
            <a:cxnSpLocks/>
          </p:cNvCxnSpPr>
          <p:nvPr/>
        </p:nvCxnSpPr>
        <p:spPr>
          <a:xfrm>
            <a:off x="6368528" y="4695406"/>
            <a:ext cx="896" cy="6783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0F81C-891A-E678-9CE0-FC16EE851AFD}"/>
              </a:ext>
            </a:extLst>
          </p:cNvPr>
          <p:cNvCxnSpPr>
            <a:cxnSpLocks/>
          </p:cNvCxnSpPr>
          <p:nvPr/>
        </p:nvCxnSpPr>
        <p:spPr>
          <a:xfrm>
            <a:off x="8572500" y="4723125"/>
            <a:ext cx="896" cy="6783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1BA22-C06A-56B6-C9C8-C1D7CE49060B}"/>
              </a:ext>
            </a:extLst>
          </p:cNvPr>
          <p:cNvSpPr/>
          <p:nvPr/>
        </p:nvSpPr>
        <p:spPr>
          <a:xfrm>
            <a:off x="1864975" y="2205461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D440B2-53B5-A74A-36E3-D6A0BACDD01A}"/>
              </a:ext>
            </a:extLst>
          </p:cNvPr>
          <p:cNvSpPr/>
          <p:nvPr/>
        </p:nvSpPr>
        <p:spPr>
          <a:xfrm>
            <a:off x="1779101" y="5386850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1BA016-75C7-DC71-C86D-8A0C2C5DB10D}"/>
              </a:ext>
            </a:extLst>
          </p:cNvPr>
          <p:cNvCxnSpPr/>
          <p:nvPr/>
        </p:nvCxnSpPr>
        <p:spPr>
          <a:xfrm>
            <a:off x="1836668" y="4109421"/>
            <a:ext cx="8210974" cy="0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C2BDD7-044F-20E0-37C6-7443416B623A}"/>
                  </a:ext>
                </a:extLst>
              </p14:cNvPr>
              <p14:cNvContentPartPr/>
              <p14:nvPr/>
            </p14:nvContentPartPr>
            <p14:xfrm>
              <a:off x="1755913" y="3832946"/>
              <a:ext cx="113040" cy="177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C2BDD7-044F-20E0-37C6-7443416B62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5113" y="3822506"/>
                <a:ext cx="13428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489C9B7-819A-A09A-13A6-2F631C3C8CF8}"/>
                  </a:ext>
                </a:extLst>
              </p14:cNvPr>
              <p14:cNvContentPartPr/>
              <p14:nvPr/>
            </p14:nvContentPartPr>
            <p14:xfrm>
              <a:off x="1441633" y="3405986"/>
              <a:ext cx="816840" cy="232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489C9B7-819A-A09A-13A6-2F631C3C8C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0833" y="3395546"/>
                <a:ext cx="8380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78F1839-6834-98ED-F4F7-BABB79AC3A75}"/>
                  </a:ext>
                </a:extLst>
              </p14:cNvPr>
              <p14:cNvContentPartPr/>
              <p14:nvPr/>
            </p14:nvContentPartPr>
            <p14:xfrm>
              <a:off x="1843966" y="4619079"/>
              <a:ext cx="584280" cy="356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78F1839-6834-98ED-F4F7-BABB79AC3A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3526" y="4608279"/>
                <a:ext cx="6055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772C468-3C3D-7DDB-023A-7C2D18B066EE}"/>
                  </a:ext>
                </a:extLst>
              </p14:cNvPr>
              <p14:cNvContentPartPr/>
              <p14:nvPr/>
            </p14:nvContentPartPr>
            <p14:xfrm>
              <a:off x="432406" y="4359879"/>
              <a:ext cx="1130400" cy="6811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772C468-3C3D-7DDB-023A-7C2D18B066E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1966" y="4349439"/>
                <a:ext cx="1151640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570F0BD-D5D3-7F57-A3C1-BBE45D8F8606}"/>
                  </a:ext>
                </a:extLst>
              </p14:cNvPr>
              <p14:cNvContentPartPr/>
              <p14:nvPr/>
            </p14:nvContentPartPr>
            <p14:xfrm>
              <a:off x="3180938" y="1893109"/>
              <a:ext cx="1968120" cy="4201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570F0BD-D5D3-7F57-A3C1-BBE45D8F860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70498" y="1882669"/>
                <a:ext cx="198936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6BAE049-8206-C428-C480-A680B184B03D}"/>
                  </a:ext>
                </a:extLst>
              </p14:cNvPr>
              <p14:cNvContentPartPr/>
              <p14:nvPr/>
            </p14:nvContentPartPr>
            <p14:xfrm>
              <a:off x="2173320" y="1888377"/>
              <a:ext cx="745560" cy="83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6BAE049-8206-C428-C480-A680B184B0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62520" y="1877937"/>
                <a:ext cx="7668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AB6F2D8-7AA5-E261-7F2D-37DC6B4CCFC0}"/>
                  </a:ext>
                </a:extLst>
              </p14:cNvPr>
              <p14:cNvContentPartPr/>
              <p14:nvPr/>
            </p14:nvContentPartPr>
            <p14:xfrm>
              <a:off x="874440" y="1728537"/>
              <a:ext cx="890280" cy="62820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AB6F2D8-7AA5-E261-7F2D-37DC6B4CCF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3640" y="1718097"/>
                <a:ext cx="911520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593FA5D-E192-3C46-A3BA-C2DCB9A97F65}"/>
                  </a:ext>
                </a:extLst>
              </p14:cNvPr>
              <p14:cNvContentPartPr/>
              <p14:nvPr/>
            </p14:nvContentPartPr>
            <p14:xfrm>
              <a:off x="6141817" y="395032"/>
              <a:ext cx="776880" cy="300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593FA5D-E192-3C46-A3BA-C2DCB9A97F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31377" y="384232"/>
                <a:ext cx="7981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C186FB9B-91B4-9FE6-7B31-38B8D354FDC5}"/>
                  </a:ext>
                </a:extLst>
              </p14:cNvPr>
              <p14:cNvContentPartPr/>
              <p14:nvPr/>
            </p14:nvContentPartPr>
            <p14:xfrm>
              <a:off x="5482297" y="341752"/>
              <a:ext cx="518040" cy="2728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C186FB9B-91B4-9FE6-7B31-38B8D354FD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71857" y="330952"/>
                <a:ext cx="5392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2848C50-498C-2CE1-15EA-81A07FCDCD07}"/>
                  </a:ext>
                </a:extLst>
              </p14:cNvPr>
              <p14:cNvContentPartPr/>
              <p14:nvPr/>
            </p14:nvContentPartPr>
            <p14:xfrm>
              <a:off x="7794089" y="529653"/>
              <a:ext cx="226080" cy="216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2848C50-498C-2CE1-15EA-81A07FCDCD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83289" y="518853"/>
                <a:ext cx="247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277B89C-F7BB-BF14-3E27-F0CD90AC22F5}"/>
                  </a:ext>
                </a:extLst>
              </p14:cNvPr>
              <p14:cNvContentPartPr/>
              <p14:nvPr/>
            </p14:nvContentPartPr>
            <p14:xfrm>
              <a:off x="8101169" y="411213"/>
              <a:ext cx="38880" cy="224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277B89C-F7BB-BF14-3E27-F0CD90AC22F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090369" y="400413"/>
                <a:ext cx="601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F1F168FB-5611-FB98-B488-FBAD42125FFC}"/>
                  </a:ext>
                </a:extLst>
              </p14:cNvPr>
              <p14:cNvContentPartPr/>
              <p14:nvPr/>
            </p14:nvContentPartPr>
            <p14:xfrm>
              <a:off x="8121329" y="401493"/>
              <a:ext cx="128880" cy="1659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F1F168FB-5611-FB98-B488-FBAD42125FF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10529" y="390693"/>
                <a:ext cx="1501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335F234-2CD3-FEF0-67C3-FA324C64076A}"/>
                  </a:ext>
                </a:extLst>
              </p14:cNvPr>
              <p14:cNvContentPartPr/>
              <p14:nvPr/>
            </p14:nvContentPartPr>
            <p14:xfrm>
              <a:off x="8295209" y="429213"/>
              <a:ext cx="1212120" cy="2851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335F234-2CD3-FEF0-67C3-FA324C64076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84409" y="418773"/>
                <a:ext cx="123336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809EA84D-EF88-45C5-4C08-1326EC862826}"/>
                  </a:ext>
                </a:extLst>
              </p14:cNvPr>
              <p14:cNvContentPartPr/>
              <p14:nvPr/>
            </p14:nvContentPartPr>
            <p14:xfrm>
              <a:off x="10118429" y="415585"/>
              <a:ext cx="1556640" cy="3301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809EA84D-EF88-45C5-4C08-1326EC86282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07987" y="404785"/>
                <a:ext cx="1577885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A02B9C8-1B90-2DA7-D154-B10B29D58C48}"/>
                  </a:ext>
                </a:extLst>
              </p14:cNvPr>
              <p14:cNvContentPartPr/>
              <p14:nvPr/>
            </p14:nvContentPartPr>
            <p14:xfrm>
              <a:off x="9645389" y="431785"/>
              <a:ext cx="327600" cy="19620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A02B9C8-1B90-2DA7-D154-B10B29D58C4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34949" y="421345"/>
                <a:ext cx="348840" cy="21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1729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 Mode Decryption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8B8EC3-9F36-4B4C-8C48-DF0F83EA20F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7338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CTR=IV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CTR+1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7200" y="2209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CTR+2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0524" y="3345628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4124" y="3345628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924" y="3345628"/>
            <a:ext cx="990600" cy="609600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Cipher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5700" y="538685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BLK1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9300" y="538685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BLK2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9100" y="538685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BLK3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8300" y="5463051"/>
            <a:ext cx="1002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Plaintext</a:t>
            </a:r>
          </a:p>
        </p:txBody>
      </p:sp>
      <p:cxnSp>
        <p:nvCxnSpPr>
          <p:cNvPr id="28" name="Straight Arrow Connector 27"/>
          <p:cNvCxnSpPr>
            <a:cxnSpLocks/>
            <a:stCxn id="16" idx="2"/>
          </p:cNvCxnSpPr>
          <p:nvPr/>
        </p:nvCxnSpPr>
        <p:spPr>
          <a:xfrm>
            <a:off x="4235824" y="3955228"/>
            <a:ext cx="0" cy="54146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  <a:stCxn id="5" idx="2"/>
          </p:cNvCxnSpPr>
          <p:nvPr/>
        </p:nvCxnSpPr>
        <p:spPr>
          <a:xfrm>
            <a:off x="6362700" y="2819400"/>
            <a:ext cx="0" cy="52622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97524" y="34218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9" name="Straight Arrow Connector 8"/>
          <p:cNvCxnSpPr>
            <a:stCxn id="7" idx="3"/>
            <a:endCxn id="16" idx="1"/>
          </p:cNvCxnSpPr>
          <p:nvPr/>
        </p:nvCxnSpPr>
        <p:spPr>
          <a:xfrm flipV="1">
            <a:off x="2936078" y="3650428"/>
            <a:ext cx="8044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59724" y="34218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4370" y="342182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11" name="Straight Arrow Connector 10"/>
          <p:cNvCxnSpPr>
            <a:cxnSpLocks/>
            <a:stCxn id="24" idx="3"/>
            <a:endCxn id="17" idx="1"/>
          </p:cNvCxnSpPr>
          <p:nvPr/>
        </p:nvCxnSpPr>
        <p:spPr>
          <a:xfrm flipV="1">
            <a:off x="5298278" y="3650428"/>
            <a:ext cx="5758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6" idx="3"/>
            <a:endCxn id="18" idx="1"/>
          </p:cNvCxnSpPr>
          <p:nvPr/>
        </p:nvCxnSpPr>
        <p:spPr>
          <a:xfrm flipV="1">
            <a:off x="7702924" y="3650428"/>
            <a:ext cx="381000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C284643-B115-934F-90B9-09D50EFCBE23}"/>
              </a:ext>
            </a:extLst>
          </p:cNvPr>
          <p:cNvSpPr txBox="1"/>
          <p:nvPr/>
        </p:nvSpPr>
        <p:spPr>
          <a:xfrm>
            <a:off x="7875290" y="1140767"/>
            <a:ext cx="1013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Key: 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B042FF-1356-5987-0ABE-1351AFC30A8E}"/>
              </a:ext>
            </a:extLst>
          </p:cNvPr>
          <p:cNvCxnSpPr/>
          <p:nvPr/>
        </p:nvCxnSpPr>
        <p:spPr>
          <a:xfrm flipV="1">
            <a:off x="2969875" y="2512366"/>
            <a:ext cx="804446" cy="2234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8401F0F-EC1E-731B-6A69-B57DA2C74882}"/>
              </a:ext>
            </a:extLst>
          </p:cNvPr>
          <p:cNvCxnSpPr>
            <a:cxnSpLocks/>
          </p:cNvCxnSpPr>
          <p:nvPr/>
        </p:nvCxnSpPr>
        <p:spPr>
          <a:xfrm>
            <a:off x="4235824" y="2819400"/>
            <a:ext cx="0" cy="52622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B163BE-B06A-B305-CC12-B89819D6B43E}"/>
              </a:ext>
            </a:extLst>
          </p:cNvPr>
          <p:cNvCxnSpPr>
            <a:cxnSpLocks/>
          </p:cNvCxnSpPr>
          <p:nvPr/>
        </p:nvCxnSpPr>
        <p:spPr>
          <a:xfrm>
            <a:off x="8572500" y="2819400"/>
            <a:ext cx="0" cy="52622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61B5B5-823E-5CF3-F31A-FF85EAA27706}"/>
              </a:ext>
            </a:extLst>
          </p:cNvPr>
          <p:cNvCxnSpPr>
            <a:cxnSpLocks/>
          </p:cNvCxnSpPr>
          <p:nvPr/>
        </p:nvCxnSpPr>
        <p:spPr>
          <a:xfrm>
            <a:off x="6362700" y="3955228"/>
            <a:ext cx="0" cy="54146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82A8D4-8AF7-CA36-7E3B-A51726286200}"/>
              </a:ext>
            </a:extLst>
          </p:cNvPr>
          <p:cNvCxnSpPr>
            <a:cxnSpLocks/>
          </p:cNvCxnSpPr>
          <p:nvPr/>
        </p:nvCxnSpPr>
        <p:spPr>
          <a:xfrm>
            <a:off x="8572500" y="3955228"/>
            <a:ext cx="0" cy="541468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60D5D65-3185-C398-81EC-682B0E377AC0}"/>
              </a:ext>
            </a:extLst>
          </p:cNvPr>
          <p:cNvSpPr txBox="1"/>
          <p:nvPr/>
        </p:nvSpPr>
        <p:spPr>
          <a:xfrm>
            <a:off x="4007224" y="4493094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/>
              <a:t> XOR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974FEC-6059-DD06-1043-56799D43570F}"/>
              </a:ext>
            </a:extLst>
          </p:cNvPr>
          <p:cNvSpPr txBox="1"/>
          <p:nvPr/>
        </p:nvSpPr>
        <p:spPr>
          <a:xfrm>
            <a:off x="6178925" y="4493094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0C15D2-826B-8CAE-92EB-DA23A5DB8CB8}"/>
              </a:ext>
            </a:extLst>
          </p:cNvPr>
          <p:cNvSpPr txBox="1"/>
          <p:nvPr/>
        </p:nvSpPr>
        <p:spPr>
          <a:xfrm>
            <a:off x="8388725" y="4493094"/>
            <a:ext cx="457199" cy="21544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400"/>
              <a:t> XOR</a:t>
            </a:r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3F0B2F-D53D-6F75-3CD1-BDE5C0D658DD}"/>
              </a:ext>
            </a:extLst>
          </p:cNvPr>
          <p:cNvSpPr/>
          <p:nvPr/>
        </p:nvSpPr>
        <p:spPr>
          <a:xfrm>
            <a:off x="2649743" y="429297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CBLK1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599011C-DE92-7EDE-7BEA-295144C370A1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3640343" y="4597770"/>
            <a:ext cx="373155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E2695D7-16E3-FECF-68B3-DA49FFA9C6B5}"/>
              </a:ext>
            </a:extLst>
          </p:cNvPr>
          <p:cNvSpPr/>
          <p:nvPr/>
        </p:nvSpPr>
        <p:spPr>
          <a:xfrm>
            <a:off x="4803962" y="4292843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CBLK2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0862FDF-1A03-0696-4349-7F3FF9C1F378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5794562" y="4597643"/>
            <a:ext cx="373155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B410383F-FBC7-0D39-A539-0BF37998E39F}"/>
              </a:ext>
            </a:extLst>
          </p:cNvPr>
          <p:cNvSpPr/>
          <p:nvPr/>
        </p:nvSpPr>
        <p:spPr>
          <a:xfrm>
            <a:off x="7051863" y="4306315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6600"/>
                </a:solidFill>
              </a:rPr>
              <a:t>CBLK3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8BFF00E-6F7D-69DC-2882-8122719E968D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8042463" y="4611115"/>
            <a:ext cx="373155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B3E6420-FF45-420C-916B-A782AD6BD512}"/>
              </a:ext>
            </a:extLst>
          </p:cNvPr>
          <p:cNvCxnSpPr>
            <a:cxnSpLocks/>
          </p:cNvCxnSpPr>
          <p:nvPr/>
        </p:nvCxnSpPr>
        <p:spPr>
          <a:xfrm>
            <a:off x="4234928" y="4708538"/>
            <a:ext cx="896" cy="6783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3DB3CCF-5E4C-756A-EB3F-FB73840C2960}"/>
              </a:ext>
            </a:extLst>
          </p:cNvPr>
          <p:cNvCxnSpPr>
            <a:cxnSpLocks/>
          </p:cNvCxnSpPr>
          <p:nvPr/>
        </p:nvCxnSpPr>
        <p:spPr>
          <a:xfrm>
            <a:off x="6368528" y="4695406"/>
            <a:ext cx="896" cy="6783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0F81C-891A-E678-9CE0-FC16EE851AFD}"/>
              </a:ext>
            </a:extLst>
          </p:cNvPr>
          <p:cNvCxnSpPr>
            <a:cxnSpLocks/>
          </p:cNvCxnSpPr>
          <p:nvPr/>
        </p:nvCxnSpPr>
        <p:spPr>
          <a:xfrm>
            <a:off x="8572500" y="4723125"/>
            <a:ext cx="896" cy="678312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791347B-1715-8D09-06F7-D33ED06803DE}"/>
              </a:ext>
            </a:extLst>
          </p:cNvPr>
          <p:cNvSpPr txBox="1"/>
          <p:nvPr/>
        </p:nvSpPr>
        <p:spPr>
          <a:xfrm>
            <a:off x="1752600" y="1066801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Ciphertext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DA516C0-1836-134D-1B33-6FAACD0EBFF4}"/>
              </a:ext>
            </a:extLst>
          </p:cNvPr>
          <p:cNvSpPr/>
          <p:nvPr/>
        </p:nvSpPr>
        <p:spPr>
          <a:xfrm>
            <a:off x="3352800" y="1066800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5F950CF-7345-A580-6B0E-B5B57C5B06B1}"/>
              </a:ext>
            </a:extLst>
          </p:cNvPr>
          <p:cNvSpPr/>
          <p:nvPr/>
        </p:nvSpPr>
        <p:spPr>
          <a:xfrm>
            <a:off x="44196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41DE449-FA18-04EF-0557-2A264755BA39}"/>
              </a:ext>
            </a:extLst>
          </p:cNvPr>
          <p:cNvSpPr/>
          <p:nvPr/>
        </p:nvSpPr>
        <p:spPr>
          <a:xfrm>
            <a:off x="54102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5E41D4C-2C9C-DB04-5915-18D040D00611}"/>
              </a:ext>
            </a:extLst>
          </p:cNvPr>
          <p:cNvSpPr/>
          <p:nvPr/>
        </p:nvSpPr>
        <p:spPr>
          <a:xfrm>
            <a:off x="6400800" y="1066800"/>
            <a:ext cx="990600" cy="6096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FF6600"/>
                </a:solidFill>
              </a:rPr>
              <a:t>CBLK3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8406D01-CC75-1D43-59FF-0A302EEA534B}"/>
              </a:ext>
            </a:extLst>
          </p:cNvPr>
          <p:cNvSpPr/>
          <p:nvPr/>
        </p:nvSpPr>
        <p:spPr>
          <a:xfrm>
            <a:off x="1864975" y="2205461"/>
            <a:ext cx="1066800" cy="6096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6600"/>
                </a:solidFill>
              </a:rPr>
              <a:t>Initial </a:t>
            </a:r>
          </a:p>
          <a:p>
            <a:pPr algn="ctr"/>
            <a:r>
              <a:rPr lang="en-US" sz="2000" dirty="0">
                <a:solidFill>
                  <a:srgbClr val="FF6600"/>
                </a:solidFill>
              </a:rPr>
              <a:t>Vector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88445CE-B11B-33AF-E9FB-2917724BD061}"/>
              </a:ext>
            </a:extLst>
          </p:cNvPr>
          <p:cNvCxnSpPr/>
          <p:nvPr/>
        </p:nvCxnSpPr>
        <p:spPr>
          <a:xfrm>
            <a:off x="1836668" y="4109421"/>
            <a:ext cx="8210974" cy="0"/>
          </a:xfrm>
          <a:prstGeom prst="line">
            <a:avLst/>
          </a:prstGeom>
          <a:ln w="254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3DEEB6B-60E4-9AC5-1028-5F19C296C394}"/>
                  </a:ext>
                </a:extLst>
              </p14:cNvPr>
              <p14:cNvContentPartPr/>
              <p14:nvPr/>
            </p14:nvContentPartPr>
            <p14:xfrm>
              <a:off x="1080938" y="1538107"/>
              <a:ext cx="765360" cy="287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3DEEB6B-60E4-9AC5-1028-5F19C296C3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0138" y="1527307"/>
                <a:ext cx="78660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FF0E281-5635-6C47-5098-EFCDD0552298}"/>
                  </a:ext>
                </a:extLst>
              </p14:cNvPr>
              <p14:cNvContentPartPr/>
              <p14:nvPr/>
            </p14:nvContentPartPr>
            <p14:xfrm>
              <a:off x="1044218" y="1899187"/>
              <a:ext cx="189360" cy="2937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FF0E281-5635-6C47-5098-EFCDD05522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3397" y="1888747"/>
                <a:ext cx="2106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F47718E-C37E-11E5-B933-FD12EDA267CE}"/>
                  </a:ext>
                </a:extLst>
              </p14:cNvPr>
              <p14:cNvContentPartPr/>
              <p14:nvPr/>
            </p14:nvContentPartPr>
            <p14:xfrm>
              <a:off x="1956098" y="1583107"/>
              <a:ext cx="389520" cy="1951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F47718E-C37E-11E5-B933-FD12EDA267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5658" y="1572667"/>
                <a:ext cx="4107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270F85E-F673-8BCF-4DA8-430DAB355986}"/>
                  </a:ext>
                </a:extLst>
              </p14:cNvPr>
              <p14:cNvContentPartPr/>
              <p14:nvPr/>
            </p14:nvContentPartPr>
            <p14:xfrm>
              <a:off x="1378080" y="1922314"/>
              <a:ext cx="522000" cy="2840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270F85E-F673-8BCF-4DA8-430DAB3559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67287" y="1911874"/>
                <a:ext cx="543225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68DC86E-7568-252B-0EC9-4E1E0B6F9D32}"/>
                  </a:ext>
                </a:extLst>
              </p14:cNvPr>
              <p14:cNvContentPartPr/>
              <p14:nvPr/>
            </p14:nvContentPartPr>
            <p14:xfrm>
              <a:off x="2061720" y="1830514"/>
              <a:ext cx="448920" cy="2541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68DC86E-7568-252B-0EC9-4E1E0B6F9D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51280" y="1819729"/>
                <a:ext cx="470160" cy="275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2F64266-732B-5825-D21C-A1C233351A0C}"/>
                  </a:ext>
                </a:extLst>
              </p14:cNvPr>
              <p14:cNvContentPartPr/>
              <p14:nvPr/>
            </p14:nvContentPartPr>
            <p14:xfrm>
              <a:off x="3656520" y="1779034"/>
              <a:ext cx="660600" cy="2754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2F64266-732B-5825-D21C-A1C233351A0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45720" y="1768580"/>
                <a:ext cx="681840" cy="2966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04122CE-6275-EA1D-4F5B-BE3EDD9716C3}"/>
                  </a:ext>
                </a:extLst>
              </p14:cNvPr>
              <p14:cNvContentPartPr/>
              <p14:nvPr/>
            </p14:nvContentPartPr>
            <p14:xfrm>
              <a:off x="2672280" y="1847794"/>
              <a:ext cx="853920" cy="268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04122CE-6275-EA1D-4F5B-BE3EDD9716C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61480" y="1836994"/>
                <a:ext cx="8751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0F0643C-D3F0-C80A-A5A3-B8F2D59BAB1E}"/>
                  </a:ext>
                </a:extLst>
              </p14:cNvPr>
              <p14:cNvContentPartPr/>
              <p14:nvPr/>
            </p14:nvContentPartPr>
            <p14:xfrm>
              <a:off x="1911960" y="3887136"/>
              <a:ext cx="1455120" cy="464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0F0643C-D3F0-C80A-A5A3-B8F2D59BAB1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01520" y="3876696"/>
                <a:ext cx="14763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46102FEF-3270-5616-59B5-2F1CAC964CDA}"/>
                  </a:ext>
                </a:extLst>
              </p14:cNvPr>
              <p14:cNvContentPartPr/>
              <p14:nvPr/>
            </p14:nvContentPartPr>
            <p14:xfrm>
              <a:off x="1137939" y="3721533"/>
              <a:ext cx="1670908" cy="1781601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46102FEF-3270-5616-59B5-2F1CAC964CD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27138" y="3710733"/>
                <a:ext cx="1692150" cy="18028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8581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423297"/>
            <a:ext cx="10363200" cy="707886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0000"/>
                </a:solidFill>
              </a:rPr>
              <a:t> Main Properties of Three Encryption Modes</a:t>
            </a:r>
            <a:endParaRPr lang="en-US" dirty="0"/>
          </a:p>
        </p:txBody>
      </p:sp>
      <p:graphicFrame>
        <p:nvGraphicFramePr>
          <p:cNvPr id="8" name="Table Placeholder 7"/>
          <p:cNvGraphicFramePr>
            <a:graphicFrameLocks noGrp="1"/>
          </p:cNvGraphicFramePr>
          <p:nvPr>
            <p:ph type="tbl" idx="1"/>
          </p:nvPr>
        </p:nvGraphicFramePr>
        <p:xfrm>
          <a:off x="643466" y="1375216"/>
          <a:ext cx="10515601" cy="4716780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396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90930168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ECB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CBC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CTR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r>
                        <a:rPr lang="en-US" sz="2000"/>
                        <a:t>identical plaintext blocks result 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identical </a:t>
                      </a:r>
                      <a:r>
                        <a:rPr lang="en-US" sz="2000" err="1"/>
                        <a:t>ciphertext</a:t>
                      </a:r>
                      <a:r>
                        <a:rPr lang="en-US" sz="2000"/>
                        <a:t>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different ciphertext</a:t>
                      </a:r>
                      <a:r>
                        <a:rPr lang="en-US" sz="2000" baseline="0" dirty="0"/>
                        <a:t> blocks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different ciphertext</a:t>
                      </a:r>
                      <a:r>
                        <a:rPr lang="en-US" sz="2000" baseline="0" dirty="0"/>
                        <a:t> blocks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lang="en-US" sz="2000"/>
                        <a:t>chain</a:t>
                      </a:r>
                      <a:r>
                        <a:rPr lang="en-US" sz="2000" baseline="0"/>
                        <a:t> dependency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blocks are enciphered independently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proper encryption/decryption requires a correct preceding</a:t>
                      </a:r>
                      <a:r>
                        <a:rPr lang="en-US" sz="2000" baseline="0"/>
                        <a:t> plaintext/</a:t>
                      </a:r>
                      <a:r>
                        <a:rPr lang="en-US" sz="2000" baseline="0" err="1"/>
                        <a:t>ciphertext</a:t>
                      </a:r>
                      <a:r>
                        <a:rPr lang="en-US" sz="2000"/>
                        <a:t> block.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blocks are enciphered independently (with an increasing counter value)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lang="en-US" sz="2000" dirty="0"/>
                        <a:t>error propagation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ciphertext block’s error affects decipherment of itself and the next block.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485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Cryptanalysis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B47C4E-2F14-0043-B740-CB5D3FE5E130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Attacker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dirty="0"/>
              <a:t>Knows </a:t>
            </a:r>
            <a:r>
              <a:rPr lang="en-US" dirty="0">
                <a:solidFill>
                  <a:srgbClr val="CC0000"/>
                </a:solidFill>
              </a:rPr>
              <a:t>E</a:t>
            </a:r>
            <a:r>
              <a:rPr lang="en-US" dirty="0"/>
              <a:t> and </a:t>
            </a:r>
            <a:r>
              <a:rPr lang="en-US" dirty="0">
                <a:solidFill>
                  <a:srgbClr val="CC0000"/>
                </a:solidFill>
              </a:rPr>
              <a:t>D </a:t>
            </a:r>
            <a:r>
              <a:rPr lang="en-US" dirty="0"/>
              <a:t>(under what principle?)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dirty="0"/>
              <a:t>Given a ciphertext, the objective is to find its plaintext</a:t>
            </a:r>
            <a:endParaRPr lang="en-US" dirty="0">
              <a:solidFill>
                <a:srgbClr val="CC0000"/>
              </a:solidFill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dirty="0"/>
              <a:t>Based on </a:t>
            </a:r>
          </a:p>
        </p:txBody>
      </p:sp>
      <p:graphicFrame>
        <p:nvGraphicFramePr>
          <p:cNvPr id="183302" name="Group 6"/>
          <p:cNvGraphicFramePr>
            <a:graphicFrameLocks noGrp="1"/>
          </p:cNvGraphicFramePr>
          <p:nvPr/>
        </p:nvGraphicFramePr>
        <p:xfrm>
          <a:off x="3039035" y="3579101"/>
          <a:ext cx="7495403" cy="2517458"/>
        </p:xfrm>
        <a:graphic>
          <a:graphicData uri="http://schemas.openxmlformats.org/drawingml/2006/table">
            <a:tbl>
              <a:tblPr/>
              <a:tblGrid>
                <a:gridCol w="2085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Ciphertext only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Cryptanalyst only knows ciphertext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Known plaintext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Cryptanalyst happens to know some plaintext-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ciphertext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pairs (He cannot choose what to know.)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itchFamily="18" charset="0"/>
                        </a:rPr>
                        <a:t>Chosen plaintext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Cryptanalyst knows some plaintext-</a:t>
                      </a:r>
                      <a:r>
                        <a:rPr kumimoji="0" lang="en-US" sz="20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ciphertext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pairs for plaintext chosen by himself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Chosen ciphertext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Cryptanalyst knows some plaintext-ciphertext pairs for selected ciphertext chosen by himself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Up-Down Arrow 2"/>
          <p:cNvSpPr/>
          <p:nvPr/>
        </p:nvSpPr>
        <p:spPr>
          <a:xfrm>
            <a:off x="2201333" y="3808261"/>
            <a:ext cx="457200" cy="2135339"/>
          </a:xfrm>
          <a:prstGeom prst="upDownArrow">
            <a:avLst/>
          </a:prstGeom>
          <a:solidFill>
            <a:srgbClr val="33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10342" y="3354333"/>
            <a:ext cx="83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2734" y="5867960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strong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24F4643-9217-20A3-671F-514B733F3A57}"/>
                  </a:ext>
                </a:extLst>
              </p14:cNvPr>
              <p14:cNvContentPartPr/>
              <p14:nvPr/>
            </p14:nvContentPartPr>
            <p14:xfrm>
              <a:off x="10403132" y="5577293"/>
              <a:ext cx="1321920" cy="545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24F4643-9217-20A3-671F-514B733F3A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2332" y="5566853"/>
                <a:ext cx="1343160" cy="56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ED915D-A377-A04D-AF83-D5C2A5986A6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10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1333" y="1304131"/>
            <a:ext cx="6400800" cy="411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4937705" y="5396467"/>
            <a:ext cx="71024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400" dirty="0"/>
              <a:t>source: http://</a:t>
            </a:r>
            <a:r>
              <a:rPr lang="en-US" sz="1400" dirty="0" err="1"/>
              <a:t>knight.cis.temple.edu</a:t>
            </a:r>
            <a:r>
              <a:rPr lang="en-US" sz="1400" dirty="0"/>
              <a:t>/~</a:t>
            </a:r>
            <a:r>
              <a:rPr lang="en-US" sz="1400" dirty="0" err="1"/>
              <a:t>jfiore</a:t>
            </a:r>
            <a:r>
              <a:rPr lang="en-US" sz="1400" dirty="0"/>
              <a:t>/2006/fall/386/handouts/ch2/ch2_part2_4ups.pdf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30E156-0BA6-2C47-9EC2-A3CC34345F1E}"/>
              </a:ext>
            </a:extLst>
          </p:cNvPr>
          <p:cNvSpPr txBox="1"/>
          <p:nvPr/>
        </p:nvSpPr>
        <p:spPr>
          <a:xfrm>
            <a:off x="397933" y="1821048"/>
            <a:ext cx="434340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Comic Sans MS" panose="030F0902030302020204" pitchFamily="66" charset="0"/>
              </a:rPr>
              <a:t>If a cipher preserves the pattern of the plaintext, it is susceptible to the ciphertext-only attack by applying frequency analysis.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1EE308B-E4C7-24F1-3B3F-56D6F34CCE45}"/>
                  </a:ext>
                </a:extLst>
              </p14:cNvPr>
              <p14:cNvContentPartPr/>
              <p14:nvPr/>
            </p14:nvContentPartPr>
            <p14:xfrm>
              <a:off x="3539880" y="3496173"/>
              <a:ext cx="616320" cy="3380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1EE308B-E4C7-24F1-3B3F-56D6F34CCE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9440" y="3485373"/>
                <a:ext cx="63756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72158D4-9927-BF67-48DE-0E9EC044B4D2}"/>
                  </a:ext>
                </a:extLst>
              </p14:cNvPr>
              <p14:cNvContentPartPr/>
              <p14:nvPr/>
            </p14:nvContentPartPr>
            <p14:xfrm>
              <a:off x="2951640" y="3469893"/>
              <a:ext cx="340920" cy="326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72158D4-9927-BF67-48DE-0E9EC044B4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0840" y="3459093"/>
                <a:ext cx="3621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F1762FE-7901-BADF-9A82-A468213F76A0}"/>
                  </a:ext>
                </a:extLst>
              </p14:cNvPr>
              <p14:cNvContentPartPr/>
              <p14:nvPr/>
            </p14:nvContentPartPr>
            <p14:xfrm>
              <a:off x="1939680" y="3474573"/>
              <a:ext cx="795240" cy="340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F1762FE-7901-BADF-9A82-A468213F76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28875" y="3464133"/>
                <a:ext cx="81649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744425D-9552-3EA0-C2EB-07EF02C31368}"/>
                  </a:ext>
                </a:extLst>
              </p14:cNvPr>
              <p14:cNvContentPartPr/>
              <p14:nvPr/>
            </p14:nvContentPartPr>
            <p14:xfrm>
              <a:off x="1148760" y="3524613"/>
              <a:ext cx="495360" cy="393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744425D-9552-3EA0-C2EB-07EF02C313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8312" y="3513813"/>
                <a:ext cx="516615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EE334A3-9773-DD20-2E52-CF9CFC26D1A5}"/>
                  </a:ext>
                </a:extLst>
              </p14:cNvPr>
              <p14:cNvContentPartPr/>
              <p14:nvPr/>
            </p14:nvContentPartPr>
            <p14:xfrm>
              <a:off x="567360" y="3484653"/>
              <a:ext cx="296640" cy="397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EE334A3-9773-DD20-2E52-CF9CFC26D1A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6920" y="3473853"/>
                <a:ext cx="317880" cy="4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0E7C613-75FE-A03F-54EB-4438BE9E3B1A}"/>
                  </a:ext>
                </a:extLst>
              </p14:cNvPr>
              <p14:cNvContentPartPr/>
              <p14:nvPr/>
            </p14:nvContentPartPr>
            <p14:xfrm>
              <a:off x="1707480" y="4649613"/>
              <a:ext cx="518760" cy="3924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0E7C613-75FE-A03F-54EB-4438BE9E3B1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97040" y="4638813"/>
                <a:ext cx="54000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963E095-E91E-5BBE-36D4-9ECA13FF523C}"/>
                  </a:ext>
                </a:extLst>
              </p14:cNvPr>
              <p14:cNvContentPartPr/>
              <p14:nvPr/>
            </p14:nvContentPartPr>
            <p14:xfrm>
              <a:off x="853560" y="4674813"/>
              <a:ext cx="523800" cy="3726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963E095-E91E-5BBE-36D4-9ECA13FF523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3113" y="4664013"/>
                <a:ext cx="545055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1072" name="Ink 131071">
                <a:extLst>
                  <a:ext uri="{FF2B5EF4-FFF2-40B4-BE49-F238E27FC236}">
                    <a16:creationId xmlns:a16="http://schemas.microsoft.com/office/drawing/2014/main" id="{771A0731-23AD-FA19-5EFE-23EA988679D9}"/>
                  </a:ext>
                </a:extLst>
              </p14:cNvPr>
              <p14:cNvContentPartPr/>
              <p14:nvPr/>
            </p14:nvContentPartPr>
            <p14:xfrm>
              <a:off x="3721680" y="4107093"/>
              <a:ext cx="444240" cy="270720"/>
            </p14:xfrm>
          </p:contentPart>
        </mc:Choice>
        <mc:Fallback xmlns="">
          <p:pic>
            <p:nvPicPr>
              <p:cNvPr id="131072" name="Ink 131071">
                <a:extLst>
                  <a:ext uri="{FF2B5EF4-FFF2-40B4-BE49-F238E27FC236}">
                    <a16:creationId xmlns:a16="http://schemas.microsoft.com/office/drawing/2014/main" id="{771A0731-23AD-FA19-5EFE-23EA988679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10889" y="4096293"/>
                <a:ext cx="465463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1073" name="Ink 131072">
                <a:extLst>
                  <a:ext uri="{FF2B5EF4-FFF2-40B4-BE49-F238E27FC236}">
                    <a16:creationId xmlns:a16="http://schemas.microsoft.com/office/drawing/2014/main" id="{FC48E0AE-BA64-2F99-618F-47FA46D68F5E}"/>
                  </a:ext>
                </a:extLst>
              </p14:cNvPr>
              <p14:cNvContentPartPr/>
              <p14:nvPr/>
            </p14:nvContentPartPr>
            <p14:xfrm>
              <a:off x="2941560" y="4092333"/>
              <a:ext cx="607320" cy="309600"/>
            </p14:xfrm>
          </p:contentPart>
        </mc:Choice>
        <mc:Fallback xmlns="">
          <p:pic>
            <p:nvPicPr>
              <p:cNvPr id="131073" name="Ink 131072">
                <a:extLst>
                  <a:ext uri="{FF2B5EF4-FFF2-40B4-BE49-F238E27FC236}">
                    <a16:creationId xmlns:a16="http://schemas.microsoft.com/office/drawing/2014/main" id="{FC48E0AE-BA64-2F99-618F-47FA46D68F5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31120" y="4081533"/>
                <a:ext cx="62856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1075" name="Ink 131074">
                <a:extLst>
                  <a:ext uri="{FF2B5EF4-FFF2-40B4-BE49-F238E27FC236}">
                    <a16:creationId xmlns:a16="http://schemas.microsoft.com/office/drawing/2014/main" id="{F062CC13-553B-BCB8-D2EF-4B70761072B2}"/>
                  </a:ext>
                </a:extLst>
              </p14:cNvPr>
              <p14:cNvContentPartPr/>
              <p14:nvPr/>
            </p14:nvContentPartPr>
            <p14:xfrm>
              <a:off x="1836000" y="4020333"/>
              <a:ext cx="913320" cy="441360"/>
            </p14:xfrm>
          </p:contentPart>
        </mc:Choice>
        <mc:Fallback xmlns="">
          <p:pic>
            <p:nvPicPr>
              <p:cNvPr id="131075" name="Ink 131074">
                <a:extLst>
                  <a:ext uri="{FF2B5EF4-FFF2-40B4-BE49-F238E27FC236}">
                    <a16:creationId xmlns:a16="http://schemas.microsoft.com/office/drawing/2014/main" id="{F062CC13-553B-BCB8-D2EF-4B70761072B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25204" y="4009893"/>
                <a:ext cx="934552" cy="4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1076" name="Ink 131075">
                <a:extLst>
                  <a:ext uri="{FF2B5EF4-FFF2-40B4-BE49-F238E27FC236}">
                    <a16:creationId xmlns:a16="http://schemas.microsoft.com/office/drawing/2014/main" id="{15019075-AA30-4CAD-FF46-146514BA2C44}"/>
                  </a:ext>
                </a:extLst>
              </p14:cNvPr>
              <p14:cNvContentPartPr/>
              <p14:nvPr/>
            </p14:nvContentPartPr>
            <p14:xfrm>
              <a:off x="523080" y="4116453"/>
              <a:ext cx="1135800" cy="417600"/>
            </p14:xfrm>
          </p:contentPart>
        </mc:Choice>
        <mc:Fallback xmlns="">
          <p:pic>
            <p:nvPicPr>
              <p:cNvPr id="131076" name="Ink 131075">
                <a:extLst>
                  <a:ext uri="{FF2B5EF4-FFF2-40B4-BE49-F238E27FC236}">
                    <a16:creationId xmlns:a16="http://schemas.microsoft.com/office/drawing/2014/main" id="{15019075-AA30-4CAD-FF46-146514BA2C4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12280" y="4105653"/>
                <a:ext cx="1157040" cy="43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7580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9CFEF-FE4C-B546-AA21-EE263949C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Takeaways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B2FBEC-A63A-214C-90FC-85A5EB58C48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AAC48-6245-9044-A969-A5E564F0E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rationale of encryption</a:t>
            </a:r>
          </a:p>
          <a:p>
            <a:r>
              <a:rPr lang="en-GB" dirty="0"/>
              <a:t>One-time pad cipher</a:t>
            </a:r>
          </a:p>
          <a:p>
            <a:r>
              <a:rPr lang="en-GB" dirty="0"/>
              <a:t>AES: key size, block sizes</a:t>
            </a:r>
          </a:p>
          <a:p>
            <a:r>
              <a:rPr lang="en-GB" dirty="0"/>
              <a:t>ECB, CBC and CTR </a:t>
            </a:r>
            <a:r>
              <a:rPr lang="en-GB"/>
              <a:t>mode encryption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79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A694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70C0"/>
      </a:hlink>
      <a:folHlink>
        <a:srgbClr val="0070C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1295CED-DD91-154F-A28B-658E647D80F4}" vid="{29E40D5C-155D-D94C-822C-4AB35D3CC2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 xmlns="1b6a39ee-1380-4096-9882-8248104ba7f7" xsi:nil="true"/>
    <TaxCatchAll xmlns="4604cec2-e769-4190-9d56-5d48f74b6442" xsi:nil="true"/>
    <lcf76f155ced4ddcb4097134ff3c332f xmlns="1b6a39ee-1380-4096-9882-8248104ba7f7">
      <Terms xmlns="http://schemas.microsoft.com/office/infopath/2007/PartnerControls"/>
    </lcf76f155ced4ddcb4097134ff3c332f>
    <_Flow_SignoffStatus xmlns="1b6a39ee-1380-4096-9882-8248104ba7f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6AD1B51FFACD45B62528B91A79C429" ma:contentTypeVersion="18" ma:contentTypeDescription="Create a new document." ma:contentTypeScope="" ma:versionID="9672dfb9ec3908af57a6b314afe3680d">
  <xsd:schema xmlns:xsd="http://www.w3.org/2001/XMLSchema" xmlns:xs="http://www.w3.org/2001/XMLSchema" xmlns:p="http://schemas.microsoft.com/office/2006/metadata/properties" xmlns:ns2="1b6a39ee-1380-4096-9882-8248104ba7f7" xmlns:ns3="4604cec2-e769-4190-9d56-5d48f74b6442" targetNamespace="http://schemas.microsoft.com/office/2006/metadata/properties" ma:root="true" ma:fieldsID="12d78462d111bb2baa1b9a3ac61ee40a" ns2:_="" ns3:_="">
    <xsd:import namespace="1b6a39ee-1380-4096-9882-8248104ba7f7"/>
    <xsd:import namespace="4604cec2-e769-4190-9d56-5d48f74b64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Comment" minOccurs="0"/>
                <xsd:element ref="ns2:lcf76f155ced4ddcb4097134ff3c332f" minOccurs="0"/>
                <xsd:element ref="ns3:TaxCatchAll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39ee-1380-4096-9882-8248104ba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Comment" ma:index="21" nillable="true" ma:displayName="Comment" ma:description="What was the last change about" ma:format="Dropdown" ma:internalName="Comment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4cec2-e769-4190-9d56-5d48f74b6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943aed9-ec56-40d8-95cb-c4327e5e8870}" ma:internalName="TaxCatchAll" ma:showField="CatchAllData" ma:web="4604cec2-e769-4190-9d56-5d48f74b64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CE93A9-8E91-4C5B-BA0E-4064502C071C}">
  <ds:schemaRefs>
    <ds:schemaRef ds:uri="http://schemas.microsoft.com/office/2006/metadata/properties"/>
    <ds:schemaRef ds:uri="http://www.w3.org/2000/xmlns/"/>
    <ds:schemaRef ds:uri="1b6a39ee-1380-4096-9882-8248104ba7f7"/>
    <ds:schemaRef ds:uri="http://www.w3.org/2001/XMLSchema-instance"/>
    <ds:schemaRef ds:uri="4604cec2-e769-4190-9d56-5d48f74b6442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5FED326-7094-4728-A2A9-865CE1F6435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b6a39ee-1380-4096-9882-8248104ba7f7"/>
    <ds:schemaRef ds:uri="4604cec2-e769-4190-9d56-5d48f74b6442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66DF4A-C222-43A8-B70E-28EE1FA507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2671</TotalTime>
  <Words>2027</Words>
  <Application>Microsoft Macintosh PowerPoint</Application>
  <PresentationFormat>Widescreen</PresentationFormat>
  <Paragraphs>558</Paragraphs>
  <Slides>36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宋体</vt:lpstr>
      <vt:lpstr>Arial</vt:lpstr>
      <vt:lpstr>Arial Nova</vt:lpstr>
      <vt:lpstr>Arial Nova Light</vt:lpstr>
      <vt:lpstr>Calibri</vt:lpstr>
      <vt:lpstr>Comic Sans MS</vt:lpstr>
      <vt:lpstr>Helvetica</vt:lpstr>
      <vt:lpstr>Helvetica Neue</vt:lpstr>
      <vt:lpstr>Monotype Sorts</vt:lpstr>
      <vt:lpstr>Symbol</vt:lpstr>
      <vt:lpstr>Times New Roman</vt:lpstr>
      <vt:lpstr>Wingdings</vt:lpstr>
      <vt:lpstr>Office Theme</vt:lpstr>
      <vt:lpstr>PowerPoint Presentation</vt:lpstr>
      <vt:lpstr>Overview</vt:lpstr>
      <vt:lpstr>Motivation: Confidentiality is crucial</vt:lpstr>
      <vt:lpstr>Motivation</vt:lpstr>
      <vt:lpstr>PowerPoint Presentation</vt:lpstr>
      <vt:lpstr>Rationale of Encryption</vt:lpstr>
      <vt:lpstr>Rationale of Encryption</vt:lpstr>
      <vt:lpstr>Substitution – an example</vt:lpstr>
      <vt:lpstr>PowerPoint Presentation</vt:lpstr>
      <vt:lpstr>Encryption/Decryption</vt:lpstr>
      <vt:lpstr>Caesar Cipher</vt:lpstr>
      <vt:lpstr>What is the original message?</vt:lpstr>
      <vt:lpstr>German Enigma Machine: Character Substitution</vt:lpstr>
      <vt:lpstr>Can we go to the extreme of substitution?</vt:lpstr>
      <vt:lpstr>One-Time Pad (a.k.a. Vernam Cipher)</vt:lpstr>
      <vt:lpstr>One-time pad</vt:lpstr>
      <vt:lpstr>Message in Binary</vt:lpstr>
      <vt:lpstr>Block Ciphers</vt:lpstr>
      <vt:lpstr>A Toy Example (my invention!)</vt:lpstr>
      <vt:lpstr>Advanced Encryption Standard (AES)</vt:lpstr>
      <vt:lpstr>Modes of Encryption</vt:lpstr>
      <vt:lpstr>ECB Mode</vt:lpstr>
      <vt:lpstr>CBC Mode</vt:lpstr>
      <vt:lpstr>CBC Mode</vt:lpstr>
      <vt:lpstr>CBC Mode Encryption</vt:lpstr>
      <vt:lpstr>CBC – A toy example (encryption)</vt:lpstr>
      <vt:lpstr>CBC Mode Decryption</vt:lpstr>
      <vt:lpstr>CBC – A toy example (decryption)</vt:lpstr>
      <vt:lpstr>Error Propagation in CBC Decryption</vt:lpstr>
      <vt:lpstr>CBC mode (parallel) Decryption</vt:lpstr>
      <vt:lpstr>CTR Mode Encryption</vt:lpstr>
      <vt:lpstr>CTR Mode Decryption</vt:lpstr>
      <vt:lpstr> Main Properties of Three Encryption Modes</vt:lpstr>
      <vt:lpstr> Cryptanalysis</vt:lpstr>
      <vt:lpstr>Frequency Analysis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Development</dc:title>
  <dc:creator>Shar Lwin Khin (Dr)</dc:creator>
  <cp:lastModifiedBy>Nicholas SOH De Lin</cp:lastModifiedBy>
  <cp:revision>228</cp:revision>
  <dcterms:created xsi:type="dcterms:W3CDTF">2019-12-21T16:17:09Z</dcterms:created>
  <dcterms:modified xsi:type="dcterms:W3CDTF">2025-11-17T05:20:39Z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0x0101000C6AD1B51FFACD45B62528B91A79C429</vt:lpwstr>
  </property>
  <property fmtid="{D5CDD505-2E9C-101B-9397-08002B2CF9AE}" pid="3" name="MSIP_Label_6951d41b-6b8e-4636-984f-012bff14ba18_Enabled">
    <vt:lpwstr>true</vt:lpwstr>
  </property>
  <property fmtid="{D5CDD505-2E9C-101B-9397-08002B2CF9AE}" pid="4" name="MSIP_Label_6951d41b-6b8e-4636-984f-012bff14ba18_SetDate">
    <vt:lpwstr>2023-01-10T06:31:53Z</vt:lpwstr>
  </property>
  <property fmtid="{D5CDD505-2E9C-101B-9397-08002B2CF9AE}" pid="5" name="MSIP_Label_6951d41b-6b8e-4636-984f-012bff14ba18_Method">
    <vt:lpwstr>Standard</vt:lpwstr>
  </property>
  <property fmtid="{D5CDD505-2E9C-101B-9397-08002B2CF9AE}" pid="6" name="MSIP_Label_6951d41b-6b8e-4636-984f-012bff14ba18_Name">
    <vt:lpwstr>6951d41b-6b8e-4636-984f-012bff14ba18</vt:lpwstr>
  </property>
  <property fmtid="{D5CDD505-2E9C-101B-9397-08002B2CF9AE}" pid="7" name="MSIP_Label_6951d41b-6b8e-4636-984f-012bff14ba18_SiteId">
    <vt:lpwstr>c98a79ca-5a9a-4791-a243-f06afd67464d</vt:lpwstr>
  </property>
  <property fmtid="{D5CDD505-2E9C-101B-9397-08002B2CF9AE}" pid="8" name="MSIP_Label_6951d41b-6b8e-4636-984f-012bff14ba18_ActionId">
    <vt:lpwstr>b005570f-6b6d-4587-84f5-42ced7726aa9</vt:lpwstr>
  </property>
  <property fmtid="{D5CDD505-2E9C-101B-9397-08002B2CF9AE}" pid="9" name="MSIP_Label_6951d41b-6b8e-4636-984f-012bff14ba18_ContentBits">
    <vt:lpwstr>1</vt:lpwstr>
  </property>
  <property fmtid="{D5CDD505-2E9C-101B-9397-08002B2CF9AE}" pid="10" name="ClassificationContentMarkingHeaderLocations">
    <vt:lpwstr>Office Theme:6</vt:lpwstr>
  </property>
  <property fmtid="{D5CDD505-2E9C-101B-9397-08002B2CF9AE}" pid="11" name="ClassificationContentMarkingHeaderText">
    <vt:lpwstr>SMU Classification: Restricted</vt:lpwstr>
  </property>
</Properties>
</file>