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92" r:id="rId4"/>
  </p:sldMasterIdLst>
  <p:notesMasterIdLst>
    <p:notesMasterId r:id="rId31"/>
  </p:notesMasterIdLst>
  <p:handoutMasterIdLst>
    <p:handoutMasterId r:id="rId32"/>
  </p:handoutMasterIdLst>
  <p:sldIdLst>
    <p:sldId id="455" r:id="rId5"/>
    <p:sldId id="895" r:id="rId6"/>
    <p:sldId id="599" r:id="rId7"/>
    <p:sldId id="701" r:id="rId8"/>
    <p:sldId id="730" r:id="rId9"/>
    <p:sldId id="890" r:id="rId10"/>
    <p:sldId id="809" r:id="rId11"/>
    <p:sldId id="898" r:id="rId12"/>
    <p:sldId id="736" r:id="rId13"/>
    <p:sldId id="737" r:id="rId14"/>
    <p:sldId id="738" r:id="rId15"/>
    <p:sldId id="897" r:id="rId16"/>
    <p:sldId id="888" r:id="rId17"/>
    <p:sldId id="884" r:id="rId18"/>
    <p:sldId id="814" r:id="rId19"/>
    <p:sldId id="885" r:id="rId20"/>
    <p:sldId id="889" r:id="rId21"/>
    <p:sldId id="817" r:id="rId22"/>
    <p:sldId id="891" r:id="rId23"/>
    <p:sldId id="819" r:id="rId24"/>
    <p:sldId id="894" r:id="rId25"/>
    <p:sldId id="815" r:id="rId26"/>
    <p:sldId id="892" r:id="rId27"/>
    <p:sldId id="893" r:id="rId28"/>
    <p:sldId id="886" r:id="rId29"/>
    <p:sldId id="899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7B6"/>
    <a:srgbClr val="FFCC00"/>
    <a:srgbClr val="FFE285"/>
    <a:srgbClr val="FFFFFF"/>
    <a:srgbClr val="F1185C"/>
    <a:srgbClr val="F7F7F7"/>
    <a:srgbClr val="FBFBFB"/>
    <a:srgbClr val="102B72"/>
    <a:srgbClr val="DBA70B"/>
    <a:srgbClr val="F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0A68B9-AE51-423E-B228-7CA1E342574C}" v="1" dt="2025-10-22T06:08:17.57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52" autoAdjust="0"/>
    <p:restoredTop sz="85732" autoAdjust="0"/>
  </p:normalViewPr>
  <p:slideViewPr>
    <p:cSldViewPr snapToGrid="0" snapToObjects="1">
      <p:cViewPr varScale="1">
        <p:scale>
          <a:sx n="122" d="100"/>
          <a:sy n="122" d="100"/>
        </p:scale>
        <p:origin x="2416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4" d="100"/>
        <a:sy n="134" d="100"/>
      </p:scale>
      <p:origin x="0" y="0"/>
    </p:cViewPr>
  </p:sorterViewPr>
  <p:notesViewPr>
    <p:cSldViewPr snapToGrid="0" snapToObjects="1" showGuides="1">
      <p:cViewPr varScale="1">
        <p:scale>
          <a:sx n="65" d="100"/>
          <a:sy n="65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Guomin" userId="dccf0981-1625-43db-a7d9-40d73e3f3472" providerId="ADAL" clId="{BE6F47C4-02A8-4E50-9038-94470FE494CB}"/>
    <pc:docChg chg="custSel addSld delSld modSld modMainMaster">
      <pc:chgData name="YANG Guomin" userId="dccf0981-1625-43db-a7d9-40d73e3f3472" providerId="ADAL" clId="{BE6F47C4-02A8-4E50-9038-94470FE494CB}" dt="2023-03-21T08:06:20.773" v="17" actId="403"/>
      <pc:docMkLst>
        <pc:docMk/>
      </pc:docMkLst>
      <pc:sldChg chg="modSp mod">
        <pc:chgData name="YANG Guomin" userId="dccf0981-1625-43db-a7d9-40d73e3f3472" providerId="ADAL" clId="{BE6F47C4-02A8-4E50-9038-94470FE494CB}" dt="2023-03-21T07:50:16.319" v="1" actId="20577"/>
        <pc:sldMkLst>
          <pc:docMk/>
          <pc:sldMk cId="1996654299" sldId="599"/>
        </pc:sldMkLst>
      </pc:sldChg>
      <pc:sldChg chg="modSp mod">
        <pc:chgData name="YANG Guomin" userId="dccf0981-1625-43db-a7d9-40d73e3f3472" providerId="ADAL" clId="{BE6F47C4-02A8-4E50-9038-94470FE494CB}" dt="2023-03-21T07:56:11.253" v="5"/>
        <pc:sldMkLst>
          <pc:docMk/>
          <pc:sldMk cId="3285724940" sldId="819"/>
        </pc:sldMkLst>
      </pc:sldChg>
      <pc:sldChg chg="del">
        <pc:chgData name="YANG Guomin" userId="dccf0981-1625-43db-a7d9-40d73e3f3472" providerId="ADAL" clId="{BE6F47C4-02A8-4E50-9038-94470FE494CB}" dt="2023-03-21T07:50:26.687" v="2" actId="47"/>
        <pc:sldMkLst>
          <pc:docMk/>
          <pc:sldMk cId="2420985206" sldId="834"/>
        </pc:sldMkLst>
      </pc:sldChg>
      <pc:sldChg chg="del">
        <pc:chgData name="YANG Guomin" userId="dccf0981-1625-43db-a7d9-40d73e3f3472" providerId="ADAL" clId="{BE6F47C4-02A8-4E50-9038-94470FE494CB}" dt="2023-03-21T07:50:26.687" v="2" actId="47"/>
        <pc:sldMkLst>
          <pc:docMk/>
          <pc:sldMk cId="1207437140" sldId="835"/>
        </pc:sldMkLst>
      </pc:sldChg>
      <pc:sldChg chg="del">
        <pc:chgData name="YANG Guomin" userId="dccf0981-1625-43db-a7d9-40d73e3f3472" providerId="ADAL" clId="{BE6F47C4-02A8-4E50-9038-94470FE494CB}" dt="2023-03-21T07:50:26.687" v="2" actId="47"/>
        <pc:sldMkLst>
          <pc:docMk/>
          <pc:sldMk cId="292900904" sldId="836"/>
        </pc:sldMkLst>
      </pc:sldChg>
      <pc:sldChg chg="del">
        <pc:chgData name="YANG Guomin" userId="dccf0981-1625-43db-a7d9-40d73e3f3472" providerId="ADAL" clId="{BE6F47C4-02A8-4E50-9038-94470FE494CB}" dt="2023-03-21T07:50:26.687" v="2" actId="47"/>
        <pc:sldMkLst>
          <pc:docMk/>
          <pc:sldMk cId="3797737670" sldId="837"/>
        </pc:sldMkLst>
      </pc:sldChg>
      <pc:sldChg chg="del">
        <pc:chgData name="YANG Guomin" userId="dccf0981-1625-43db-a7d9-40d73e3f3472" providerId="ADAL" clId="{BE6F47C4-02A8-4E50-9038-94470FE494CB}" dt="2023-03-21T07:50:26.687" v="2" actId="47"/>
        <pc:sldMkLst>
          <pc:docMk/>
          <pc:sldMk cId="3020021006" sldId="838"/>
        </pc:sldMkLst>
      </pc:sldChg>
      <pc:sldChg chg="del">
        <pc:chgData name="YANG Guomin" userId="dccf0981-1625-43db-a7d9-40d73e3f3472" providerId="ADAL" clId="{BE6F47C4-02A8-4E50-9038-94470FE494CB}" dt="2023-03-21T07:50:26.687" v="2" actId="47"/>
        <pc:sldMkLst>
          <pc:docMk/>
          <pc:sldMk cId="3831120349" sldId="839"/>
        </pc:sldMkLst>
      </pc:sldChg>
      <pc:sldChg chg="del">
        <pc:chgData name="YANG Guomin" userId="dccf0981-1625-43db-a7d9-40d73e3f3472" providerId="ADAL" clId="{BE6F47C4-02A8-4E50-9038-94470FE494CB}" dt="2023-03-21T07:50:26.687" v="2" actId="47"/>
        <pc:sldMkLst>
          <pc:docMk/>
          <pc:sldMk cId="4224740478" sldId="840"/>
        </pc:sldMkLst>
      </pc:sldChg>
      <pc:sldChg chg="del">
        <pc:chgData name="YANG Guomin" userId="dccf0981-1625-43db-a7d9-40d73e3f3472" providerId="ADAL" clId="{BE6F47C4-02A8-4E50-9038-94470FE494CB}" dt="2023-03-21T07:50:26.687" v="2" actId="47"/>
        <pc:sldMkLst>
          <pc:docMk/>
          <pc:sldMk cId="3296828468" sldId="841"/>
        </pc:sldMkLst>
      </pc:sldChg>
      <pc:sldChg chg="del">
        <pc:chgData name="YANG Guomin" userId="dccf0981-1625-43db-a7d9-40d73e3f3472" providerId="ADAL" clId="{BE6F47C4-02A8-4E50-9038-94470FE494CB}" dt="2023-03-21T07:50:26.687" v="2" actId="47"/>
        <pc:sldMkLst>
          <pc:docMk/>
          <pc:sldMk cId="2985700775" sldId="842"/>
        </pc:sldMkLst>
      </pc:sldChg>
      <pc:sldChg chg="del">
        <pc:chgData name="YANG Guomin" userId="dccf0981-1625-43db-a7d9-40d73e3f3472" providerId="ADAL" clId="{BE6F47C4-02A8-4E50-9038-94470FE494CB}" dt="2023-03-21T07:50:26.687" v="2" actId="47"/>
        <pc:sldMkLst>
          <pc:docMk/>
          <pc:sldMk cId="1975396746" sldId="844"/>
        </pc:sldMkLst>
      </pc:sldChg>
      <pc:sldChg chg="del">
        <pc:chgData name="YANG Guomin" userId="dccf0981-1625-43db-a7d9-40d73e3f3472" providerId="ADAL" clId="{BE6F47C4-02A8-4E50-9038-94470FE494CB}" dt="2023-03-21T07:50:26.687" v="2" actId="47"/>
        <pc:sldMkLst>
          <pc:docMk/>
          <pc:sldMk cId="558055030" sldId="845"/>
        </pc:sldMkLst>
      </pc:sldChg>
      <pc:sldChg chg="del">
        <pc:chgData name="YANG Guomin" userId="dccf0981-1625-43db-a7d9-40d73e3f3472" providerId="ADAL" clId="{BE6F47C4-02A8-4E50-9038-94470FE494CB}" dt="2023-03-21T07:50:26.687" v="2" actId="47"/>
        <pc:sldMkLst>
          <pc:docMk/>
          <pc:sldMk cId="3221578219" sldId="853"/>
        </pc:sldMkLst>
      </pc:sldChg>
      <pc:sldChg chg="del">
        <pc:chgData name="YANG Guomin" userId="dccf0981-1625-43db-a7d9-40d73e3f3472" providerId="ADAL" clId="{BE6F47C4-02A8-4E50-9038-94470FE494CB}" dt="2023-03-21T07:50:26.687" v="2" actId="47"/>
        <pc:sldMkLst>
          <pc:docMk/>
          <pc:sldMk cId="1946665126" sldId="855"/>
        </pc:sldMkLst>
      </pc:sldChg>
      <pc:sldChg chg="del">
        <pc:chgData name="YANG Guomin" userId="dccf0981-1625-43db-a7d9-40d73e3f3472" providerId="ADAL" clId="{BE6F47C4-02A8-4E50-9038-94470FE494CB}" dt="2023-03-21T07:50:26.687" v="2" actId="47"/>
        <pc:sldMkLst>
          <pc:docMk/>
          <pc:sldMk cId="53599694" sldId="856"/>
        </pc:sldMkLst>
      </pc:sldChg>
      <pc:sldChg chg="del">
        <pc:chgData name="YANG Guomin" userId="dccf0981-1625-43db-a7d9-40d73e3f3472" providerId="ADAL" clId="{BE6F47C4-02A8-4E50-9038-94470FE494CB}" dt="2023-03-21T07:50:26.687" v="2" actId="47"/>
        <pc:sldMkLst>
          <pc:docMk/>
          <pc:sldMk cId="2860110250" sldId="857"/>
        </pc:sldMkLst>
      </pc:sldChg>
      <pc:sldChg chg="modSp mod">
        <pc:chgData name="YANG Guomin" userId="dccf0981-1625-43db-a7d9-40d73e3f3472" providerId="ADAL" clId="{BE6F47C4-02A8-4E50-9038-94470FE494CB}" dt="2023-03-21T08:06:20.773" v="17" actId="403"/>
        <pc:sldMkLst>
          <pc:docMk/>
          <pc:sldMk cId="3097969241" sldId="886"/>
        </pc:sldMkLst>
      </pc:sldChg>
      <pc:sldChg chg="del">
        <pc:chgData name="YANG Guomin" userId="dccf0981-1625-43db-a7d9-40d73e3f3472" providerId="ADAL" clId="{BE6F47C4-02A8-4E50-9038-94470FE494CB}" dt="2023-03-21T07:50:26.687" v="2" actId="47"/>
        <pc:sldMkLst>
          <pc:docMk/>
          <pc:sldMk cId="2910896899" sldId="887"/>
        </pc:sldMkLst>
      </pc:sldChg>
      <pc:sldChg chg="del">
        <pc:chgData name="YANG Guomin" userId="dccf0981-1625-43db-a7d9-40d73e3f3472" providerId="ADAL" clId="{BE6F47C4-02A8-4E50-9038-94470FE494CB}" dt="2023-03-21T07:50:26.687" v="2" actId="47"/>
        <pc:sldMkLst>
          <pc:docMk/>
          <pc:sldMk cId="1566545739" sldId="888"/>
        </pc:sldMkLst>
      </pc:sldChg>
      <pc:sldChg chg="modSp mod">
        <pc:chgData name="YANG Guomin" userId="dccf0981-1625-43db-a7d9-40d73e3f3472" providerId="ADAL" clId="{BE6F47C4-02A8-4E50-9038-94470FE494CB}" dt="2023-03-21T07:54:58.070" v="4" actId="207"/>
        <pc:sldMkLst>
          <pc:docMk/>
          <pc:sldMk cId="3622970799" sldId="891"/>
        </pc:sldMkLst>
      </pc:sldChg>
      <pc:sldChg chg="addSp delSp modSp add modAnim">
        <pc:chgData name="YANG Guomin" userId="dccf0981-1625-43db-a7d9-40d73e3f3472" providerId="ADAL" clId="{BE6F47C4-02A8-4E50-9038-94470FE494CB}" dt="2023-03-21T07:59:34.227" v="14" actId="404"/>
        <pc:sldMkLst>
          <pc:docMk/>
          <pc:sldMk cId="3942926580" sldId="894"/>
        </pc:sldMkLst>
      </pc:sldChg>
      <pc:sldChg chg="del">
        <pc:chgData name="YANG Guomin" userId="dccf0981-1625-43db-a7d9-40d73e3f3472" providerId="ADAL" clId="{BE6F47C4-02A8-4E50-9038-94470FE494CB}" dt="2023-03-21T07:50:26.687" v="2" actId="47"/>
        <pc:sldMkLst>
          <pc:docMk/>
          <pc:sldMk cId="3683062192" sldId="895"/>
        </pc:sldMkLst>
      </pc:sldChg>
      <pc:sldChg chg="del">
        <pc:chgData name="YANG Guomin" userId="dccf0981-1625-43db-a7d9-40d73e3f3472" providerId="ADAL" clId="{BE6F47C4-02A8-4E50-9038-94470FE494CB}" dt="2023-03-21T07:50:26.687" v="2" actId="47"/>
        <pc:sldMkLst>
          <pc:docMk/>
          <pc:sldMk cId="2298241229" sldId="896"/>
        </pc:sldMkLst>
      </pc:sldChg>
      <pc:sldMasterChg chg="delSp mod">
        <pc:chgData name="YANG Guomin" userId="dccf0981-1625-43db-a7d9-40d73e3f3472" providerId="ADAL" clId="{BE6F47C4-02A8-4E50-9038-94470FE494CB}" dt="2023-03-21T07:50:54.626" v="3" actId="478"/>
        <pc:sldMasterMkLst>
          <pc:docMk/>
          <pc:sldMasterMk cId="3286693295" sldId="2147483792"/>
        </pc:sldMasterMkLst>
      </pc:sldMasterChg>
    </pc:docChg>
  </pc:docChgLst>
  <pc:docChgLst>
    <pc:chgData name="YANG Guomin" userId="dccf0981-1625-43db-a7d9-40d73e3f3472" providerId="ADAL" clId="{3CE06BD5-11AC-4161-8C0A-BAFC79214048}"/>
    <pc:docChg chg="undo custSel addSld delSld modSld sldOrd">
      <pc:chgData name="YANG Guomin" userId="dccf0981-1625-43db-a7d9-40d73e3f3472" providerId="ADAL" clId="{3CE06BD5-11AC-4161-8C0A-BAFC79214048}" dt="2023-10-26T08:48:13.064" v="214" actId="6549"/>
      <pc:docMkLst>
        <pc:docMk/>
      </pc:docMkLst>
      <pc:sldChg chg="add del">
        <pc:chgData name="YANG Guomin" userId="dccf0981-1625-43db-a7d9-40d73e3f3472" providerId="ADAL" clId="{3CE06BD5-11AC-4161-8C0A-BAFC79214048}" dt="2023-10-25T02:55:52.670" v="6"/>
        <pc:sldMkLst>
          <pc:docMk/>
          <pc:sldMk cId="1996654299" sldId="599"/>
        </pc:sldMkLst>
      </pc:sldChg>
      <pc:sldChg chg="add">
        <pc:chgData name="YANG Guomin" userId="dccf0981-1625-43db-a7d9-40d73e3f3472" providerId="ADAL" clId="{3CE06BD5-11AC-4161-8C0A-BAFC79214048}" dt="2023-10-25T02:55:35.359" v="4"/>
        <pc:sldMkLst>
          <pc:docMk/>
          <pc:sldMk cId="3541356717" sldId="701"/>
        </pc:sldMkLst>
      </pc:sldChg>
      <pc:sldChg chg="modSp add mod">
        <pc:chgData name="YANG Guomin" userId="dccf0981-1625-43db-a7d9-40d73e3f3472" providerId="ADAL" clId="{3CE06BD5-11AC-4161-8C0A-BAFC79214048}" dt="2023-10-25T04:16:31.579" v="18" actId="20577"/>
        <pc:sldMkLst>
          <pc:docMk/>
          <pc:sldMk cId="1598116364" sldId="730"/>
        </pc:sldMkLst>
      </pc:sldChg>
      <pc:sldChg chg="add del">
        <pc:chgData name="YANG Guomin" userId="dccf0981-1625-43db-a7d9-40d73e3f3472" providerId="ADAL" clId="{3CE06BD5-11AC-4161-8C0A-BAFC79214048}" dt="2023-10-25T04:23:26.906" v="37" actId="47"/>
        <pc:sldMkLst>
          <pc:docMk/>
          <pc:sldMk cId="752109746" sldId="732"/>
        </pc:sldMkLst>
      </pc:sldChg>
      <pc:sldChg chg="modSp add mod modNotesTx">
        <pc:chgData name="YANG Guomin" userId="dccf0981-1625-43db-a7d9-40d73e3f3472" providerId="ADAL" clId="{3CE06BD5-11AC-4161-8C0A-BAFC79214048}" dt="2023-10-25T05:21:46.498" v="89" actId="20577"/>
        <pc:sldMkLst>
          <pc:docMk/>
          <pc:sldMk cId="2528771626" sldId="736"/>
        </pc:sldMkLst>
      </pc:sldChg>
      <pc:sldChg chg="modSp add mod modNotesTx">
        <pc:chgData name="YANG Guomin" userId="dccf0981-1625-43db-a7d9-40d73e3f3472" providerId="ADAL" clId="{3CE06BD5-11AC-4161-8C0A-BAFC79214048}" dt="2023-10-25T08:02:17.389" v="157" actId="20577"/>
        <pc:sldMkLst>
          <pc:docMk/>
          <pc:sldMk cId="3690992971" sldId="737"/>
        </pc:sldMkLst>
      </pc:sldChg>
      <pc:sldChg chg="modSp add mod">
        <pc:chgData name="YANG Guomin" userId="dccf0981-1625-43db-a7d9-40d73e3f3472" providerId="ADAL" clId="{3CE06BD5-11AC-4161-8C0A-BAFC79214048}" dt="2023-10-25T05:28:03.048" v="150" actId="20577"/>
        <pc:sldMkLst>
          <pc:docMk/>
          <pc:sldMk cId="721631384" sldId="738"/>
        </pc:sldMkLst>
      </pc:sldChg>
      <pc:sldChg chg="modSp add mod">
        <pc:chgData name="YANG Guomin" userId="dccf0981-1625-43db-a7d9-40d73e3f3472" providerId="ADAL" clId="{3CE06BD5-11AC-4161-8C0A-BAFC79214048}" dt="2023-10-25T09:19:02.827" v="202" actId="20577"/>
        <pc:sldMkLst>
          <pc:docMk/>
          <pc:sldMk cId="1270743037" sldId="744"/>
        </pc:sldMkLst>
      </pc:sldChg>
      <pc:sldChg chg="add">
        <pc:chgData name="YANG Guomin" userId="dccf0981-1625-43db-a7d9-40d73e3f3472" providerId="ADAL" clId="{3CE06BD5-11AC-4161-8C0A-BAFC79214048}" dt="2023-10-25T02:54:30.674" v="2"/>
        <pc:sldMkLst>
          <pc:docMk/>
          <pc:sldMk cId="1193930182" sldId="809"/>
        </pc:sldMkLst>
      </pc:sldChg>
      <pc:sldChg chg="addSp modSp">
        <pc:chgData name="YANG Guomin" userId="dccf0981-1625-43db-a7d9-40d73e3f3472" providerId="ADAL" clId="{3CE06BD5-11AC-4161-8C0A-BAFC79214048}" dt="2023-10-26T08:46:40.195" v="206"/>
        <pc:sldMkLst>
          <pc:docMk/>
          <pc:sldMk cId="755157913" sldId="814"/>
        </pc:sldMkLst>
      </pc:sldChg>
      <pc:sldChg chg="modSp mod modAnim">
        <pc:chgData name="YANG Guomin" userId="dccf0981-1625-43db-a7d9-40d73e3f3472" providerId="ADAL" clId="{3CE06BD5-11AC-4161-8C0A-BAFC79214048}" dt="2023-10-26T08:39:04.813" v="205" actId="27636"/>
        <pc:sldMkLst>
          <pc:docMk/>
          <pc:sldMk cId="2488876194" sldId="885"/>
        </pc:sldMkLst>
      </pc:sldChg>
      <pc:sldChg chg="modSp mod">
        <pc:chgData name="YANG Guomin" userId="dccf0981-1625-43db-a7d9-40d73e3f3472" providerId="ADAL" clId="{3CE06BD5-11AC-4161-8C0A-BAFC79214048}" dt="2023-10-26T08:48:13.064" v="214" actId="6549"/>
        <pc:sldMkLst>
          <pc:docMk/>
          <pc:sldMk cId="3097969241" sldId="886"/>
        </pc:sldMkLst>
      </pc:sldChg>
      <pc:sldChg chg="add">
        <pc:chgData name="YANG Guomin" userId="dccf0981-1625-43db-a7d9-40d73e3f3472" providerId="ADAL" clId="{3CE06BD5-11AC-4161-8C0A-BAFC79214048}" dt="2023-10-25T02:54:38.993" v="3"/>
        <pc:sldMkLst>
          <pc:docMk/>
          <pc:sldMk cId="1566545739" sldId="888"/>
        </pc:sldMkLst>
      </pc:sldChg>
      <pc:sldChg chg="add ord">
        <pc:chgData name="YANG Guomin" userId="dccf0981-1625-43db-a7d9-40d73e3f3472" providerId="ADAL" clId="{3CE06BD5-11AC-4161-8C0A-BAFC79214048}" dt="2023-10-25T02:57:25.002" v="8"/>
        <pc:sldMkLst>
          <pc:docMk/>
          <pc:sldMk cId="3466941169" sldId="890"/>
        </pc:sldMkLst>
      </pc:sldChg>
      <pc:sldChg chg="add del">
        <pc:chgData name="YANG Guomin" userId="dccf0981-1625-43db-a7d9-40d73e3f3472" providerId="ADAL" clId="{3CE06BD5-11AC-4161-8C0A-BAFC79214048}" dt="2023-10-25T02:59:32.684" v="9" actId="47"/>
        <pc:sldMkLst>
          <pc:docMk/>
          <pc:sldMk cId="963115528" sldId="896"/>
        </pc:sldMkLst>
      </pc:sldChg>
      <pc:sldChg chg="modSp add mod">
        <pc:chgData name="YANG Guomin" userId="dccf0981-1625-43db-a7d9-40d73e3f3472" providerId="ADAL" clId="{3CE06BD5-11AC-4161-8C0A-BAFC79214048}" dt="2023-10-25T09:23:10.884" v="203" actId="20577"/>
        <pc:sldMkLst>
          <pc:docMk/>
          <pc:sldMk cId="1095322540" sldId="897"/>
        </pc:sldMkLst>
      </pc:sldChg>
      <pc:sldChg chg="addSp delSp modSp add mod ord modNotesTx">
        <pc:chgData name="YANG Guomin" userId="dccf0981-1625-43db-a7d9-40d73e3f3472" providerId="ADAL" clId="{3CE06BD5-11AC-4161-8C0A-BAFC79214048}" dt="2023-10-25T04:24:00.184" v="38" actId="20577"/>
        <pc:sldMkLst>
          <pc:docMk/>
          <pc:sldMk cId="1214161732" sldId="898"/>
        </pc:sldMkLst>
      </pc:sldChg>
    </pc:docChg>
  </pc:docChgLst>
  <pc:docChgLst>
    <pc:chgData name="YANG Guomin" userId="dccf0981-1625-43db-a7d9-40d73e3f3472" providerId="ADAL" clId="{660A68B9-AE51-423E-B228-7CA1E342574C}"/>
    <pc:docChg chg="modSld">
      <pc:chgData name="YANG Guomin" userId="dccf0981-1625-43db-a7d9-40d73e3f3472" providerId="ADAL" clId="{660A68B9-AE51-423E-B228-7CA1E342574C}" dt="2025-10-28T08:36:09.784" v="17" actId="20577"/>
      <pc:docMkLst>
        <pc:docMk/>
      </pc:docMkLst>
      <pc:sldChg chg="modSp mod">
        <pc:chgData name="YANG Guomin" userId="dccf0981-1625-43db-a7d9-40d73e3f3472" providerId="ADAL" clId="{660A68B9-AE51-423E-B228-7CA1E342574C}" dt="2025-10-28T08:32:41.412" v="14" actId="20577"/>
        <pc:sldMkLst>
          <pc:docMk/>
          <pc:sldMk cId="1080801124" sldId="895"/>
        </pc:sldMkLst>
        <pc:spChg chg="mod">
          <ac:chgData name="YANG Guomin" userId="dccf0981-1625-43db-a7d9-40d73e3f3472" providerId="ADAL" clId="{660A68B9-AE51-423E-B228-7CA1E342574C}" dt="2025-10-28T08:32:41.412" v="14" actId="20577"/>
          <ac:spMkLst>
            <pc:docMk/>
            <pc:sldMk cId="1080801124" sldId="895"/>
            <ac:spMk id="6" creationId="{35933750-C0CF-AC49-AF64-1EE787DB8C3D}"/>
          </ac:spMkLst>
        </pc:spChg>
      </pc:sldChg>
      <pc:sldChg chg="modSp mod">
        <pc:chgData name="YANG Guomin" userId="dccf0981-1625-43db-a7d9-40d73e3f3472" providerId="ADAL" clId="{660A68B9-AE51-423E-B228-7CA1E342574C}" dt="2025-10-28T08:36:09.784" v="17" actId="20577"/>
        <pc:sldMkLst>
          <pc:docMk/>
          <pc:sldMk cId="1095322540" sldId="897"/>
        </pc:sldMkLst>
        <pc:spChg chg="mod">
          <ac:chgData name="YANG Guomin" userId="dccf0981-1625-43db-a7d9-40d73e3f3472" providerId="ADAL" clId="{660A68B9-AE51-423E-B228-7CA1E342574C}" dt="2025-10-28T08:36:09.784" v="17" actId="20577"/>
          <ac:spMkLst>
            <pc:docMk/>
            <pc:sldMk cId="1095322540" sldId="897"/>
            <ac:spMk id="118787" creationId="{1A6E3984-9357-0B4D-93E3-3222F2D45946}"/>
          </ac:spMkLst>
        </pc:spChg>
      </pc:sldChg>
    </pc:docChg>
  </pc:docChgLst>
  <pc:docChgLst>
    <pc:chgData name="YANG Guomin" userId="dccf0981-1625-43db-a7d9-40d73e3f3472" providerId="ADAL" clId="{F0D0B033-1150-9946-818D-E61D36A089D4}"/>
    <pc:docChg chg="custSel addSld modSld">
      <pc:chgData name="YANG Guomin" userId="dccf0981-1625-43db-a7d9-40d73e3f3472" providerId="ADAL" clId="{F0D0B033-1150-9946-818D-E61D36A089D4}" dt="2023-03-22T02:05:45.536" v="455" actId="27636"/>
      <pc:docMkLst>
        <pc:docMk/>
      </pc:docMkLst>
      <pc:sldChg chg="modSp mod">
        <pc:chgData name="YANG Guomin" userId="dccf0981-1625-43db-a7d9-40d73e3f3472" providerId="ADAL" clId="{F0D0B033-1150-9946-818D-E61D36A089D4}" dt="2023-03-22T02:05:45.536" v="455" actId="27636"/>
        <pc:sldMkLst>
          <pc:docMk/>
          <pc:sldMk cId="3860953152" sldId="893"/>
        </pc:sldMkLst>
      </pc:sldChg>
      <pc:sldChg chg="modSp add mod">
        <pc:chgData name="YANG Guomin" userId="dccf0981-1625-43db-a7d9-40d73e3f3472" providerId="ADAL" clId="{F0D0B033-1150-9946-818D-E61D36A089D4}" dt="2023-03-22T02:03:37.684" v="452" actId="20577"/>
        <pc:sldMkLst>
          <pc:docMk/>
          <pc:sldMk cId="1080801124" sldId="895"/>
        </pc:sldMkLst>
      </pc:sldChg>
    </pc:docChg>
  </pc:docChgLst>
  <pc:docChgLst>
    <pc:chgData name="YANG Guomin" userId="dccf0981-1625-43db-a7d9-40d73e3f3472" providerId="ADAL" clId="{04B18367-6DB7-4A2A-A89E-A386848F7FAF}"/>
    <pc:docChg chg="delSld modSld">
      <pc:chgData name="YANG Guomin" userId="dccf0981-1625-43db-a7d9-40d73e3f3472" providerId="ADAL" clId="{04B18367-6DB7-4A2A-A89E-A386848F7FAF}" dt="2024-10-29T04:20:22.615" v="16" actId="20577"/>
      <pc:docMkLst>
        <pc:docMk/>
      </pc:docMkLst>
      <pc:sldChg chg="modSp mod">
        <pc:chgData name="YANG Guomin" userId="dccf0981-1625-43db-a7d9-40d73e3f3472" providerId="ADAL" clId="{04B18367-6DB7-4A2A-A89E-A386848F7FAF}" dt="2024-10-29T04:11:49.668" v="14" actId="20577"/>
        <pc:sldMkLst>
          <pc:docMk/>
          <pc:sldMk cId="721631384" sldId="738"/>
        </pc:sldMkLst>
      </pc:sldChg>
      <pc:sldChg chg="del">
        <pc:chgData name="YANG Guomin" userId="dccf0981-1625-43db-a7d9-40d73e3f3472" providerId="ADAL" clId="{04B18367-6DB7-4A2A-A89E-A386848F7FAF}" dt="2024-10-29T04:17:21.428" v="15" actId="47"/>
        <pc:sldMkLst>
          <pc:docMk/>
          <pc:sldMk cId="1270743037" sldId="744"/>
        </pc:sldMkLst>
      </pc:sldChg>
      <pc:sldChg chg="modSp mod">
        <pc:chgData name="YANG Guomin" userId="dccf0981-1625-43db-a7d9-40d73e3f3472" providerId="ADAL" clId="{04B18367-6DB7-4A2A-A89E-A386848F7FAF}" dt="2024-10-29T04:09:58.720" v="11" actId="20577"/>
        <pc:sldMkLst>
          <pc:docMk/>
          <pc:sldMk cId="1193930182" sldId="809"/>
        </pc:sldMkLst>
      </pc:sldChg>
      <pc:sldChg chg="modSp mod">
        <pc:chgData name="YANG Guomin" userId="dccf0981-1625-43db-a7d9-40d73e3f3472" providerId="ADAL" clId="{04B18367-6DB7-4A2A-A89E-A386848F7FAF}" dt="2024-10-29T04:20:22.615" v="16" actId="20577"/>
        <pc:sldMkLst>
          <pc:docMk/>
          <pc:sldMk cId="3097930802" sldId="81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2610B3-7AD2-443D-9EED-D272A55646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924C13-04C5-44FB-B034-640B84AC7A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FD5BE7-7004-4067-ADFA-7CFE35CEFC19}" type="datetimeFigureOut">
              <a:rPr lang="en-SG" smtClean="0"/>
              <a:t>16/11/25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1BDE46-AEBF-4095-B341-E86B41267A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A93F1-2B31-47D7-9523-E01662595A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B8634-C501-4364-B041-147E7E89780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9267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2B1A6E-CF2A-4D43-97E3-58FD378C223B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FD4FAC-B258-624A-81B3-9D14B0086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05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Stateless : they wont know anything about each other in each request and response. Only aware about each other. State </a:t>
            </a:r>
            <a:r>
              <a:rPr lang="en-US" dirty="0" err="1"/>
              <a:t>maintainance</a:t>
            </a:r>
            <a:endParaRPr lang="en-US" dirty="0"/>
          </a:p>
          <a:p>
            <a:r>
              <a:rPr lang="en-US" dirty="0"/>
              <a:t>Pay attention to </a:t>
            </a:r>
            <a:r>
              <a:rPr lang="en-US" dirty="0" err="1"/>
              <a:t>SessID</a:t>
            </a:r>
            <a:r>
              <a:rPr lang="en-US" dirty="0"/>
              <a:t> generation, storage and sending. Use SSL/TLS to not show the thing.</a:t>
            </a:r>
          </a:p>
          <a:p>
            <a:r>
              <a:rPr lang="en-US" dirty="0"/>
              <a:t>If say I want a lot of people to get, it is stored XSS, but if say they got filtering, I can use DOM –based.</a:t>
            </a:r>
          </a:p>
          <a:p>
            <a:r>
              <a:rPr lang="en-US" dirty="0"/>
              <a:t>Signing/MAC is not good cos it might be very header.</a:t>
            </a:r>
          </a:p>
          <a:p>
            <a:r>
              <a:rPr lang="en-US" dirty="0"/>
              <a:t>Content Security Policy – a field of some sort.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92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>
            <a:extLst>
              <a:ext uri="{FF2B5EF4-FFF2-40B4-BE49-F238E27FC236}">
                <a16:creationId xmlns:a16="http://schemas.microsoft.com/office/drawing/2014/main" id="{515F7A8E-A649-7940-BB24-F0F9489553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026EB6-69CB-6F4B-9AF8-05471F33A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6627" name="Slide Number Placeholder 3">
            <a:extLst>
              <a:ext uri="{FF2B5EF4-FFF2-40B4-BE49-F238E27FC236}">
                <a16:creationId xmlns:a16="http://schemas.microsoft.com/office/drawing/2014/main" id="{6974B106-5586-784E-8BCF-A7B30B9A25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6A6A456-5923-5E45-B1B4-615A6CC7EA01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731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>
            <a:extLst>
              <a:ext uri="{FF2B5EF4-FFF2-40B4-BE49-F238E27FC236}">
                <a16:creationId xmlns:a16="http://schemas.microsoft.com/office/drawing/2014/main" id="{2017B00C-C7A2-F345-B3CC-CF98C440D96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>
            <a:extLst>
              <a:ext uri="{FF2B5EF4-FFF2-40B4-BE49-F238E27FC236}">
                <a16:creationId xmlns:a16="http://schemas.microsoft.com/office/drawing/2014/main" id="{9B9A2D4B-E07A-6742-B79E-857403F03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Attacker exploits the trust placed on the user by the server</a:t>
            </a:r>
          </a:p>
          <a:p>
            <a:pPr marL="171450" indent="-171450">
              <a:buFontTx/>
              <a:buChar char="-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Attacker try to trigger the user to send the request.</a:t>
            </a:r>
          </a:p>
          <a:p>
            <a:pPr marL="171450" indent="-171450">
              <a:buFontTx/>
              <a:buChar char="-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Trigger attacker to click a link to send a request. I don’t need to know your </a:t>
            </a:r>
            <a:r>
              <a:rPr lang="en-US" altLang="en-US" dirty="0" err="1">
                <a:latin typeface="Arial" panose="020B0604020202020204" pitchFamily="34" charset="0"/>
                <a:ea typeface="ＭＳ Ｐゴシック" panose="020B0600070205080204" pitchFamily="34" charset="-128"/>
              </a:rPr>
              <a:t>sessionID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, you sent from yourself, and you can just get the result. Server accepts YOU.</a:t>
            </a:r>
          </a:p>
          <a:p>
            <a:pPr marL="171450" indent="-171450">
              <a:buFontTx/>
              <a:buChar char="-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Not trying to predict, but trying to trigger the server.</a:t>
            </a:r>
          </a:p>
          <a:p>
            <a:pPr marL="171450" indent="-171450">
              <a:buFontTx/>
              <a:buChar char="-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Server believes that the request I sent by the legit user, but the TRIGGER is the attacker.</a:t>
            </a:r>
            <a:endParaRPr lang="en-SG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1140" name="Slide Number Placeholder 3">
            <a:extLst>
              <a:ext uri="{FF2B5EF4-FFF2-40B4-BE49-F238E27FC236}">
                <a16:creationId xmlns:a16="http://schemas.microsoft.com/office/drawing/2014/main" id="{64F74A54-4C2C-184E-B4D5-5AB874F4A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0D896AD-F87D-E74B-BD78-5E0330D16A4F}" type="slidenum">
              <a:rPr lang="en-US" altLang="en-US" sz="1200" baseline="0" smtClean="0"/>
              <a:pPr/>
              <a:t>5</a:t>
            </a:fld>
            <a:endParaRPr lang="en-US" altLang="en-US" sz="1200" baseline="0"/>
          </a:p>
        </p:txBody>
      </p:sp>
    </p:spTree>
    <p:extLst>
      <p:ext uri="{BB962C8B-B14F-4D97-AF65-F5344CB8AC3E}">
        <p14:creationId xmlns:p14="http://schemas.microsoft.com/office/powerpoint/2010/main" val="2286049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>
            <a:extLst>
              <a:ext uri="{FF2B5EF4-FFF2-40B4-BE49-F238E27FC236}">
                <a16:creationId xmlns:a16="http://schemas.microsoft.com/office/drawing/2014/main" id="{87EABBA2-819D-F74A-8E27-F60DFB5BD6E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Notes Placeholder 2">
            <a:extLst>
              <a:ext uri="{FF2B5EF4-FFF2-40B4-BE49-F238E27FC236}">
                <a16:creationId xmlns:a16="http://schemas.microsoft.com/office/drawing/2014/main" id="{D34A3C46-1FB5-DC41-B55F-5115CD626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In both patterns, server thinks that the request comes from the user</a:t>
            </a:r>
          </a:p>
          <a:p>
            <a:pPr marL="171450" indent="-171450">
              <a:buFontTx/>
              <a:buChar char="-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You trick the victim.</a:t>
            </a:r>
          </a:p>
          <a:p>
            <a:pPr marL="171450" indent="-171450">
              <a:buFontTx/>
              <a:buChar char="-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This is a form </a:t>
            </a:r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of session hijacking.</a:t>
            </a:r>
          </a:p>
          <a:p>
            <a:pPr marL="171450" indent="-171450">
              <a:buFontTx/>
              <a:buChar char="-"/>
            </a:pPr>
            <a:endParaRPr lang="en-US" altLang="en-US" b="1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171450" indent="-171450">
              <a:buFontTx/>
              <a:buChar char="-"/>
            </a:pPr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By default, your browser attaches things like headers and session information into the request.</a:t>
            </a:r>
          </a:p>
        </p:txBody>
      </p:sp>
      <p:sp>
        <p:nvSpPr>
          <p:cNvPr id="94212" name="Slide Number Placeholder 3">
            <a:extLst>
              <a:ext uri="{FF2B5EF4-FFF2-40B4-BE49-F238E27FC236}">
                <a16:creationId xmlns:a16="http://schemas.microsoft.com/office/drawing/2014/main" id="{1D5331AC-C40C-8C4F-A0C3-11250DFC66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C6E5174-1D01-2544-BB2D-33E98BADCD6A}" type="slidenum">
              <a:rPr lang="en-US" altLang="en-US" sz="1200" baseline="0" smtClean="0"/>
              <a:pPr/>
              <a:t>6</a:t>
            </a:fld>
            <a:endParaRPr lang="en-US" altLang="en-US" sz="1200" baseline="0"/>
          </a:p>
        </p:txBody>
      </p:sp>
    </p:spTree>
    <p:extLst>
      <p:ext uri="{BB962C8B-B14F-4D97-AF65-F5344CB8AC3E}">
        <p14:creationId xmlns:p14="http://schemas.microsoft.com/office/powerpoint/2010/main" val="2095218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>
            <a:extLst>
              <a:ext uri="{FF2B5EF4-FFF2-40B4-BE49-F238E27FC236}">
                <a16:creationId xmlns:a16="http://schemas.microsoft.com/office/drawing/2014/main" id="{2017B00C-C7A2-F345-B3CC-CF98C440D96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>
            <a:extLst>
              <a:ext uri="{FF2B5EF4-FFF2-40B4-BE49-F238E27FC236}">
                <a16:creationId xmlns:a16="http://schemas.microsoft.com/office/drawing/2014/main" id="{9B9A2D4B-E07A-6742-B79E-857403F03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1140" name="Slide Number Placeholder 3">
            <a:extLst>
              <a:ext uri="{FF2B5EF4-FFF2-40B4-BE49-F238E27FC236}">
                <a16:creationId xmlns:a16="http://schemas.microsoft.com/office/drawing/2014/main" id="{64F74A54-4C2C-184E-B4D5-5AB874F4A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0D896AD-F87D-E74B-BD78-5E0330D16A4F}" type="slidenum">
              <a:rPr lang="en-US" altLang="en-US" sz="1200" baseline="0" smtClean="0"/>
              <a:pPr/>
              <a:t>8</a:t>
            </a:fld>
            <a:endParaRPr lang="en-US" altLang="en-US" sz="1200" baseline="0"/>
          </a:p>
        </p:txBody>
      </p:sp>
    </p:spTree>
    <p:extLst>
      <p:ext uri="{BB962C8B-B14F-4D97-AF65-F5344CB8AC3E}">
        <p14:creationId xmlns:p14="http://schemas.microsoft.com/office/powerpoint/2010/main" val="1511346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>
            <a:extLst>
              <a:ext uri="{FF2B5EF4-FFF2-40B4-BE49-F238E27FC236}">
                <a16:creationId xmlns:a16="http://schemas.microsoft.com/office/drawing/2014/main" id="{0CD54858-44E0-B347-BF75-1E7350AD4E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Notes Placeholder 2">
            <a:extLst>
              <a:ext uri="{FF2B5EF4-FFF2-40B4-BE49-F238E27FC236}">
                <a16:creationId xmlns:a16="http://schemas.microsoft.com/office/drawing/2014/main" id="{41555D1F-945D-9640-8FD1-E9BB2BD8A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Authenticate the request.</a:t>
            </a:r>
          </a:p>
          <a:p>
            <a:pPr marL="171450" indent="-171450">
              <a:buFontTx/>
              <a:buChar char="-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Make your own web app authenticate the request. Not the browser.</a:t>
            </a:r>
          </a:p>
          <a:p>
            <a:pPr marL="171450" indent="-171450">
              <a:buFontTx/>
              <a:buChar char="-"/>
            </a:pP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171450" indent="-171450">
              <a:buFontTx/>
              <a:buChar char="-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Not avoid GET as much as possible, but do not use GET unnecessarily. </a:t>
            </a:r>
          </a:p>
        </p:txBody>
      </p:sp>
      <p:sp>
        <p:nvSpPr>
          <p:cNvPr id="105476" name="Slide Number Placeholder 3">
            <a:extLst>
              <a:ext uri="{FF2B5EF4-FFF2-40B4-BE49-F238E27FC236}">
                <a16:creationId xmlns:a16="http://schemas.microsoft.com/office/drawing/2014/main" id="{1DBB138C-1CDB-9B49-9430-964007ACC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9F9B9B0-BB7C-D440-BA76-E711721DF4AC}" type="slidenum">
              <a:rPr lang="en-US" altLang="en-US" sz="1200" baseline="0" smtClean="0"/>
              <a:pPr/>
              <a:t>9</a:t>
            </a:fld>
            <a:endParaRPr lang="en-US" altLang="en-US" sz="1200" baseline="0"/>
          </a:p>
        </p:txBody>
      </p:sp>
    </p:spTree>
    <p:extLst>
      <p:ext uri="{BB962C8B-B14F-4D97-AF65-F5344CB8AC3E}">
        <p14:creationId xmlns:p14="http://schemas.microsoft.com/office/powerpoint/2010/main" val="412596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>
            <a:extLst>
              <a:ext uri="{FF2B5EF4-FFF2-40B4-BE49-F238E27FC236}">
                <a16:creationId xmlns:a16="http://schemas.microsoft.com/office/drawing/2014/main" id="{075CDCE0-31BA-014B-AAD4-F701BA21FC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>
            <a:extLst>
              <a:ext uri="{FF2B5EF4-FFF2-40B4-BE49-F238E27FC236}">
                <a16:creationId xmlns:a16="http://schemas.microsoft.com/office/drawing/2014/main" id="{F37C8C86-E468-7A46-940E-97A4EACB9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The link has a token. If attacker try to send, then cannot. Server gives the html with a token. This token is unknown to the person.</a:t>
            </a:r>
          </a:p>
          <a:p>
            <a:pPr marL="171450" indent="-171450">
              <a:buFontTx/>
              <a:buChar char="-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Put the cookie as part of the request. Encrypt and then put in there.</a:t>
            </a:r>
          </a:p>
          <a:p>
            <a:pPr marL="171450" indent="-171450">
              <a:buFontTx/>
              <a:buChar char="-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Requires attacker to know the cookie.</a:t>
            </a:r>
          </a:p>
          <a:p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But user should only know it. You can use the header as like a compulsory param.</a:t>
            </a:r>
            <a:b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r>
              <a:rPr lang="en-SG" dirty="0"/>
              <a:t>Server generates a random token and ties it to the user session (or returns in a secure cookie).</a:t>
            </a:r>
          </a:p>
          <a:p>
            <a:r>
              <a:rPr lang="en-SG" dirty="0"/>
              <a:t>The token is included in forms or as a header in AJAX requests.</a:t>
            </a:r>
          </a:p>
          <a:p>
            <a:r>
              <a:rPr lang="en-SG" dirty="0"/>
              <a:t>Server verifies the token on every state-changing request (POST/PUT/DELETE).</a:t>
            </a:r>
          </a:p>
          <a:p>
            <a:pPr marL="171450" indent="-171450">
              <a:buFontTx/>
              <a:buChar char="-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Assume cannot read the hidden input field.</a:t>
            </a:r>
          </a:p>
        </p:txBody>
      </p:sp>
      <p:sp>
        <p:nvSpPr>
          <p:cNvPr id="107524" name="Slide Number Placeholder 3">
            <a:extLst>
              <a:ext uri="{FF2B5EF4-FFF2-40B4-BE49-F238E27FC236}">
                <a16:creationId xmlns:a16="http://schemas.microsoft.com/office/drawing/2014/main" id="{204470A1-C014-8841-B358-F8BFE5547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EED4AE4-EC47-1C49-AEDD-320FD324FD20}" type="slidenum">
              <a:rPr lang="en-US" altLang="en-US" sz="1200" baseline="0" smtClean="0"/>
              <a:pPr/>
              <a:t>10</a:t>
            </a:fld>
            <a:endParaRPr lang="en-US" altLang="en-US" sz="1200" baseline="0"/>
          </a:p>
        </p:txBody>
      </p:sp>
    </p:spTree>
    <p:extLst>
      <p:ext uri="{BB962C8B-B14F-4D97-AF65-F5344CB8AC3E}">
        <p14:creationId xmlns:p14="http://schemas.microsoft.com/office/powerpoint/2010/main" val="3669282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Tokens must be fresh.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73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Logoff so no one will know who you are.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98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>
            <a:extLst>
              <a:ext uri="{FF2B5EF4-FFF2-40B4-BE49-F238E27FC236}">
                <a16:creationId xmlns:a16="http://schemas.microsoft.com/office/drawing/2014/main" id="{258A05B1-A7E6-8C44-8FDB-C7F4C12C00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2" name="Notes Placeholder 2">
            <a:extLst>
              <a:ext uri="{FF2B5EF4-FFF2-40B4-BE49-F238E27FC236}">
                <a16:creationId xmlns:a16="http://schemas.microsoft.com/office/drawing/2014/main" id="{B88D261D-D3BD-734E-BE41-A8E1DA9A6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SG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Example during login, you can do a attack where you can use someone’s </a:t>
            </a:r>
            <a:r>
              <a:rPr lang="en-SG" altLang="en-US" dirty="0" err="1">
                <a:latin typeface="Arial" panose="020B0604020202020204" pitchFamily="34" charset="0"/>
                <a:ea typeface="ＭＳ Ｐゴシック" panose="020B0600070205080204" pitchFamily="34" charset="-128"/>
              </a:rPr>
              <a:t>elses</a:t>
            </a:r>
            <a:r>
              <a:rPr lang="en-SG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ea typeface="ＭＳ Ｐゴシック" panose="020B0600070205080204" pitchFamily="34" charset="-128"/>
              </a:rPr>
              <a:t>redential</a:t>
            </a:r>
            <a:r>
              <a:rPr lang="en-SG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then </a:t>
            </a:r>
            <a:r>
              <a:rPr lang="en-SG" altLang="en-US" dirty="0" err="1">
                <a:latin typeface="Arial" panose="020B0604020202020204" pitchFamily="34" charset="0"/>
                <a:ea typeface="ＭＳ Ｐゴシック" panose="020B0600070205080204" pitchFamily="34" charset="-128"/>
              </a:rPr>
              <a:t>baam</a:t>
            </a:r>
            <a:r>
              <a:rPr lang="en-SG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!</a:t>
            </a:r>
          </a:p>
          <a:p>
            <a:endParaRPr lang="en-SG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603" name="Slide Number Placeholder 3">
            <a:extLst>
              <a:ext uri="{FF2B5EF4-FFF2-40B4-BE49-F238E27FC236}">
                <a16:creationId xmlns:a16="http://schemas.microsoft.com/office/drawing/2014/main" id="{1E0994BE-4661-C544-9D73-FD5206DD75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A06F938-63A3-6548-8991-66B265231A86}" type="slidenum">
              <a:rPr lang="en-US" altLang="en-US" sz="1200" baseline="0" smtClean="0"/>
              <a:pPr/>
              <a:t>15</a:t>
            </a:fld>
            <a:endParaRPr lang="en-US" altLang="en-US" sz="1200" baseline="0"/>
          </a:p>
        </p:txBody>
      </p:sp>
    </p:spTree>
    <p:extLst>
      <p:ext uri="{BB962C8B-B14F-4D97-AF65-F5344CB8AC3E}">
        <p14:creationId xmlns:p14="http://schemas.microsoft.com/office/powerpoint/2010/main" val="40885423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1914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7D84704-EAFA-564F-B7A0-43208072A1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A05C7B62-47A6-7348-8B39-A752B5318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SG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If server store hash, you need to provide hash.</a:t>
            </a: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B40577C0-DCCF-5844-9F76-9A651403BC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A84CFE6-1C27-3040-A2A0-4C06DFA01F4F}" type="slidenum">
              <a:rPr lang="en-US" altLang="en-US" sz="1200" baseline="0" smtClean="0"/>
              <a:pPr/>
              <a:t>18</a:t>
            </a:fld>
            <a:endParaRPr lang="en-US" altLang="en-US" sz="1200" baseline="0"/>
          </a:p>
        </p:txBody>
      </p:sp>
    </p:spTree>
    <p:extLst>
      <p:ext uri="{BB962C8B-B14F-4D97-AF65-F5344CB8AC3E}">
        <p14:creationId xmlns:p14="http://schemas.microsoft.com/office/powerpoint/2010/main" val="2500042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85007110-6CB8-A841-895F-0E10C65599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00A68D38-667C-6249-BBAF-FB66E8F2B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SG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Reconstruct SQL query on your end.</a:t>
            </a: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EC3CA40D-2F88-D241-855B-0B7DD91CE4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7C44850-B4A6-B542-A550-E5F63C6E1B2D}" type="slidenum">
              <a:rPr lang="en-US" altLang="en-US" sz="1200" baseline="0" smtClean="0"/>
              <a:pPr/>
              <a:t>19</a:t>
            </a:fld>
            <a:endParaRPr lang="en-US" altLang="en-US" sz="1200" baseline="0"/>
          </a:p>
        </p:txBody>
      </p:sp>
    </p:spTree>
    <p:extLst>
      <p:ext uri="{BB962C8B-B14F-4D97-AF65-F5344CB8AC3E}">
        <p14:creationId xmlns:p14="http://schemas.microsoft.com/office/powerpoint/2010/main" val="31511212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5C577D62-1FF8-724A-B46E-CE5C0B8714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4848FA02-AA93-9E44-8CC4-4175140D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6D3958E0-CFC1-C648-B1C9-0A10BE5D6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78B1A61-F1C8-8E4B-A130-59F7610148C7}" type="slidenum">
              <a:rPr lang="en-US" altLang="en-US" sz="1200" baseline="0" smtClean="0"/>
              <a:pPr/>
              <a:t>20</a:t>
            </a:fld>
            <a:endParaRPr lang="en-US" altLang="en-US" sz="1200" baseline="0"/>
          </a:p>
        </p:txBody>
      </p:sp>
    </p:spTree>
    <p:extLst>
      <p:ext uri="{BB962C8B-B14F-4D97-AF65-F5344CB8AC3E}">
        <p14:creationId xmlns:p14="http://schemas.microsoft.com/office/powerpoint/2010/main" val="7902389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5C577D62-1FF8-724A-B46E-CE5C0B8714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4848FA02-AA93-9E44-8CC4-4175140D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6D3958E0-CFC1-C648-B1C9-0A10BE5D6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78B1A61-F1C8-8E4B-A130-59F7610148C7}" type="slidenum">
              <a:rPr lang="en-US" altLang="en-US" sz="1200" baseline="0" smtClean="0"/>
              <a:pPr/>
              <a:t>21</a:t>
            </a:fld>
            <a:endParaRPr lang="en-US" altLang="en-US" sz="1200" baseline="0"/>
          </a:p>
        </p:txBody>
      </p:sp>
    </p:spTree>
    <p:extLst>
      <p:ext uri="{BB962C8B-B14F-4D97-AF65-F5344CB8AC3E}">
        <p14:creationId xmlns:p14="http://schemas.microsoft.com/office/powerpoint/2010/main" val="21550081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>
            <a:extLst>
              <a:ext uri="{FF2B5EF4-FFF2-40B4-BE49-F238E27FC236}">
                <a16:creationId xmlns:a16="http://schemas.microsoft.com/office/drawing/2014/main" id="{CD7C1E7E-5047-2440-B206-A9E01A25BD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8" name="Notes Placeholder 2">
            <a:extLst>
              <a:ext uri="{FF2B5EF4-FFF2-40B4-BE49-F238E27FC236}">
                <a16:creationId xmlns:a16="http://schemas.microsoft.com/office/drawing/2014/main" id="{F061B151-A596-BD43-B997-7C937E5F6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White list is more secure.</a:t>
            </a:r>
            <a:b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r>
              <a:rPr lang="en-US" altLang="en-US" dirty="0" err="1">
                <a:latin typeface="Arial" panose="020B0604020202020204" pitchFamily="34" charset="0"/>
                <a:ea typeface="ＭＳ Ｐゴシック" panose="020B0600070205080204" pitchFamily="34" charset="-128"/>
              </a:rPr>
              <a:t>Boundparam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is like your $</a:t>
            </a:r>
            <a:r>
              <a:rPr lang="en-US" altLang="en-US" dirty="0" err="1">
                <a:latin typeface="Arial" panose="020B0604020202020204" pitchFamily="34" charset="0"/>
                <a:ea typeface="ＭＳ Ｐゴシック" panose="020B0600070205080204" pitchFamily="34" charset="-128"/>
              </a:rPr>
              <a:t>stmt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-&gt;</a:t>
            </a:r>
            <a:r>
              <a:rPr lang="en-US" altLang="en-US" dirty="0" err="1">
                <a:latin typeface="Arial" panose="020B0604020202020204" pitchFamily="34" charset="0"/>
                <a:ea typeface="ＭＳ Ｐゴシック" panose="020B0600070205080204" pitchFamily="34" charset="-128"/>
              </a:rPr>
              <a:t>bind_param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() so that user input </a:t>
            </a:r>
            <a:r>
              <a:rPr lang="en-US" altLang="en-US" dirty="0" err="1">
                <a:latin typeface="Arial" panose="020B0604020202020204" pitchFamily="34" charset="0"/>
                <a:ea typeface="ＭＳ Ｐゴシック" panose="020B0600070205080204" pitchFamily="34" charset="-128"/>
              </a:rPr>
              <a:t>canot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be mistaken for code.</a:t>
            </a:r>
          </a:p>
          <a:p>
            <a:pPr marL="171450" indent="-171450">
              <a:buFontTx/>
              <a:buChar char="-"/>
            </a:pP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171450" indent="-171450">
              <a:buFontTx/>
              <a:buChar char="-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Bind params, filtering, and whitelist chars.</a:t>
            </a:r>
          </a:p>
          <a:p>
            <a:pPr marL="171450" indent="-171450">
              <a:buFontTx/>
              <a:buChar char="-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Don’t have too much error msg in console and do not connect as sysadmin (set DB perms)?</a:t>
            </a:r>
          </a:p>
        </p:txBody>
      </p:sp>
      <p:sp>
        <p:nvSpPr>
          <p:cNvPr id="50179" name="Slide Number Placeholder 3">
            <a:extLst>
              <a:ext uri="{FF2B5EF4-FFF2-40B4-BE49-F238E27FC236}">
                <a16:creationId xmlns:a16="http://schemas.microsoft.com/office/drawing/2014/main" id="{CF5ACEF1-6F23-CF47-A6A4-A2D769D7AF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4B5C746-B31E-CF49-AD90-AABB9197A638}" type="slidenum">
              <a:rPr lang="en-US" altLang="en-US" sz="1200" baseline="0" smtClean="0"/>
              <a:pPr/>
              <a:t>23</a:t>
            </a:fld>
            <a:endParaRPr lang="en-US" altLang="en-US" sz="1200" baseline="0"/>
          </a:p>
        </p:txBody>
      </p:sp>
    </p:spTree>
    <p:extLst>
      <p:ext uri="{BB962C8B-B14F-4D97-AF65-F5344CB8AC3E}">
        <p14:creationId xmlns:p14="http://schemas.microsoft.com/office/powerpoint/2010/main" val="40445864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Image Placeholder 1">
            <a:extLst>
              <a:ext uri="{FF2B5EF4-FFF2-40B4-BE49-F238E27FC236}">
                <a16:creationId xmlns:a16="http://schemas.microsoft.com/office/drawing/2014/main" id="{BDC53A9C-FB39-7A4C-8595-69A2CA3ADA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0" name="Notes Placeholder 2">
            <a:extLst>
              <a:ext uri="{FF2B5EF4-FFF2-40B4-BE49-F238E27FC236}">
                <a16:creationId xmlns:a16="http://schemas.microsoft.com/office/drawing/2014/main" id="{95E664B5-C07A-EA42-9719-D789396A0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3491" name="Slide Number Placeholder 3">
            <a:extLst>
              <a:ext uri="{FF2B5EF4-FFF2-40B4-BE49-F238E27FC236}">
                <a16:creationId xmlns:a16="http://schemas.microsoft.com/office/drawing/2014/main" id="{CD8F88ED-CA82-424E-BB03-856B0954B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1809C63-A603-7644-BF57-FA8A298A172A}" type="slidenum">
              <a:rPr lang="en-US" altLang="en-US" sz="1200" baseline="0" smtClean="0"/>
              <a:pPr/>
              <a:t>24</a:t>
            </a:fld>
            <a:endParaRPr lang="en-US" altLang="en-US" sz="1200" baseline="0"/>
          </a:p>
        </p:txBody>
      </p:sp>
    </p:spTree>
    <p:extLst>
      <p:ext uri="{BB962C8B-B14F-4D97-AF65-F5344CB8AC3E}">
        <p14:creationId xmlns:p14="http://schemas.microsoft.com/office/powerpoint/2010/main" val="20593661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Confuse the server cos the request come from user.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17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4.svg"/><Relationship Id="rId5" Type="http://schemas.openxmlformats.org/officeDocument/2006/relationships/image" Target="../media/image8.svg"/><Relationship Id="rId10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4.svg"/><Relationship Id="rId5" Type="http://schemas.openxmlformats.org/officeDocument/2006/relationships/image" Target="../media/image8.svg"/><Relationship Id="rId10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>
            <a:alpha val="5882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3C88D0-2E08-4670-9044-5186D448CA04}"/>
              </a:ext>
            </a:extLst>
          </p:cNvPr>
          <p:cNvSpPr/>
          <p:nvPr userDrawn="1"/>
        </p:nvSpPr>
        <p:spPr>
          <a:xfrm>
            <a:off x="0" y="3429000"/>
            <a:ext cx="12188959" cy="3453861"/>
          </a:xfrm>
          <a:prstGeom prst="rect">
            <a:avLst/>
          </a:prstGeom>
          <a:solidFill>
            <a:srgbClr val="FFE2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E584884-844F-4B21-AC76-5ED86C2636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724" y="1051033"/>
            <a:ext cx="4750676" cy="4742829"/>
          </a:xfrm>
          <a:prstGeom prst="rect">
            <a:avLst/>
          </a:prstGeom>
        </p:spPr>
      </p:pic>
      <p:sp>
        <p:nvSpPr>
          <p:cNvPr id="5" name="Shape 220">
            <a:extLst>
              <a:ext uri="{FF2B5EF4-FFF2-40B4-BE49-F238E27FC236}">
                <a16:creationId xmlns:a16="http://schemas.microsoft.com/office/drawing/2014/main" id="{35520701-497D-44D0-A84B-8664C301EC62}"/>
              </a:ext>
            </a:extLst>
          </p:cNvPr>
          <p:cNvSpPr txBox="1">
            <a:spLocks/>
          </p:cNvSpPr>
          <p:nvPr userDrawn="1"/>
        </p:nvSpPr>
        <p:spPr>
          <a:xfrm>
            <a:off x="3041" y="2478949"/>
            <a:ext cx="12188959" cy="460767"/>
          </a:xfrm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pPr algn="r"/>
            <a:r>
              <a:rPr lang="en-US" altLang="en-US" sz="3400" spc="-150" dirty="0">
                <a:latin typeface="Arial Nova" panose="020B0504020202020204" pitchFamily="34" charset="0"/>
                <a:ea typeface="Roboto" panose="020B0604020202020204" pitchFamily="2" charset="0"/>
              </a:rPr>
              <a:t>CS440</a:t>
            </a:r>
            <a:endParaRPr lang="en-US" sz="3400" spc="-150" dirty="0">
              <a:solidFill>
                <a:schemeClr val="accent2"/>
              </a:solidFill>
              <a:latin typeface="Arial Nova" panose="020B0504020202020204" pitchFamily="34" charset="0"/>
              <a:ea typeface="Roboto" panose="020B0604020202020204" pitchFamily="2" charset="0"/>
              <a:cs typeface="Tahoma"/>
              <a:sym typeface="Tahom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1D5293-5E45-4ED0-8ABB-404EA0C787DB}"/>
              </a:ext>
            </a:extLst>
          </p:cNvPr>
          <p:cNvSpPr txBox="1"/>
          <p:nvPr userDrawn="1"/>
        </p:nvSpPr>
        <p:spPr>
          <a:xfrm>
            <a:off x="0" y="2813447"/>
            <a:ext cx="1218895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en-US" sz="3400" b="1" spc="-150" dirty="0">
                <a:latin typeface="Arial Nova" panose="020B0504020202020204" pitchFamily="34" charset="0"/>
                <a:ea typeface="Roboto" panose="020B0604020202020204" pitchFamily="2" charset="0"/>
              </a:rPr>
              <a:t>Foundations of Cybersecurity</a:t>
            </a:r>
            <a:endParaRPr lang="en-SG" sz="3400" b="1" spc="-150" dirty="0">
              <a:latin typeface="Arial Nova" panose="020B0504020202020204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DDB0E61-499E-455F-A5D3-6261FA854D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669" y="1354341"/>
            <a:ext cx="4157604" cy="415760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E362F9D-8518-4A7E-9743-E5EAF1DFFD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0207"/>
          <a:stretch/>
        </p:blipFill>
        <p:spPr>
          <a:xfrm>
            <a:off x="1027242" y="3433142"/>
            <a:ext cx="4157604" cy="2070185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A5F7416-A3F0-4B2C-8382-6FB636DAF2E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495218" y="3437315"/>
            <a:ext cx="6693741" cy="1241217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Title Here</a:t>
            </a:r>
            <a:br>
              <a:rPr lang="en-GB" dirty="0"/>
            </a:b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74CF7D-A872-4DD3-8F5C-DBA67CFC686C}"/>
              </a:ext>
            </a:extLst>
          </p:cNvPr>
          <p:cNvSpPr txBox="1"/>
          <p:nvPr userDrawn="1"/>
        </p:nvSpPr>
        <p:spPr>
          <a:xfrm>
            <a:off x="3041" y="4696518"/>
            <a:ext cx="12188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en-US" sz="1600" b="0" spc="0" dirty="0">
                <a:latin typeface="Arial Nova Light" panose="020B0304020202020204" pitchFamily="34" charset="0"/>
                <a:ea typeface="Roboto" panose="020B0604020202020204" pitchFamily="2" charset="0"/>
              </a:rPr>
              <a:t>Presented By: Shar Lwin </a:t>
            </a:r>
            <a:r>
              <a:rPr lang="en-US" altLang="en-US" sz="1600" b="0" spc="0" dirty="0" err="1">
                <a:latin typeface="Arial Nova Light" panose="020B0304020202020204" pitchFamily="34" charset="0"/>
                <a:ea typeface="Roboto" panose="020B0604020202020204" pitchFamily="2" charset="0"/>
              </a:rPr>
              <a:t>Khin</a:t>
            </a:r>
            <a:endParaRPr lang="en-SG" sz="1600" b="0" spc="0" dirty="0">
              <a:latin typeface="Arial Nova Light" panose="020B03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5375691-E25A-463F-A244-33D5283ECA07}"/>
              </a:ext>
            </a:extLst>
          </p:cNvPr>
          <p:cNvGrpSpPr/>
          <p:nvPr userDrawn="1"/>
        </p:nvGrpSpPr>
        <p:grpSpPr>
          <a:xfrm>
            <a:off x="219412" y="142004"/>
            <a:ext cx="3078914" cy="546273"/>
            <a:chOff x="798998" y="4391812"/>
            <a:chExt cx="3252915" cy="577145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B4E13C30-8D5A-4621-B756-E54226B031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16662" y="4391812"/>
              <a:ext cx="1635251" cy="577145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DA55FD92-6D03-43FA-AF8F-FC98AD97B5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98998" y="4393717"/>
              <a:ext cx="1457325" cy="571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3435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No presented by)">
    <p:bg>
      <p:bgPr>
        <a:solidFill>
          <a:schemeClr val="bg1">
            <a:alpha val="5882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3C88D0-2E08-4670-9044-5186D448CA04}"/>
              </a:ext>
            </a:extLst>
          </p:cNvPr>
          <p:cNvSpPr/>
          <p:nvPr userDrawn="1"/>
        </p:nvSpPr>
        <p:spPr>
          <a:xfrm>
            <a:off x="0" y="3429000"/>
            <a:ext cx="12188959" cy="3453861"/>
          </a:xfrm>
          <a:prstGeom prst="rect">
            <a:avLst/>
          </a:prstGeom>
          <a:solidFill>
            <a:srgbClr val="FFE2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E584884-844F-4B21-AC76-5ED86C2636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724" y="1051033"/>
            <a:ext cx="4750676" cy="4742829"/>
          </a:xfrm>
          <a:prstGeom prst="rect">
            <a:avLst/>
          </a:prstGeom>
        </p:spPr>
      </p:pic>
      <p:sp>
        <p:nvSpPr>
          <p:cNvPr id="5" name="Shape 220">
            <a:extLst>
              <a:ext uri="{FF2B5EF4-FFF2-40B4-BE49-F238E27FC236}">
                <a16:creationId xmlns:a16="http://schemas.microsoft.com/office/drawing/2014/main" id="{35520701-497D-44D0-A84B-8664C301EC62}"/>
              </a:ext>
            </a:extLst>
          </p:cNvPr>
          <p:cNvSpPr txBox="1">
            <a:spLocks/>
          </p:cNvSpPr>
          <p:nvPr userDrawn="1"/>
        </p:nvSpPr>
        <p:spPr>
          <a:xfrm>
            <a:off x="3041" y="2478949"/>
            <a:ext cx="12188959" cy="460767"/>
          </a:xfrm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pPr algn="r"/>
            <a:r>
              <a:rPr lang="en-US" altLang="en-US" sz="3400" spc="-150" dirty="0">
                <a:latin typeface="Arial Nova" panose="020B0504020202020204" pitchFamily="34" charset="0"/>
                <a:ea typeface="Roboto" panose="020B0604020202020204" pitchFamily="2" charset="0"/>
              </a:rPr>
              <a:t>CS440</a:t>
            </a:r>
            <a:endParaRPr lang="en-US" sz="3400" spc="-150" dirty="0">
              <a:solidFill>
                <a:schemeClr val="accent2"/>
              </a:solidFill>
              <a:latin typeface="Arial Nova" panose="020B0504020202020204" pitchFamily="34" charset="0"/>
              <a:ea typeface="Roboto" panose="020B0604020202020204" pitchFamily="2" charset="0"/>
              <a:cs typeface="Tahoma"/>
              <a:sym typeface="Tahom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1D5293-5E45-4ED0-8ABB-404EA0C787DB}"/>
              </a:ext>
            </a:extLst>
          </p:cNvPr>
          <p:cNvSpPr txBox="1"/>
          <p:nvPr userDrawn="1"/>
        </p:nvSpPr>
        <p:spPr>
          <a:xfrm>
            <a:off x="0" y="2813447"/>
            <a:ext cx="1218895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en-US" sz="3400" b="1" spc="-150" dirty="0">
                <a:latin typeface="Arial Nova" panose="020B0504020202020204" pitchFamily="34" charset="0"/>
                <a:ea typeface="Roboto" panose="020B0604020202020204" pitchFamily="2" charset="0"/>
              </a:rPr>
              <a:t>Foundations of Cybersecurity</a:t>
            </a:r>
            <a:endParaRPr lang="en-SG" sz="3400" b="1" spc="-150" dirty="0">
              <a:latin typeface="Arial Nova" panose="020B0504020202020204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DDB0E61-499E-455F-A5D3-6261FA854D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669" y="1354341"/>
            <a:ext cx="4157604" cy="415760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E362F9D-8518-4A7E-9743-E5EAF1DFFD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0207"/>
          <a:stretch/>
        </p:blipFill>
        <p:spPr>
          <a:xfrm>
            <a:off x="1027242" y="3433142"/>
            <a:ext cx="4157604" cy="2070185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E169A0C-E452-4AAB-92DC-2B26D2D761D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495218" y="3437315"/>
            <a:ext cx="6693741" cy="1241217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Title Here</a:t>
            </a:r>
            <a:br>
              <a:rPr lang="en-GB" dirty="0"/>
            </a:br>
            <a:endParaRPr lang="en-GB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87F7D5D-9E6A-4F19-BC0E-EEA8CF4CCCFB}"/>
              </a:ext>
            </a:extLst>
          </p:cNvPr>
          <p:cNvGrpSpPr/>
          <p:nvPr userDrawn="1"/>
        </p:nvGrpSpPr>
        <p:grpSpPr>
          <a:xfrm>
            <a:off x="219412" y="142004"/>
            <a:ext cx="3078914" cy="546273"/>
            <a:chOff x="798998" y="4391812"/>
            <a:chExt cx="3252915" cy="577145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EF83F0FF-C3A1-4B8A-901B-5D525AE8051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16662" y="4391812"/>
              <a:ext cx="1635251" cy="577145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32BA6559-BBDA-45C5-9199-66F8C4F0449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98998" y="4393717"/>
              <a:ext cx="1457325" cy="571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432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/Content Slide">
    <p:bg>
      <p:bgPr>
        <a:solidFill>
          <a:schemeClr val="bg1">
            <a:alpha val="5882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8A8981B-AC8B-4A35-AA1C-761B40FAB541}"/>
              </a:ext>
            </a:extLst>
          </p:cNvPr>
          <p:cNvSpPr txBox="1"/>
          <p:nvPr userDrawn="1"/>
        </p:nvSpPr>
        <p:spPr>
          <a:xfrm>
            <a:off x="11754034" y="6550223"/>
            <a:ext cx="437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D86BCF-B0C7-40BD-8691-2D73369643C4}" type="slidenum">
              <a:rPr lang="en-SG" sz="1400" smtClean="0">
                <a:latin typeface="Arial Nova" panose="020B05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ctr"/>
              <a:t>‹#›</a:t>
            </a:fld>
            <a:endParaRPr lang="en-SG" sz="1400" dirty="0">
              <a:latin typeface="Arial Nova" panose="020B0504020202020204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117E2B-B80D-4096-90C9-CAFA0DFAC6A8}"/>
              </a:ext>
            </a:extLst>
          </p:cNvPr>
          <p:cNvSpPr txBox="1"/>
          <p:nvPr userDrawn="1"/>
        </p:nvSpPr>
        <p:spPr>
          <a:xfrm>
            <a:off x="1106815" y="420052"/>
            <a:ext cx="4269605" cy="584775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ctr"/>
            <a:r>
              <a:rPr lang="en-US" altLang="en-US" sz="3200" b="1" spc="-150" dirty="0">
                <a:latin typeface="Arial Nova" panose="020B0504020202020204" pitchFamily="34" charset="0"/>
                <a:ea typeface="Roboto" panose="020B0604020202020204" pitchFamily="2" charset="0"/>
              </a:rPr>
              <a:t>Content</a:t>
            </a:r>
            <a:endParaRPr lang="en-SG" sz="3200" b="1" spc="-150" dirty="0">
              <a:latin typeface="Arial Nova" panose="020B05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DD2921-8FDC-4B26-9FB6-69446F913D6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759436"/>
            <a:ext cx="0" cy="4811226"/>
          </a:xfrm>
          <a:prstGeom prst="line">
            <a:avLst/>
          </a:prstGeom>
          <a:ln w="60325" cap="rnd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31AD672-3531-4214-90F6-5BD894F15DA1}"/>
              </a:ext>
            </a:extLst>
          </p:cNvPr>
          <p:cNvSpPr txBox="1"/>
          <p:nvPr userDrawn="1"/>
        </p:nvSpPr>
        <p:spPr>
          <a:xfrm>
            <a:off x="6815580" y="420051"/>
            <a:ext cx="4352035" cy="584775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ctr"/>
            <a:r>
              <a:rPr lang="en-US" altLang="en-US" sz="3200" b="1" spc="-150" dirty="0">
                <a:latin typeface="Arial Nova" panose="020B0504020202020204" pitchFamily="34" charset="0"/>
                <a:ea typeface="Roboto" panose="020B0604020202020204" pitchFamily="2" charset="0"/>
              </a:rPr>
              <a:t>Learning Objectives</a:t>
            </a:r>
            <a:endParaRPr lang="en-SG" sz="3200" b="1" spc="-150" dirty="0">
              <a:latin typeface="Arial Nova" panose="020B0504020202020204" pitchFamily="34" charset="0"/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849563C-90E4-4A69-BD87-8BC98FB621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385" y="1253331"/>
            <a:ext cx="4352035" cy="435133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 Light" panose="020B0304020202020204" pitchFamily="34" charset="0"/>
              </a:defRPr>
            </a:lvl3pPr>
            <a:lvl4pPr>
              <a:defRPr>
                <a:latin typeface="Arial Nova Light" panose="020B0304020202020204" pitchFamily="34" charset="0"/>
              </a:defRPr>
            </a:lvl4pPr>
            <a:lvl5pPr>
              <a:defRPr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98B1011-7E80-4030-A729-05B3DD2CFCFA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856797" y="1253331"/>
            <a:ext cx="4310820" cy="435133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 Light" panose="020B0304020202020204" pitchFamily="34" charset="0"/>
              </a:defRPr>
            </a:lvl3pPr>
            <a:lvl4pPr>
              <a:defRPr>
                <a:latin typeface="Arial Nova Light" panose="020B0304020202020204" pitchFamily="34" charset="0"/>
              </a:defRPr>
            </a:lvl4pPr>
            <a:lvl5pPr>
              <a:defRPr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33955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A31952-8378-46DA-9488-641778451731}"/>
              </a:ext>
            </a:extLst>
          </p:cNvPr>
          <p:cNvSpPr/>
          <p:nvPr userDrawn="1"/>
        </p:nvSpPr>
        <p:spPr>
          <a:xfrm>
            <a:off x="0" y="3429000"/>
            <a:ext cx="12188959" cy="3453861"/>
          </a:xfrm>
          <a:prstGeom prst="rect">
            <a:avLst/>
          </a:prstGeom>
          <a:solidFill>
            <a:srgbClr val="FFE2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SG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CD11AF-F143-4E95-9F76-FBF526213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851952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Autofit/>
          </a:bodyPr>
          <a:lstStyle>
            <a:lvl1pPr algn="l">
              <a:defRPr sz="40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Header Here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A8981B-AC8B-4A35-AA1C-761B40FAB541}"/>
              </a:ext>
            </a:extLst>
          </p:cNvPr>
          <p:cNvSpPr txBox="1"/>
          <p:nvPr userDrawn="1"/>
        </p:nvSpPr>
        <p:spPr>
          <a:xfrm>
            <a:off x="11754034" y="6550223"/>
            <a:ext cx="437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D86BCF-B0C7-40BD-8691-2D73369643C4}" type="slidenum">
              <a:rPr lang="en-SG" sz="1400" smtClean="0">
                <a:latin typeface="Arial Nova" panose="020B05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ctr"/>
              <a:t>‹#›</a:t>
            </a:fld>
            <a:endParaRPr lang="en-SG" sz="1400" dirty="0">
              <a:latin typeface="Arial Nova" panose="020B0504020202020204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A420E72-2781-4109-9E57-B95FAD77AD3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-3041" y="3437316"/>
            <a:ext cx="10843491" cy="363116"/>
          </a:xfrm>
        </p:spPr>
        <p:txBody>
          <a:bodyPr lIns="360000" rIns="360000" anchor="ctr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Flavour Text Here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E4BDADD-B6C7-4717-9148-0B325B4E0F79}"/>
              </a:ext>
            </a:extLst>
          </p:cNvPr>
          <p:cNvGrpSpPr/>
          <p:nvPr userDrawn="1"/>
        </p:nvGrpSpPr>
        <p:grpSpPr>
          <a:xfrm>
            <a:off x="219412" y="142004"/>
            <a:ext cx="3078914" cy="546273"/>
            <a:chOff x="798998" y="4391812"/>
            <a:chExt cx="3252915" cy="577145"/>
          </a:xfrm>
        </p:grpSpPr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58586D31-15C5-425D-85E1-1873395445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6662" y="4391812"/>
              <a:ext cx="1635251" cy="577145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D9C1CDC5-8FDA-44C4-ADA3-EC69A58B1F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8998" y="4393717"/>
              <a:ext cx="1457325" cy="571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0257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FCD11AF-F143-4E95-9F76-FBF526213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1108A6-71D4-4871-A524-4FC6C414A6F8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EB485F1-9C7A-4089-BC0C-E0EC4F8CDA6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2831977" y="6347537"/>
            <a:ext cx="6604986" cy="510464"/>
          </a:xfrm>
        </p:spPr>
        <p:txBody>
          <a:bodyPr anchor="b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3ACFFB6-D74F-46F9-BA08-950DC89D9A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192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ar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856D6901-44F1-4E68-9145-D54DC24D486C}"/>
              </a:ext>
            </a:extLst>
          </p:cNvPr>
          <p:cNvGrpSpPr/>
          <p:nvPr userDrawn="1"/>
        </p:nvGrpSpPr>
        <p:grpSpPr>
          <a:xfrm>
            <a:off x="4654966" y="6366048"/>
            <a:ext cx="2882068" cy="452174"/>
            <a:chOff x="4654967" y="6366048"/>
            <a:chExt cx="2882068" cy="452174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4654967" y="6368222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7087035" y="6366048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2578F94-9F30-4984-8A78-2F6A0198E6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535106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E09C187-E0E8-41A1-9532-51B50682CE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72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ar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856D6901-44F1-4E68-9145-D54DC24D486C}"/>
              </a:ext>
            </a:extLst>
          </p:cNvPr>
          <p:cNvGrpSpPr/>
          <p:nvPr userDrawn="1"/>
        </p:nvGrpSpPr>
        <p:grpSpPr>
          <a:xfrm>
            <a:off x="4654966" y="6366048"/>
            <a:ext cx="2882068" cy="452174"/>
            <a:chOff x="4654967" y="6366048"/>
            <a:chExt cx="2882068" cy="452174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4654967" y="6368222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7087035" y="6366048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2578F94-9F30-4984-8A78-2F6A0198E6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535106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E09C187-E0E8-41A1-9532-51B50682CE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712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r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FB2C3DD-2B40-46EE-BCAD-44D6AB76CAB0}"/>
              </a:ext>
            </a:extLst>
          </p:cNvPr>
          <p:cNvGrpSpPr/>
          <p:nvPr userDrawn="1"/>
        </p:nvGrpSpPr>
        <p:grpSpPr>
          <a:xfrm>
            <a:off x="3225210" y="6363874"/>
            <a:ext cx="5741581" cy="454348"/>
            <a:chOff x="3222094" y="6363874"/>
            <a:chExt cx="5741581" cy="454348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3222094" y="6368222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5867884" y="6366048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8513675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2578F94-9F30-4984-8A78-2F6A0198E6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09094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738047E-6518-4D62-9C1E-EC0FE3ACB6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54884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26372B-EB3A-4FE4-91BE-CC9376F485B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7C78BA-B57D-48AB-AA8E-4475D71AD05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400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r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FB2C3DD-2B40-46EE-BCAD-44D6AB76CAB0}"/>
              </a:ext>
            </a:extLst>
          </p:cNvPr>
          <p:cNvGrpSpPr/>
          <p:nvPr userDrawn="1"/>
        </p:nvGrpSpPr>
        <p:grpSpPr>
          <a:xfrm>
            <a:off x="3225210" y="6363874"/>
            <a:ext cx="5741581" cy="454348"/>
            <a:chOff x="3222094" y="6363874"/>
            <a:chExt cx="5741581" cy="454348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3222094" y="6368222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5867884" y="6366048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8513675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2578F94-9F30-4984-8A78-2F6A0198E6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09094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738047E-6518-4D62-9C1E-EC0FE3ACB6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54884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26372B-EB3A-4FE4-91BE-CC9376F485B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A6A8000-3EF0-4625-B4F1-196FAA8FE8E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263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rt Slid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FB2C3DD-2B40-46EE-BCAD-44D6AB76CAB0}"/>
              </a:ext>
            </a:extLst>
          </p:cNvPr>
          <p:cNvGrpSpPr/>
          <p:nvPr userDrawn="1"/>
        </p:nvGrpSpPr>
        <p:grpSpPr>
          <a:xfrm>
            <a:off x="3225210" y="6363874"/>
            <a:ext cx="5741581" cy="454348"/>
            <a:chOff x="3222094" y="6363874"/>
            <a:chExt cx="5741581" cy="454348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3222094" y="6368222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5867884" y="6366048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8513675" y="636387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2578F94-9F30-4984-8A78-2F6A0198E6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09094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738047E-6518-4D62-9C1E-EC0FE3ACB6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54884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26372B-EB3A-4FE4-91BE-CC9376F485B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ADB5228-5FB9-49A9-9740-193C8967675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6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ar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0F1A7-F9A0-4506-AE38-8BC2A086F36E}"/>
              </a:ext>
            </a:extLst>
          </p:cNvPr>
          <p:cNvGrpSpPr/>
          <p:nvPr userDrawn="1"/>
        </p:nvGrpSpPr>
        <p:grpSpPr>
          <a:xfrm>
            <a:off x="2726367" y="6360464"/>
            <a:ext cx="6739266" cy="453410"/>
            <a:chOff x="2726367" y="6360464"/>
            <a:chExt cx="6739266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26367" y="636046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822789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6919211" y="6362169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9015633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2B5A7E0-4F21-421B-B36A-C9BCBEC689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38683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B09EF7D-A325-4A01-9F37-03EE37C4E7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535105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0B568A-72F8-465B-9239-3FBA8A5D5F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31527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5E9E151-1807-44F6-9C17-B2CCF37F82E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014A74E-A0B9-4DD0-B456-BBC8F3A732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157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ar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0F1A7-F9A0-4506-AE38-8BC2A086F36E}"/>
              </a:ext>
            </a:extLst>
          </p:cNvPr>
          <p:cNvGrpSpPr/>
          <p:nvPr userDrawn="1"/>
        </p:nvGrpSpPr>
        <p:grpSpPr>
          <a:xfrm>
            <a:off x="2726367" y="6360464"/>
            <a:ext cx="6739266" cy="453410"/>
            <a:chOff x="2726367" y="6360464"/>
            <a:chExt cx="6739266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26367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822789" y="636387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6919211" y="6362169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9015633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2B5A7E0-4F21-421B-B36A-C9BCBEC689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38683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B09EF7D-A325-4A01-9F37-03EE37C4E7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535105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0B568A-72F8-465B-9239-3FBA8A5D5F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31527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5E9E151-1807-44F6-9C17-B2CCF37F82E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778D2C4-BF38-444F-8AF8-00E29162B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245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art Slid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0F1A7-F9A0-4506-AE38-8BC2A086F36E}"/>
              </a:ext>
            </a:extLst>
          </p:cNvPr>
          <p:cNvGrpSpPr/>
          <p:nvPr userDrawn="1"/>
        </p:nvGrpSpPr>
        <p:grpSpPr>
          <a:xfrm>
            <a:off x="2726367" y="6360464"/>
            <a:ext cx="6739266" cy="453410"/>
            <a:chOff x="2726367" y="6360464"/>
            <a:chExt cx="6739266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26367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822789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6919211" y="6362169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9015633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2B5A7E0-4F21-421B-B36A-C9BCBEC689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38683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B09EF7D-A325-4A01-9F37-03EE37C4E7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535105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0B568A-72F8-465B-9239-3FBA8A5D5F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31527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5E9E151-1807-44F6-9C17-B2CCF37F82E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46D950D-7856-44BE-8CE8-E5341DA7045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320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art Slide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0F1A7-F9A0-4506-AE38-8BC2A086F36E}"/>
              </a:ext>
            </a:extLst>
          </p:cNvPr>
          <p:cNvGrpSpPr/>
          <p:nvPr userDrawn="1"/>
        </p:nvGrpSpPr>
        <p:grpSpPr>
          <a:xfrm>
            <a:off x="2726367" y="6360464"/>
            <a:ext cx="6739266" cy="453410"/>
            <a:chOff x="2726367" y="6360464"/>
            <a:chExt cx="6739266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26367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822789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6919211" y="6362169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9015633" y="636046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2B5A7E0-4F21-421B-B36A-C9BCBEC689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38683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B09EF7D-A325-4A01-9F37-03EE37C4E7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535105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0B568A-72F8-465B-9239-3FBA8A5D5F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31527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5E9E151-1807-44F6-9C17-B2CCF37F82E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CE1B0DB-E15B-4C21-B367-461909D8089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000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ar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A02FA6E-5234-413E-A6B6-B5EE67E54CCA}"/>
              </a:ext>
            </a:extLst>
          </p:cNvPr>
          <p:cNvGrpSpPr/>
          <p:nvPr userDrawn="1"/>
        </p:nvGrpSpPr>
        <p:grpSpPr>
          <a:xfrm>
            <a:off x="2710500" y="6360464"/>
            <a:ext cx="6771000" cy="453410"/>
            <a:chOff x="2710500" y="6360464"/>
            <a:chExt cx="6771000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10500" y="636046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290750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5871000" y="6362169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745125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E52C41B-CDAD-41F5-8690-AFBE44D0D44A}"/>
                </a:ext>
              </a:extLst>
            </p:cNvPr>
            <p:cNvSpPr/>
            <p:nvPr userDrawn="1"/>
          </p:nvSpPr>
          <p:spPr>
            <a:xfrm>
              <a:off x="9031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BBCFA8-F9F9-4DBF-AFAA-0E0DEA52AE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674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C2135-FBB6-4B2C-8C2E-9C56AA58FC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9476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2A0DEC-8886-4BF0-8E3F-ADD631306F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279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5FC404-BC61-4BBF-A696-F1B4428D10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081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19403F5-D523-457A-8E11-9AB5905A763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6D5DC14-943D-4D41-8FE8-E992C268EC2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084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ar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A02FA6E-5234-413E-A6B6-B5EE67E54CCA}"/>
              </a:ext>
            </a:extLst>
          </p:cNvPr>
          <p:cNvGrpSpPr/>
          <p:nvPr userDrawn="1"/>
        </p:nvGrpSpPr>
        <p:grpSpPr>
          <a:xfrm>
            <a:off x="2710500" y="6360464"/>
            <a:ext cx="6771000" cy="453410"/>
            <a:chOff x="2710500" y="6360464"/>
            <a:chExt cx="6771000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10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290750" y="636387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5871000" y="6362169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745125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E52C41B-CDAD-41F5-8690-AFBE44D0D44A}"/>
                </a:ext>
              </a:extLst>
            </p:cNvPr>
            <p:cNvSpPr/>
            <p:nvPr userDrawn="1"/>
          </p:nvSpPr>
          <p:spPr>
            <a:xfrm>
              <a:off x="9031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BBCFA8-F9F9-4DBF-AFAA-0E0DEA52AE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674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C2135-FBB6-4B2C-8C2E-9C56AA58FC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9476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2A0DEC-8886-4BF0-8E3F-ADD631306F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279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5FC404-BC61-4BBF-A696-F1B4428D10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081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19403F5-D523-457A-8E11-9AB5905A763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BCC3EC9-5000-4F66-AF20-DE162BE3D1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156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art Slid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A02FA6E-5234-413E-A6B6-B5EE67E54CCA}"/>
              </a:ext>
            </a:extLst>
          </p:cNvPr>
          <p:cNvGrpSpPr/>
          <p:nvPr userDrawn="1"/>
        </p:nvGrpSpPr>
        <p:grpSpPr>
          <a:xfrm>
            <a:off x="2710500" y="6360464"/>
            <a:ext cx="6771000" cy="453410"/>
            <a:chOff x="2710500" y="6360464"/>
            <a:chExt cx="6771000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10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290750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5871000" y="6362169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745125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E52C41B-CDAD-41F5-8690-AFBE44D0D44A}"/>
                </a:ext>
              </a:extLst>
            </p:cNvPr>
            <p:cNvSpPr/>
            <p:nvPr userDrawn="1"/>
          </p:nvSpPr>
          <p:spPr>
            <a:xfrm>
              <a:off x="9031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BBCFA8-F9F9-4DBF-AFAA-0E0DEA52AE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674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C2135-FBB6-4B2C-8C2E-9C56AA58FC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9476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2A0DEC-8886-4BF0-8E3F-ADD631306F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279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5FC404-BC61-4BBF-A696-F1B4428D10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081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19403F5-D523-457A-8E11-9AB5905A763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D23105A-C0A1-47BD-A54B-C83DE2C03B7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077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art Slide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A02FA6E-5234-413E-A6B6-B5EE67E54CCA}"/>
              </a:ext>
            </a:extLst>
          </p:cNvPr>
          <p:cNvGrpSpPr/>
          <p:nvPr userDrawn="1"/>
        </p:nvGrpSpPr>
        <p:grpSpPr>
          <a:xfrm>
            <a:off x="2710500" y="6360464"/>
            <a:ext cx="6771000" cy="453410"/>
            <a:chOff x="2710500" y="6360464"/>
            <a:chExt cx="6771000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10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290750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5871000" y="6362169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7451250" y="636046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E52C41B-CDAD-41F5-8690-AFBE44D0D44A}"/>
                </a:ext>
              </a:extLst>
            </p:cNvPr>
            <p:cNvSpPr/>
            <p:nvPr userDrawn="1"/>
          </p:nvSpPr>
          <p:spPr>
            <a:xfrm>
              <a:off x="9031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BBCFA8-F9F9-4DBF-AFAA-0E0DEA52AE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674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C2135-FBB6-4B2C-8C2E-9C56AA58FC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9476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2A0DEC-8886-4BF0-8E3F-ADD631306F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279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5FC404-BC61-4BBF-A696-F1B4428D10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081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19403F5-D523-457A-8E11-9AB5905A763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8AF55C2-70B9-4413-A945-B0FE7F8A8B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887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art Slide (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A02FA6E-5234-413E-A6B6-B5EE67E54CCA}"/>
              </a:ext>
            </a:extLst>
          </p:cNvPr>
          <p:cNvGrpSpPr/>
          <p:nvPr userDrawn="1"/>
        </p:nvGrpSpPr>
        <p:grpSpPr>
          <a:xfrm>
            <a:off x="2710500" y="6360464"/>
            <a:ext cx="6771000" cy="453410"/>
            <a:chOff x="2710500" y="6360464"/>
            <a:chExt cx="6771000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10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290750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5871000" y="6362169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745125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E52C41B-CDAD-41F5-8690-AFBE44D0D44A}"/>
                </a:ext>
              </a:extLst>
            </p:cNvPr>
            <p:cNvSpPr/>
            <p:nvPr userDrawn="1"/>
          </p:nvSpPr>
          <p:spPr>
            <a:xfrm>
              <a:off x="9031500" y="636046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BBCFA8-F9F9-4DBF-AFAA-0E0DEA52AE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674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C2135-FBB6-4B2C-8C2E-9C56AA58FC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9476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2A0DEC-8886-4BF0-8E3F-ADD631306F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279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5FC404-BC61-4BBF-A696-F1B4428D10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081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19403F5-D523-457A-8E11-9AB5905A763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32F4977-E4C8-45CF-BB26-6212089F41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578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>
            <a:alpha val="5882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8A8981B-AC8B-4A35-AA1C-761B40FAB541}"/>
              </a:ext>
            </a:extLst>
          </p:cNvPr>
          <p:cNvSpPr txBox="1"/>
          <p:nvPr userDrawn="1"/>
        </p:nvSpPr>
        <p:spPr>
          <a:xfrm>
            <a:off x="11754034" y="6550223"/>
            <a:ext cx="437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D86BCF-B0C7-40BD-8691-2D73369643C4}" type="slidenum">
              <a:rPr lang="en-SG" sz="1400" smtClean="0">
                <a:latin typeface="Arial Nova" panose="020B05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ctr"/>
              <a:t>‹#›</a:t>
            </a:fld>
            <a:endParaRPr lang="en-SG" sz="1400" dirty="0">
              <a:latin typeface="Arial Nova" panose="020B0504020202020204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704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3B5CC-1FAB-4AEE-A1D8-F673B74B29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174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FCD11AF-F143-4E95-9F76-FBF526213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1108A6-71D4-4871-A524-4FC6C414A6F8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3ACFFB6-D74F-46F9-BA08-950DC89D9A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759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>
            <a:alpha val="5882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CB7AF6B-0044-4409-B454-9A80AC9E8B75}"/>
              </a:ext>
            </a:extLst>
          </p:cNvPr>
          <p:cNvSpPr/>
          <p:nvPr userDrawn="1"/>
        </p:nvSpPr>
        <p:spPr>
          <a:xfrm>
            <a:off x="0" y="6298033"/>
            <a:ext cx="12188959" cy="584828"/>
          </a:xfrm>
          <a:prstGeom prst="rect">
            <a:avLst/>
          </a:prstGeom>
          <a:solidFill>
            <a:srgbClr val="FFE2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349" y="30834"/>
            <a:ext cx="1084045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349" y="1465007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ECBE6-2E2A-4698-82E4-D7E7B0744F06}"/>
              </a:ext>
            </a:extLst>
          </p:cNvPr>
          <p:cNvSpPr txBox="1"/>
          <p:nvPr userDrawn="1"/>
        </p:nvSpPr>
        <p:spPr>
          <a:xfrm>
            <a:off x="11754034" y="6550223"/>
            <a:ext cx="437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D86BCF-B0C7-40BD-8691-2D73369643C4}" type="slidenum">
              <a:rPr lang="en-SG" sz="1400" smtClean="0">
                <a:latin typeface="Arial Nova" panose="020B05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ctr"/>
              <a:t>‹#›</a:t>
            </a:fld>
            <a:endParaRPr lang="en-SG" sz="1400" dirty="0">
              <a:latin typeface="Arial Nova" panose="020B0504020202020204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C7DA68C-E182-408B-8C2D-0709B36851EC}"/>
              </a:ext>
            </a:extLst>
          </p:cNvPr>
          <p:cNvGrpSpPr/>
          <p:nvPr userDrawn="1"/>
        </p:nvGrpSpPr>
        <p:grpSpPr>
          <a:xfrm>
            <a:off x="234855" y="6392470"/>
            <a:ext cx="2205449" cy="391250"/>
            <a:chOff x="798998" y="4391812"/>
            <a:chExt cx="3253331" cy="577145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841ED958-BA93-481F-B5A4-8C585F1986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417079" y="4391812"/>
              <a:ext cx="1635250" cy="577145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1DA310D7-2E97-4E16-B93B-5F9ABF7D93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798998" y="4393717"/>
              <a:ext cx="1457325" cy="571500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E2A3DE0-9BED-5DD7-5DDC-BA109B60A77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80050" y="0"/>
            <a:ext cx="12541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SMU Classification: Restricted</a:t>
            </a:r>
          </a:p>
        </p:txBody>
      </p:sp>
    </p:spTree>
    <p:extLst>
      <p:ext uri="{BB962C8B-B14F-4D97-AF65-F5344CB8AC3E}">
        <p14:creationId xmlns:p14="http://schemas.microsoft.com/office/powerpoint/2010/main" val="328669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818" r:id="rId2"/>
    <p:sldLayoutId id="2147483805" r:id="rId3"/>
    <p:sldLayoutId id="2147483806" r:id="rId4"/>
    <p:sldLayoutId id="2147483804" r:id="rId5"/>
    <p:sldLayoutId id="2147483801" r:id="rId6"/>
    <p:sldLayoutId id="2147483808" r:id="rId7"/>
    <p:sldLayoutId id="2147483795" r:id="rId8"/>
    <p:sldLayoutId id="2147483809" r:id="rId9"/>
    <p:sldLayoutId id="2147483810" r:id="rId10"/>
    <p:sldLayoutId id="2147483813" r:id="rId11"/>
    <p:sldLayoutId id="2147483812" r:id="rId12"/>
    <p:sldLayoutId id="2147483811" r:id="rId13"/>
    <p:sldLayoutId id="2147483802" r:id="rId14"/>
    <p:sldLayoutId id="2147483803" r:id="rId15"/>
    <p:sldLayoutId id="2147483814" r:id="rId16"/>
    <p:sldLayoutId id="2147483815" r:id="rId17"/>
    <p:sldLayoutId id="2147483816" r:id="rId18"/>
    <p:sldLayoutId id="2147483817" r:id="rId19"/>
    <p:sldLayoutId id="2147483807" r:id="rId20"/>
    <p:sldLayoutId id="2147483819" r:id="rId21"/>
    <p:sldLayoutId id="2147483820" r:id="rId2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Arial Nova" panose="020B0504020202020204" pitchFamily="34" charset="0"/>
          <a:ea typeface="Arial Nova" panose="020B0504020202020204" pitchFamily="34" charset="0"/>
          <a:cs typeface="Arial Nova" panose="020B05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 Nova" panose="020B0504020202020204" pitchFamily="34" charset="0"/>
          <a:ea typeface="Arial Nova" panose="020B0504020202020204" pitchFamily="34" charset="0"/>
          <a:cs typeface="Arial Nova" panose="020B050402020202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 Nova" panose="020B0504020202020204" pitchFamily="34" charset="0"/>
          <a:ea typeface="Arial Nova" panose="020B0504020202020204" pitchFamily="34" charset="0"/>
          <a:cs typeface="Arial Nova" panose="020B050402020202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 Nova Light" panose="020B0304020202020204" pitchFamily="34" charset="0"/>
          <a:ea typeface="Arial Nova Light" panose="020B0304020202020204" pitchFamily="34" charset="0"/>
          <a:cs typeface="Arial Nova Light" panose="020B0304020202020204" pitchFamily="34" charset="0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 Nova Light" panose="020B0304020202020204" pitchFamily="34" charset="0"/>
          <a:ea typeface="Arial Nova Light" panose="020B0304020202020204" pitchFamily="34" charset="0"/>
          <a:cs typeface="Arial Nova Light" panose="020B0304020202020204" pitchFamily="34" charset="0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 Nova Light" panose="020B03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target.com/login.php?user=maliciousinput&amp;psw=maliciousinput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9.png"/><Relationship Id="rId9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9.png"/><Relationship Id="rId9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F602BC-9C52-BE4D-9E88-1B51929AC9D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Web Security Part II</a:t>
            </a:r>
          </a:p>
        </p:txBody>
      </p:sp>
    </p:spTree>
    <p:extLst>
      <p:ext uri="{BB962C8B-B14F-4D97-AF65-F5344CB8AC3E}">
        <p14:creationId xmlns:p14="http://schemas.microsoft.com/office/powerpoint/2010/main" val="2806246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CEA22E-D0CF-9D47-A058-F1834A117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 Week 11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933750-C0CF-AC49-AF64-1EE787DB8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HTTP is stateless</a:t>
            </a:r>
          </a:p>
          <a:p>
            <a:r>
              <a:rPr lang="en-GB" dirty="0"/>
              <a:t>Web applications establish sessions to maintain state</a:t>
            </a:r>
          </a:p>
          <a:p>
            <a:pPr lvl="1"/>
            <a:r>
              <a:rPr lang="en-GB" dirty="0"/>
              <a:t>Session IDs are subject to hijacking attacks</a:t>
            </a:r>
          </a:p>
          <a:p>
            <a:r>
              <a:rPr lang="en-GB" dirty="0"/>
              <a:t>Same origin policy: isolate scripts and resources based on their origin</a:t>
            </a:r>
          </a:p>
          <a:p>
            <a:r>
              <a:rPr lang="en-GB" dirty="0"/>
              <a:t>Cross-Site Scripting: a kind of code injection attack</a:t>
            </a:r>
          </a:p>
          <a:p>
            <a:pPr lvl="1"/>
            <a:r>
              <a:rPr lang="en-GB" dirty="0"/>
              <a:t>Can steal Session IDs or other information from client side</a:t>
            </a:r>
          </a:p>
          <a:p>
            <a:pPr lvl="1"/>
            <a:r>
              <a:rPr lang="en-GB" dirty="0"/>
              <a:t>Three types: </a:t>
            </a:r>
            <a:r>
              <a:rPr lang="en-GB" altLang="de-DE" sz="2400" dirty="0"/>
              <a:t>Stored XSS, Reflected XSS &amp; Dom-based XSS</a:t>
            </a:r>
            <a:endParaRPr lang="en-US" sz="2400" dirty="0"/>
          </a:p>
          <a:p>
            <a:pPr lvl="1"/>
            <a:r>
              <a:rPr lang="en-GB" dirty="0"/>
              <a:t>Defence strategies: filtering/sanitization, improved access control</a:t>
            </a:r>
          </a:p>
        </p:txBody>
      </p:sp>
    </p:spTree>
    <p:extLst>
      <p:ext uri="{BB962C8B-B14F-4D97-AF65-F5344CB8AC3E}">
        <p14:creationId xmlns:p14="http://schemas.microsoft.com/office/powerpoint/2010/main" val="1080801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FCF676E5-7C3D-F742-85AD-54658B621A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de-DE" dirty="0"/>
              <a:t>Overview</a:t>
            </a:r>
            <a:endParaRPr lang="en-US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6BB5E-0F8D-BA42-AFDA-B54B2847109C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602" name="Content Placeholder 2">
            <a:extLst>
              <a:ext uri="{FF2B5EF4-FFF2-40B4-BE49-F238E27FC236}">
                <a16:creationId xmlns:a16="http://schemas.microsoft.com/office/drawing/2014/main" id="{4B07CFEB-EC32-374F-9EDD-127546471F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altLang="de-DE" dirty="0"/>
              <a:t>Content</a:t>
            </a:r>
          </a:p>
          <a:p>
            <a:pPr lvl="1"/>
            <a:r>
              <a:rPr lang="en-GB" altLang="de-DE" dirty="0"/>
              <a:t>Cross Site Request Forgery (CSRF)</a:t>
            </a:r>
          </a:p>
          <a:p>
            <a:pPr lvl="1"/>
            <a:r>
              <a:rPr lang="en-GB" altLang="de-DE" dirty="0"/>
              <a:t>SQL injection (SQLi)</a:t>
            </a:r>
          </a:p>
          <a:p>
            <a:pPr marL="342900" lvl="1" indent="0">
              <a:buNone/>
            </a:pPr>
            <a:endParaRPr lang="en-GB" altLang="de-DE" dirty="0"/>
          </a:p>
          <a:p>
            <a:r>
              <a:rPr lang="en-US" dirty="0"/>
              <a:t>After this module, you should be able to</a:t>
            </a:r>
          </a:p>
          <a:p>
            <a:pPr lvl="2"/>
            <a:r>
              <a:rPr lang="en-US" dirty="0"/>
              <a:t>Describe CSRF attacks and how to prevent these attacks</a:t>
            </a:r>
          </a:p>
          <a:p>
            <a:pPr lvl="2"/>
            <a:r>
              <a:rPr lang="en-US" dirty="0"/>
              <a:t>Describe SQL injection attacks and how to prevent them</a:t>
            </a:r>
          </a:p>
        </p:txBody>
      </p:sp>
    </p:spTree>
    <p:extLst>
      <p:ext uri="{BB962C8B-B14F-4D97-AF65-F5344CB8AC3E}">
        <p14:creationId xmlns:p14="http://schemas.microsoft.com/office/powerpoint/2010/main" val="1996654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FF843-1AC7-D544-AA04-FE6C2E590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Cross Site Request Forgery (CSRF)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0AAF84-0EF5-E64E-98E5-FE0BF67781F8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56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>
            <a:extLst>
              <a:ext uri="{FF2B5EF4-FFF2-40B4-BE49-F238E27FC236}">
                <a16:creationId xmlns:a16="http://schemas.microsoft.com/office/drawing/2014/main" id="{B93FB304-FFDC-BB4D-806C-BA08FC0C6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Cross-site Request Forgery (CSRF)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8C7B5D-C909-4F47-AC94-3A821981F2B8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0115" name="Content Placeholder 2">
            <a:extLst>
              <a:ext uri="{FF2B5EF4-FFF2-40B4-BE49-F238E27FC236}">
                <a16:creationId xmlns:a16="http://schemas.microsoft.com/office/drawing/2014/main" id="{DC2D7046-F6EE-C84C-9E65-C3DF153F6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Parties involved: attacker, user, server</a:t>
            </a:r>
          </a:p>
          <a:p>
            <a:r>
              <a:rPr lang="en-US" altLang="en-US" dirty="0"/>
              <a:t>Cross-site request forgery (XSRF, CSRF) exploits ‘trust’ a target server has in a user to execute actions at the server with the user’s privileges</a:t>
            </a:r>
          </a:p>
          <a:p>
            <a:pPr lvl="1"/>
            <a:r>
              <a:rPr lang="en-US" altLang="en-US" dirty="0"/>
              <a:t>Trust: user is in some way authenticated at the server (cookie, authenticated SSL session, ...)</a:t>
            </a:r>
          </a:p>
          <a:p>
            <a:r>
              <a:rPr lang="en-US" altLang="en-US" dirty="0"/>
              <a:t>Violates server’s assumption about the end point of a request</a:t>
            </a:r>
          </a:p>
        </p:txBody>
      </p:sp>
    </p:spTree>
    <p:extLst>
      <p:ext uri="{BB962C8B-B14F-4D97-AF65-F5344CB8AC3E}">
        <p14:creationId xmlns:p14="http://schemas.microsoft.com/office/powerpoint/2010/main" val="1598116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>
            <a:extLst>
              <a:ext uri="{FF2B5EF4-FFF2-40B4-BE49-F238E27FC236}">
                <a16:creationId xmlns:a16="http://schemas.microsoft.com/office/drawing/2014/main" id="{28B2FE2D-8B45-8F46-B7DA-BDBD39E47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CSRF </a:t>
            </a:r>
            <a:r>
              <a:rPr lang="mr-IN" altLang="en-US" dirty="0"/>
              <a:t>–</a:t>
            </a:r>
            <a:r>
              <a:rPr lang="en-US" altLang="en-US" dirty="0"/>
              <a:t> Attack Pattern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91135-6B31-BC4A-95A7-95CFC73B617A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3187" name="Content Placeholder 2">
            <a:extLst>
              <a:ext uri="{FF2B5EF4-FFF2-40B4-BE49-F238E27FC236}">
                <a16:creationId xmlns:a16="http://schemas.microsoft.com/office/drawing/2014/main" id="{DB9F8DD6-BCDF-4D45-B65B-4B057C462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User visits a page at attacker’s site and clicks a link;  </a:t>
            </a:r>
          </a:p>
          <a:p>
            <a:r>
              <a:rPr lang="en-US" altLang="en-US" dirty="0"/>
              <a:t>Or user clicks on a link in email, social media, etc.</a:t>
            </a:r>
          </a:p>
          <a:p>
            <a:endParaRPr lang="en-US" altLang="en-US" dirty="0"/>
          </a:p>
          <a:p>
            <a:r>
              <a:rPr lang="en-US" altLang="en-US" dirty="0"/>
              <a:t>When the user clicks the link (crafted by the attacker), the user’s browser will send a request to the target server (pointed by the link)</a:t>
            </a:r>
          </a:p>
          <a:p>
            <a:r>
              <a:rPr lang="en-US" altLang="en-US" dirty="0"/>
              <a:t>Server authenticates request as coming from user, because it comes from the user’s browser </a:t>
            </a:r>
          </a:p>
          <a:p>
            <a:pPr lvl="1"/>
            <a:r>
              <a:rPr lang="en-US" altLang="en-US" dirty="0"/>
              <a:t>Actions (name and value pairs) in the request are executed by server with access rights of the authenticated user</a:t>
            </a:r>
          </a:p>
          <a:p>
            <a:pPr lvl="1"/>
            <a:r>
              <a:rPr lang="en-US" altLang="en-US" dirty="0"/>
              <a:t>Session hijacking attack</a:t>
            </a:r>
          </a:p>
        </p:txBody>
      </p:sp>
    </p:spTree>
    <p:extLst>
      <p:ext uri="{BB962C8B-B14F-4D97-AF65-F5344CB8AC3E}">
        <p14:creationId xmlns:p14="http://schemas.microsoft.com/office/powerpoint/2010/main" val="3466941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>
            <a:extLst>
              <a:ext uri="{FF2B5EF4-FFF2-40B4-BE49-F238E27FC236}">
                <a16:creationId xmlns:a16="http://schemas.microsoft.com/office/drawing/2014/main" id="{14C28907-A297-4D4F-88D5-9012B14D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CSRF Example</a:t>
            </a:r>
            <a:endParaRPr lang="en-SG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A0E1FF-5DE7-9443-976D-E9F2D8236B5E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EBB88-93EB-F642-9F87-76B9B8DD5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 typical GET request for a $100 bank transfer:</a:t>
            </a:r>
          </a:p>
          <a:p>
            <a:r>
              <a:rPr lang="en-US" dirty="0"/>
              <a:t>GET http://bank.com/transfer.php?acct=User&amp;amount=$100 </a:t>
            </a:r>
          </a:p>
          <a:p>
            <a:r>
              <a:rPr lang="en-US" dirty="0"/>
              <a:t>An attack crafts a malicious URL:</a:t>
            </a:r>
          </a:p>
          <a:p>
            <a:r>
              <a:rPr lang="en-US" dirty="0"/>
              <a:t>http://bank.com/transfer.php?acct=Attacker&amp;amount=$100 </a:t>
            </a:r>
          </a:p>
          <a:p>
            <a:endParaRPr lang="en-US" dirty="0"/>
          </a:p>
          <a:p>
            <a:r>
              <a:rPr lang="en-US" dirty="0"/>
              <a:t>He can embed the URL in his website or distribute the link via social media</a:t>
            </a:r>
          </a:p>
          <a:p>
            <a:r>
              <a:rPr lang="en-US" dirty="0"/>
              <a:t>Those who click the link while logged into their bank account will unintentionally transfer $100 to attacker</a:t>
            </a:r>
          </a:p>
        </p:txBody>
      </p:sp>
    </p:spTree>
    <p:extLst>
      <p:ext uri="{BB962C8B-B14F-4D97-AF65-F5344CB8AC3E}">
        <p14:creationId xmlns:p14="http://schemas.microsoft.com/office/powerpoint/2010/main" val="1193930182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>
            <a:extLst>
              <a:ext uri="{FF2B5EF4-FFF2-40B4-BE49-F238E27FC236}">
                <a16:creationId xmlns:a16="http://schemas.microsoft.com/office/drawing/2014/main" id="{B93FB304-FFDC-BB4D-806C-BA08FC0C6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CSRF Example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8C7B5D-C909-4F47-AC94-3A821981F2B8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 descr="A diagram of a website&#10;&#10;Description automatically generated">
            <a:extLst>
              <a:ext uri="{FF2B5EF4-FFF2-40B4-BE49-F238E27FC236}">
                <a16:creationId xmlns:a16="http://schemas.microsoft.com/office/drawing/2014/main" id="{30A2756F-2759-EEA1-EE11-B75FA047A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181100"/>
            <a:ext cx="76200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61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>
            <a:extLst>
              <a:ext uri="{FF2B5EF4-FFF2-40B4-BE49-F238E27FC236}">
                <a16:creationId xmlns:a16="http://schemas.microsoft.com/office/drawing/2014/main" id="{6DA5D641-1B7A-DF4D-B222-E6C9123B3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CSRF Defenses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31DC33-C25C-4949-9B40-0B579B67B466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451" name="Content Placeholder 2">
            <a:extLst>
              <a:ext uri="{FF2B5EF4-FFF2-40B4-BE49-F238E27FC236}">
                <a16:creationId xmlns:a16="http://schemas.microsoft.com/office/drawing/2014/main" id="{6F945921-374B-464D-AE41-A0068BA87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Ultimate cause of attack: server only authenticates ‘the last hop’ of the entire request, but not the true origin of all its parts</a:t>
            </a:r>
          </a:p>
          <a:p>
            <a:endParaRPr lang="en-US" altLang="en-US" dirty="0"/>
          </a:p>
          <a:p>
            <a:r>
              <a:rPr lang="en-US" altLang="en-US" dirty="0"/>
              <a:t>Defense </a:t>
            </a:r>
          </a:p>
          <a:p>
            <a:pPr lvl="1"/>
            <a:r>
              <a:rPr lang="en-US" altLang="en-US" dirty="0"/>
              <a:t>Authenticate requests (actions) at the level of the web application (‘above’ the browser)</a:t>
            </a:r>
          </a:p>
          <a:p>
            <a:pPr lvl="1"/>
            <a:r>
              <a:rPr lang="en-US" altLang="en-US" dirty="0"/>
              <a:t>Avoid GET requests whenever possible</a:t>
            </a:r>
          </a:p>
        </p:txBody>
      </p:sp>
    </p:spTree>
    <p:extLst>
      <p:ext uri="{BB962C8B-B14F-4D97-AF65-F5344CB8AC3E}">
        <p14:creationId xmlns:p14="http://schemas.microsoft.com/office/powerpoint/2010/main" val="2528771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>
            <a:extLst>
              <a:ext uri="{FF2B5EF4-FFF2-40B4-BE49-F238E27FC236}">
                <a16:creationId xmlns:a16="http://schemas.microsoft.com/office/drawing/2014/main" id="{C4AB183C-E53D-3D40-93E6-30F727BF2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CSRF Prevention Tokens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2AFFA-B4BA-4849-9B5E-1D9BF81A6C97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6499" name="Content Placeholder 2">
            <a:extLst>
              <a:ext uri="{FF2B5EF4-FFF2-40B4-BE49-F238E27FC236}">
                <a16:creationId xmlns:a16="http://schemas.microsoft.com/office/drawing/2014/main" id="{2D32AF35-D8D6-1C43-8F49-1C650AE51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Server creates a random “challenge” token associated with a user session/request</a:t>
            </a:r>
          </a:p>
          <a:p>
            <a:pPr lvl="1"/>
            <a:r>
              <a:rPr lang="en-US" altLang="en-US" dirty="0"/>
              <a:t>Per-request tokens are more secure than per-session tokens </a:t>
            </a:r>
          </a:p>
          <a:p>
            <a:endParaRPr lang="en-US" altLang="en-US" dirty="0"/>
          </a:p>
          <a:p>
            <a:r>
              <a:rPr lang="en-US" altLang="en-US" dirty="0"/>
              <a:t>Tokens inserted into HTML forms</a:t>
            </a:r>
          </a:p>
        </p:txBody>
      </p:sp>
      <p:sp>
        <p:nvSpPr>
          <p:cNvPr id="57351" name="TextBox 6">
            <a:extLst>
              <a:ext uri="{FF2B5EF4-FFF2-40B4-BE49-F238E27FC236}">
                <a16:creationId xmlns:a16="http://schemas.microsoft.com/office/drawing/2014/main" id="{C16CA00E-8112-BC45-B087-21566A43B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1443" y="3722725"/>
            <a:ext cx="6875462" cy="163121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 Neue Light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 Neue Light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 Neue Light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 Neue Light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 Neue Light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 Neue Light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 Neue Light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 Neue Light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 Neue Light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latin typeface="Consolas" panose="020B0609020204030204" pitchFamily="49" charset="0"/>
              </a:rPr>
              <a:t>&lt;form action=“/transfer.do” method=“post”&gt;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latin typeface="Consolas" panose="020B0609020204030204" pitchFamily="49" charset="0"/>
              </a:rPr>
              <a:t>	&lt;input type="hidden" name=“</a:t>
            </a:r>
            <a:r>
              <a:rPr lang="en-US" altLang="en-US" sz="2000" dirty="0" err="1">
                <a:latin typeface="Consolas" panose="020B0609020204030204" pitchFamily="49" charset="0"/>
              </a:rPr>
              <a:t>CSRFToken</a:t>
            </a:r>
            <a:r>
              <a:rPr lang="en-US" altLang="en-US" sz="2000" dirty="0">
                <a:latin typeface="Consolas" panose="020B0609020204030204" pitchFamily="49" charset="0"/>
              </a:rPr>
              <a:t>”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latin typeface="Consolas" panose="020B0609020204030204" pitchFamily="49" charset="0"/>
              </a:rPr>
              <a:t>		value=“OWY...E1ZMGYwMGEwOA==”&gt;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latin typeface="Consolas" panose="020B0609020204030204" pitchFamily="49" charset="0"/>
              </a:rPr>
              <a:t>...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latin typeface="Consolas" panose="020B0609020204030204" pitchFamily="49" charset="0"/>
              </a:rPr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3690992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3B3B58E9-67AB-664A-8C1D-13492B52D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CSRF Prevention Tokens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6D0110-1D6C-0643-8DDD-A95B5FE03508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E624CBB4-592C-CF46-801E-64228C389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Token value must be fresh </a:t>
            </a:r>
          </a:p>
          <a:p>
            <a:r>
              <a:rPr lang="en-US" altLang="en-US" dirty="0"/>
              <a:t>Tokens must be unique and unpredictable </a:t>
            </a:r>
          </a:p>
          <a:p>
            <a:endParaRPr lang="en-US" altLang="en-US" dirty="0"/>
          </a:p>
          <a:p>
            <a:r>
              <a:rPr lang="en-US" altLang="en-US" dirty="0"/>
              <a:t>Web application must validate each request by comparing received token to stored one</a:t>
            </a:r>
          </a:p>
          <a:p>
            <a:r>
              <a:rPr lang="en-US" altLang="en-US" dirty="0"/>
              <a:t>Requests without token or with wrong token are discarded</a:t>
            </a:r>
          </a:p>
        </p:txBody>
      </p:sp>
    </p:spTree>
    <p:extLst>
      <p:ext uri="{BB962C8B-B14F-4D97-AF65-F5344CB8AC3E}">
        <p14:creationId xmlns:p14="http://schemas.microsoft.com/office/powerpoint/2010/main" val="721631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itle 1">
            <a:extLst>
              <a:ext uri="{FF2B5EF4-FFF2-40B4-BE49-F238E27FC236}">
                <a16:creationId xmlns:a16="http://schemas.microsoft.com/office/drawing/2014/main" id="{70142789-17DF-AE4C-BEF4-936CFFBAA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CSRF Protection from User’s Perspective</a:t>
            </a:r>
            <a:endParaRPr lang="en-SG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10CE7A-AE41-9545-907B-99FF2FFB3D3B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8787" name="Content Placeholder 2">
            <a:extLst>
              <a:ext uri="{FF2B5EF4-FFF2-40B4-BE49-F238E27FC236}">
                <a16:creationId xmlns:a16="http://schemas.microsoft.com/office/drawing/2014/main" id="{1A6E3984-9357-0B4D-93E3-3222F2D45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Log off web applications when not in use</a:t>
            </a:r>
          </a:p>
          <a:p>
            <a:r>
              <a:rPr lang="en-US" altLang="en-US" dirty="0"/>
              <a:t>Avoid simultaneously browsing while logged into a sensitive application (e.g. banking application)</a:t>
            </a:r>
          </a:p>
          <a:p>
            <a:r>
              <a:rPr lang="en-US" altLang="en-US" dirty="0"/>
              <a:t>You do not want them to “remember me” </a:t>
            </a:r>
          </a:p>
        </p:txBody>
      </p:sp>
    </p:spTree>
    <p:extLst>
      <p:ext uri="{BB962C8B-B14F-4D97-AF65-F5344CB8AC3E}">
        <p14:creationId xmlns:p14="http://schemas.microsoft.com/office/powerpoint/2010/main" val="1095322540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E5920A3-2F9D-474C-BB29-85ABC0198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Injection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8A07BA-9E3B-E944-9675-78E570B6C05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45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137DE-8342-3B44-9E60-67395A084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SQL?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7F0CB-857F-7C4E-B27B-1678D1B2F367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8585B-7B39-B44E-BB63-9CB18A2C1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Most websites use a database to store data </a:t>
            </a:r>
          </a:p>
          <a:p>
            <a:pPr lvl="1"/>
            <a:r>
              <a:rPr lang="en-SG" dirty="0"/>
              <a:t>such as usernames, passwords, etc. </a:t>
            </a:r>
          </a:p>
          <a:p>
            <a:r>
              <a:rPr lang="en-SG" dirty="0"/>
              <a:t>Web application reads, updates and inserts data in the database </a:t>
            </a:r>
          </a:p>
          <a:p>
            <a:r>
              <a:rPr lang="en-SG" dirty="0"/>
              <a:t>Interaction with the database done via SQL (Structured Query Language)</a:t>
            </a:r>
          </a:p>
          <a:p>
            <a:endParaRPr lang="en-SG" dirty="0"/>
          </a:p>
          <a:p>
            <a:pPr marL="0" indent="0">
              <a:buNone/>
            </a:pPr>
            <a:r>
              <a:rPr lang="en-SG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63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6E4EED23-8351-2D49-B8E8-5A24F721BD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SQL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A48CB-8462-5D44-AFE3-263BB22C158C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578" name="Content Placeholder 2">
            <a:extLst>
              <a:ext uri="{FF2B5EF4-FFF2-40B4-BE49-F238E27FC236}">
                <a16:creationId xmlns:a16="http://schemas.microsoft.com/office/drawing/2014/main" id="{D84541FD-A98A-154E-953B-D79C24697E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GB" altLang="de-DE" sz="2400" dirty="0"/>
              <a:t>SQL: Standard language for accessing relational databases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US" altLang="en-US" sz="2400" dirty="0"/>
              <a:t>Fetch a set of records</a:t>
            </a:r>
          </a:p>
          <a:p>
            <a:pPr algn="ctr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 * FROM user WHERE ID=‘12’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US" altLang="en-US" sz="2400" dirty="0"/>
              <a:t>Add data to the table</a:t>
            </a:r>
          </a:p>
          <a:p>
            <a:pPr algn="ctr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 INTO user (</a:t>
            </a:r>
            <a:r>
              <a:rPr lang="en-US" alt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name,id</a:t>
            </a:r>
            <a:r>
              <a:rPr lang="en-US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VALUES (‘Jack’,10)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US" altLang="en-US" sz="2400" dirty="0"/>
              <a:t>Modify data</a:t>
            </a:r>
          </a:p>
          <a:p>
            <a:pPr algn="ctr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 user SET name=‘Mike’ WHERE id=‘12’</a:t>
            </a:r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US" altLang="en-US" sz="2400" dirty="0"/>
              <a:t>Query syntax (mostly) independent of vendor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08CFD4-6774-FA2A-1083-D6D51EAABFC9}"/>
              </a:ext>
            </a:extLst>
          </p:cNvPr>
          <p:cNvSpPr txBox="1"/>
          <p:nvPr/>
        </p:nvSpPr>
        <p:spPr>
          <a:xfrm>
            <a:off x="4514369" y="5850921"/>
            <a:ext cx="387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highlight>
                  <a:srgbClr val="FFFF00"/>
                </a:highligh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 need to write code in the exam</a:t>
            </a:r>
          </a:p>
        </p:txBody>
      </p:sp>
    </p:spTree>
    <p:extLst>
      <p:ext uri="{BB962C8B-B14F-4D97-AF65-F5344CB8AC3E}">
        <p14:creationId xmlns:p14="http://schemas.microsoft.com/office/powerpoint/2010/main" val="755157913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7C58B-8CE9-9347-A538-A436BD404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SQL Injection?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A20E7-CC0C-D544-A68C-E7879B081528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032707-5FDE-8743-9280-3B3B381BD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Gain access to the database by manipulating user inputs used in SQL queries </a:t>
            </a:r>
          </a:p>
          <a:p>
            <a:pPr lvl="1"/>
            <a:r>
              <a:rPr lang="en-SG" dirty="0"/>
              <a:t>Inject </a:t>
            </a:r>
            <a:r>
              <a:rPr lang="en-SG" b="1" i="1" dirty="0"/>
              <a:t>special characters </a:t>
            </a:r>
            <a:r>
              <a:rPr lang="en-SG" b="1" i="1" dirty="0">
                <a:highlight>
                  <a:srgbClr val="FFFF00"/>
                </a:highlight>
              </a:rPr>
              <a:t>(syntactic meaning to SQL parser/interpreter)</a:t>
            </a:r>
            <a:r>
              <a:rPr lang="en-SG" b="1" i="1" dirty="0"/>
              <a:t> </a:t>
            </a:r>
            <a:r>
              <a:rPr lang="en-SG" dirty="0"/>
              <a:t>such as </a:t>
            </a:r>
            <a:r>
              <a:rPr lang="en-SG" dirty="0">
                <a:latin typeface="Comic Sans MS" panose="030F0902030302020204" pitchFamily="66" charset="0"/>
              </a:rPr>
              <a:t>‘ # OR ; = </a:t>
            </a:r>
          </a:p>
          <a:p>
            <a:pPr lvl="1"/>
            <a:r>
              <a:rPr lang="en-SG" dirty="0"/>
              <a:t>At places such as login forms and URLs: </a:t>
            </a:r>
          </a:p>
          <a:p>
            <a:pPr marL="0" indent="0">
              <a:buNone/>
            </a:pPr>
            <a:r>
              <a:rPr lang="en-SG" dirty="0"/>
              <a:t>	</a:t>
            </a:r>
            <a:r>
              <a:rPr lang="en-SG" dirty="0">
                <a:latin typeface="Comic Sans MS" panose="030F0902030302020204" pitchFamily="66" charset="0"/>
                <a:hlinkClick r:id="rId3"/>
              </a:rPr>
              <a:t>http://target.com/login.php?user=maliciousinput&amp;psw=maliciousinputs</a:t>
            </a:r>
            <a:endParaRPr lang="en-SG" dirty="0">
              <a:latin typeface="Comic Sans MS" panose="030F0902030302020204" pitchFamily="66" charset="0"/>
            </a:endParaRPr>
          </a:p>
          <a:p>
            <a:endParaRPr lang="en-SG" dirty="0"/>
          </a:p>
          <a:p>
            <a:r>
              <a:rPr lang="en-SG" dirty="0"/>
              <a:t>Can obtain sensitive information such as admin passwords for further exploitation of the system </a:t>
            </a:r>
          </a:p>
          <a:p>
            <a:endParaRPr lang="en-SG" dirty="0"/>
          </a:p>
          <a:p>
            <a:r>
              <a:rPr lang="en-SG" dirty="0"/>
              <a:t>Can be used to delete database tables, upload files, create reverse shell,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87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C81EC2DE-7F2E-8942-B569-FBB33EA632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Flow of SQL Injection Attack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5DAE78-BB1F-C242-9F0E-99B0D98EB909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3287-A478-3345-8A08-F7D4D5EDF2D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algn="r"/>
            <a:r>
              <a:rPr lang="en-US" sz="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             </a:t>
            </a:r>
          </a:p>
          <a:p>
            <a:pPr algn="r"/>
            <a:r>
              <a:rPr lang="en-US" sz="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                       </a:t>
            </a:r>
            <a:fld id="{00000000-1234-1234-1234-123412341234}" type="slidenum">
              <a:rPr lang="en-US" sz="800" b="1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pPr algn="r"/>
              <a:t>17</a:t>
            </a:fld>
            <a:endParaRPr lang="en-US" sz="800" b="1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79B69C-739B-3044-8DB6-7D9E891BE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410" y="1953265"/>
            <a:ext cx="1158875" cy="1171575"/>
          </a:xfrm>
          <a:prstGeom prst="rect">
            <a:avLst/>
          </a:prstGeom>
          <a:solidFill>
            <a:srgbClr val="EBB300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  <a:softEdge rad="63500"/>
          </a:effectLst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lt1"/>
                </a:solidFill>
              </a:rPr>
              <a:t>Browser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468E48-583E-564B-8659-0513B234E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9197" y="1953265"/>
            <a:ext cx="1158875" cy="1171575"/>
          </a:xfrm>
          <a:prstGeom prst="rect">
            <a:avLst/>
          </a:prstGeom>
          <a:solidFill>
            <a:srgbClr val="EBB300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  <a:softEdge rad="63500"/>
          </a:effectLst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lt1"/>
                </a:solidFill>
              </a:rPr>
              <a:t>Web Server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9BAA72-F992-734D-B0FB-1354C4C70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9197" y="4075752"/>
            <a:ext cx="1158875" cy="1171575"/>
          </a:xfrm>
          <a:prstGeom prst="rect">
            <a:avLst/>
          </a:prstGeom>
          <a:solidFill>
            <a:srgbClr val="EBB300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  <a:softEdge rad="63500"/>
          </a:effectLst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lt1"/>
                </a:solidFill>
              </a:rPr>
              <a:t>Database Server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34BF377-571A-6F43-9D5F-18CAF3610A2C}"/>
              </a:ext>
            </a:extLst>
          </p:cNvPr>
          <p:cNvGrpSpPr/>
          <p:nvPr/>
        </p:nvGrpSpPr>
        <p:grpSpPr>
          <a:xfrm>
            <a:off x="3949321" y="1953265"/>
            <a:ext cx="2809876" cy="369332"/>
            <a:chOff x="3949321" y="1953265"/>
            <a:chExt cx="2809876" cy="369332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D683066-508F-1149-A2B6-7FB1D416B81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49322" y="2300927"/>
              <a:ext cx="28098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9949" name="TextBox 11">
              <a:extLst>
                <a:ext uri="{FF2B5EF4-FFF2-40B4-BE49-F238E27FC236}">
                  <a16:creationId xmlns:a16="http://schemas.microsoft.com/office/drawing/2014/main" id="{8A2F6326-B3C8-244C-9A8B-00F6D2117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9321" y="1953265"/>
              <a:ext cx="26638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</a:rPr>
                <a:t>1. Send malicious input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2292B1-363A-B240-B29D-B95AA82EC692}"/>
              </a:ext>
            </a:extLst>
          </p:cNvPr>
          <p:cNvGrpSpPr/>
          <p:nvPr/>
        </p:nvGrpSpPr>
        <p:grpSpPr>
          <a:xfrm>
            <a:off x="3932794" y="2388333"/>
            <a:ext cx="2826403" cy="369332"/>
            <a:chOff x="3932794" y="2388333"/>
            <a:chExt cx="2826403" cy="369332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724CB0E-FC6B-854F-AB48-633E4E02E8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949322" y="2745427"/>
              <a:ext cx="28098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9950" name="TextBox 12">
              <a:extLst>
                <a:ext uri="{FF2B5EF4-FFF2-40B4-BE49-F238E27FC236}">
                  <a16:creationId xmlns:a16="http://schemas.microsoft.com/office/drawing/2014/main" id="{545B9707-5DED-1948-8CE0-20FBE5C6C4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2794" y="2388333"/>
              <a:ext cx="26638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</a:rPr>
                <a:t>4. receive sensitive data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1837BC8-36BD-F34C-8789-17BFE961F2BA}"/>
              </a:ext>
            </a:extLst>
          </p:cNvPr>
          <p:cNvGrpSpPr/>
          <p:nvPr/>
        </p:nvGrpSpPr>
        <p:grpSpPr>
          <a:xfrm>
            <a:off x="7662485" y="3124840"/>
            <a:ext cx="2330450" cy="950912"/>
            <a:chOff x="7662485" y="3124840"/>
            <a:chExt cx="2330450" cy="95091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4570246-85B3-0042-B5CE-36B38D1535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662485" y="3124840"/>
              <a:ext cx="0" cy="9509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9940" name="TextBox 13">
              <a:extLst>
                <a:ext uri="{FF2B5EF4-FFF2-40B4-BE49-F238E27FC236}">
                  <a16:creationId xmlns:a16="http://schemas.microsoft.com/office/drawing/2014/main" id="{10FA3F5A-C927-8549-8CEC-CE52E7A5D0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2485" y="3219142"/>
              <a:ext cx="233045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</a:rPr>
                <a:t>2. Unintended query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09850BC-6443-F644-A2A8-4D94AD2FA144}"/>
              </a:ext>
            </a:extLst>
          </p:cNvPr>
          <p:cNvGrpSpPr/>
          <p:nvPr/>
        </p:nvGrpSpPr>
        <p:grpSpPr>
          <a:xfrm>
            <a:off x="5264705" y="3124840"/>
            <a:ext cx="2330450" cy="950912"/>
            <a:chOff x="5264705" y="3124840"/>
            <a:chExt cx="2330450" cy="95091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02BA0FC-28C8-9C46-8D23-1B4E2BEB2E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538660" y="3124840"/>
              <a:ext cx="0" cy="9509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Box 13">
              <a:extLst>
                <a:ext uri="{FF2B5EF4-FFF2-40B4-BE49-F238E27FC236}">
                  <a16:creationId xmlns:a16="http://schemas.microsoft.com/office/drawing/2014/main" id="{88D080A2-093F-834D-A887-B64BC1E381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4705" y="3696340"/>
              <a:ext cx="233045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</a:rPr>
                <a:t>3. return query result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484562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QL Injection Vulnerabilities">
            <a:extLst>
              <a:ext uri="{FF2B5EF4-FFF2-40B4-BE49-F238E27FC236}">
                <a16:creationId xmlns:a16="http://schemas.microsoft.com/office/drawing/2014/main" id="{3C2BAB90-0B50-1641-963B-9A9ABFB5F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Example: </a:t>
            </a:r>
            <a:r>
              <a:rPr dirty="0"/>
              <a:t>SQL Injectio</a:t>
            </a:r>
            <a:r>
              <a:rPr lang="en-US" dirty="0"/>
              <a:t>n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1798C-D3EF-DE48-AD50-FF7F17C332A7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674" name="pasted-image.pdf" descr="pasted-image.pdf">
            <a:extLst>
              <a:ext uri="{FF2B5EF4-FFF2-40B4-BE49-F238E27FC236}">
                <a16:creationId xmlns:a16="http://schemas.microsoft.com/office/drawing/2014/main" id="{D23CE9A6-5B15-D545-B6F7-7B04C69A4A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7108" y="2169329"/>
            <a:ext cx="1095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28675" name="pasted-image.pdf" descr="pasted-image.pdf">
            <a:extLst>
              <a:ext uri="{FF2B5EF4-FFF2-40B4-BE49-F238E27FC236}">
                <a16:creationId xmlns:a16="http://schemas.microsoft.com/office/drawing/2014/main" id="{7179984D-B9DE-4A4B-8F64-90279CFD75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782" y="2196316"/>
            <a:ext cx="1270000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28676" name="pasted-image.pdf" descr="pasted-image.pdf">
            <a:extLst>
              <a:ext uri="{FF2B5EF4-FFF2-40B4-BE49-F238E27FC236}">
                <a16:creationId xmlns:a16="http://schemas.microsoft.com/office/drawing/2014/main" id="{371A55A6-F7DD-2C44-B11F-2DA538B868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8670" y="2032803"/>
            <a:ext cx="919163" cy="129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28677" name="pasted-image.pdf" descr="pasted-image.pdf">
            <a:extLst>
              <a:ext uri="{FF2B5EF4-FFF2-40B4-BE49-F238E27FC236}">
                <a16:creationId xmlns:a16="http://schemas.microsoft.com/office/drawing/2014/main" id="{910E324B-DCB1-A44C-ACE7-C8243425E9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520" y="2599540"/>
            <a:ext cx="1000125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28678" name="pasted-image.pdf" descr="pasted-image.pdf">
            <a:extLst>
              <a:ext uri="{FF2B5EF4-FFF2-40B4-BE49-F238E27FC236}">
                <a16:creationId xmlns:a16="http://schemas.microsoft.com/office/drawing/2014/main" id="{1719BDC3-FBFF-CE42-BE18-7CD730A507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795" y="2599540"/>
            <a:ext cx="1000125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28679" name="pasted-image.pdf" descr="pasted-image.pdf">
            <a:extLst>
              <a:ext uri="{FF2B5EF4-FFF2-40B4-BE49-F238E27FC236}">
                <a16:creationId xmlns:a16="http://schemas.microsoft.com/office/drawing/2014/main" id="{2ED95676-CD45-0B42-8233-4DD062FF50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520" y="2848779"/>
            <a:ext cx="10001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28680" name="pasted-image.pdf" descr="pasted-image.pdf">
            <a:extLst>
              <a:ext uri="{FF2B5EF4-FFF2-40B4-BE49-F238E27FC236}">
                <a16:creationId xmlns:a16="http://schemas.microsoft.com/office/drawing/2014/main" id="{8644A89A-7825-9646-83F7-F906F0FB64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795" y="2848779"/>
            <a:ext cx="10001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03" name="Web form">
            <a:extLst>
              <a:ext uri="{FF2B5EF4-FFF2-40B4-BE49-F238E27FC236}">
                <a16:creationId xmlns:a16="http://schemas.microsoft.com/office/drawing/2014/main" id="{1D7EA4E0-7262-7645-931E-0FE4C791E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9951" y="5327129"/>
            <a:ext cx="936625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300"/>
            </a:lvl1pPr>
          </a:lstStyle>
          <a:p>
            <a:pPr>
              <a:defRPr/>
            </a:pPr>
            <a:r>
              <a:rPr sz="1600" dirty="0">
                <a:ea typeface="ＭＳ Ｐゴシック" charset="-128"/>
              </a:rPr>
              <a:t>Web form</a:t>
            </a:r>
          </a:p>
        </p:txBody>
      </p:sp>
      <p:grpSp>
        <p:nvGrpSpPr>
          <p:cNvPr id="40971" name="Group">
            <a:extLst>
              <a:ext uri="{FF2B5EF4-FFF2-40B4-BE49-F238E27FC236}">
                <a16:creationId xmlns:a16="http://schemas.microsoft.com/office/drawing/2014/main" id="{B43F9B41-DB7E-6442-8007-C3842E7684D2}"/>
              </a:ext>
            </a:extLst>
          </p:cNvPr>
          <p:cNvGrpSpPr>
            <a:grpSpLocks/>
          </p:cNvGrpSpPr>
          <p:nvPr/>
        </p:nvGrpSpPr>
        <p:grpSpPr bwMode="auto">
          <a:xfrm>
            <a:off x="1795263" y="3615804"/>
            <a:ext cx="2449513" cy="1612900"/>
            <a:chOff x="-38100" y="216892"/>
            <a:chExt cx="3482926" cy="2294744"/>
          </a:xfrm>
        </p:grpSpPr>
        <p:grpSp>
          <p:nvGrpSpPr>
            <p:cNvPr id="28707" name="Rectangle">
              <a:extLst>
                <a:ext uri="{FF2B5EF4-FFF2-40B4-BE49-F238E27FC236}">
                  <a16:creationId xmlns:a16="http://schemas.microsoft.com/office/drawing/2014/main" id="{38842320-77DC-3A47-AABD-6942D0A4EB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8100" y="216892"/>
              <a:ext cx="3482926" cy="2294744"/>
              <a:chOff x="0" y="0"/>
              <a:chExt cx="3482925" cy="2294743"/>
            </a:xfrm>
          </p:grpSpPr>
          <p:sp>
            <p:nvSpPr>
              <p:cNvPr id="205" name="Rectangle">
                <a:extLst>
                  <a:ext uri="{FF2B5EF4-FFF2-40B4-BE49-F238E27FC236}">
                    <a16:creationId xmlns:a16="http://schemas.microsoft.com/office/drawing/2014/main" id="{B4D8D3F5-AAB2-C74F-9B3E-5EDDCB65AF15}"/>
                  </a:ext>
                </a:extLst>
              </p:cNvPr>
              <p:cNvSpPr/>
              <p:nvPr/>
            </p:nvSpPr>
            <p:spPr>
              <a:xfrm>
                <a:off x="38374" y="38397"/>
                <a:ext cx="3406177" cy="2217950"/>
              </a:xfrm>
              <a:prstGeom prst="rect">
                <a:avLst/>
              </a:prstGeom>
              <a:solidFill>
                <a:srgbClr val="DCDEE0"/>
              </a:solidFill>
              <a:ln>
                <a:noFill/>
              </a:ln>
              <a:effectLst/>
            </p:spPr>
            <p:txBody>
              <a:bodyPr lIns="35719" tIns="35719" rIns="35719" bIns="35719" anchor="ctr"/>
              <a:lstStyle/>
              <a:p>
                <a:pPr>
                  <a:defRPr sz="3600">
                    <a:solidFill>
                      <a:srgbClr val="5F7579"/>
                    </a:solidFill>
                  </a:defRPr>
                </a:pPr>
                <a:endParaRPr sz="2531">
                  <a:solidFill>
                    <a:srgbClr val="5F7579"/>
                  </a:solidFill>
                  <a:latin typeface="Arial" charset="0"/>
                  <a:ea typeface="ＭＳ Ｐゴシック" charset="-128"/>
                </a:endParaRPr>
              </a:p>
            </p:txBody>
          </p:sp>
          <p:pic>
            <p:nvPicPr>
              <p:cNvPr id="28714" name="Rectangle" descr="Rectangle">
                <a:extLst>
                  <a:ext uri="{FF2B5EF4-FFF2-40B4-BE49-F238E27FC236}">
                    <a16:creationId xmlns:a16="http://schemas.microsoft.com/office/drawing/2014/main" id="{FB6CE77C-F6DE-EC42-8B9A-FD0EF12074E9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482926" cy="22947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8708" name="str1">
              <a:extLst>
                <a:ext uri="{FF2B5EF4-FFF2-40B4-BE49-F238E27FC236}">
                  <a16:creationId xmlns:a16="http://schemas.microsoft.com/office/drawing/2014/main" id="{C544E471-C7DA-DC4D-8491-3D8BF45FD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1527" y="458645"/>
              <a:ext cx="1295657" cy="49673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A6AAA9"/>
              </a:solidFill>
              <a:miter lim="400000"/>
              <a:headEnd/>
              <a:tailEnd/>
            </a:ln>
          </p:spPr>
          <p:txBody>
            <a:bodyPr lIns="35719" tIns="35719" rIns="35719" bIns="35719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John</a:t>
              </a:r>
            </a:p>
          </p:txBody>
        </p:sp>
        <p:sp>
          <p:nvSpPr>
            <p:cNvPr id="28709" name="str2">
              <a:extLst>
                <a:ext uri="{FF2B5EF4-FFF2-40B4-BE49-F238E27FC236}">
                  <a16:creationId xmlns:a16="http://schemas.microsoft.com/office/drawing/2014/main" id="{0166EC2C-F475-BB45-97EE-5648FFEEF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785" y="1030073"/>
              <a:ext cx="1270827" cy="49673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A6AAA9"/>
              </a:solidFill>
              <a:miter lim="400000"/>
              <a:headEnd/>
              <a:tailEnd/>
            </a:ln>
          </p:spPr>
          <p:txBody>
            <a:bodyPr lIns="35719" tIns="35719" rIns="35719" bIns="35719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1234</a:t>
              </a:r>
            </a:p>
          </p:txBody>
        </p:sp>
        <p:sp>
          <p:nvSpPr>
            <p:cNvPr id="209" name="Username">
              <a:extLst>
                <a:ext uri="{FF2B5EF4-FFF2-40B4-BE49-F238E27FC236}">
                  <a16:creationId xmlns:a16="http://schemas.microsoft.com/office/drawing/2014/main" id="{C844ACB7-44BF-DD4D-859B-4D4D39996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769" y="463252"/>
              <a:ext cx="1668439" cy="487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wrap="none" lIns="35719" tIns="35719" rIns="35719" bIns="35719" anchor="ctr">
              <a:spAutoFit/>
            </a:bodyPr>
            <a:lstStyle>
              <a:lvl1pPr>
                <a:defRPr sz="2500"/>
              </a:lvl1pPr>
            </a:lstStyle>
            <a:p>
              <a:pPr>
                <a:defRPr/>
              </a:pPr>
              <a:r>
                <a:rPr sz="1758">
                  <a:latin typeface="Arial" charset="0"/>
                  <a:ea typeface="ＭＳ Ｐゴシック" charset="-128"/>
                </a:rPr>
                <a:t>Username </a:t>
              </a:r>
            </a:p>
          </p:txBody>
        </p:sp>
        <p:sp>
          <p:nvSpPr>
            <p:cNvPr id="210" name="Password">
              <a:extLst>
                <a:ext uri="{FF2B5EF4-FFF2-40B4-BE49-F238E27FC236}">
                  <a16:creationId xmlns:a16="http://schemas.microsoft.com/office/drawing/2014/main" id="{68A1C4F9-D8D8-FF46-8B80-1BF1000979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399" y="1034678"/>
              <a:ext cx="1508889" cy="487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wrap="none" lIns="35719" tIns="35719" rIns="35719" bIns="35719" anchor="ctr">
              <a:spAutoFit/>
            </a:bodyPr>
            <a:lstStyle>
              <a:lvl1pPr>
                <a:defRPr sz="2500"/>
              </a:lvl1pPr>
            </a:lstStyle>
            <a:p>
              <a:pPr>
                <a:defRPr/>
              </a:pPr>
              <a:r>
                <a:rPr sz="1758">
                  <a:latin typeface="Arial" charset="0"/>
                  <a:ea typeface="ＭＳ Ｐゴシック" charset="-128"/>
                </a:rPr>
                <a:t>Password</a:t>
              </a:r>
            </a:p>
          </p:txBody>
        </p:sp>
        <p:sp>
          <p:nvSpPr>
            <p:cNvPr id="211" name="OK">
              <a:extLst>
                <a:ext uri="{FF2B5EF4-FFF2-40B4-BE49-F238E27FC236}">
                  <a16:creationId xmlns:a16="http://schemas.microsoft.com/office/drawing/2014/main" id="{2563A114-0798-8240-B241-C4AEA7410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4014" y="1795659"/>
              <a:ext cx="918698" cy="485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lIns="35719" tIns="35719" rIns="35719" bIns="35719" anchor="ctr">
              <a:spAutoFit/>
            </a:bodyPr>
            <a:lstStyle>
              <a:lvl1pPr>
                <a:defRPr sz="2500"/>
              </a:lvl1pPr>
            </a:lstStyle>
            <a:p>
              <a:pPr>
                <a:defRPr/>
              </a:pPr>
              <a:r>
                <a:rPr sz="1758">
                  <a:latin typeface="Arial" charset="0"/>
                  <a:ea typeface="ＭＳ Ｐゴシック" charset="-128"/>
                </a:rPr>
                <a:t>OK</a:t>
              </a:r>
            </a:p>
          </p:txBody>
        </p:sp>
      </p:grpSp>
      <p:sp>
        <p:nvSpPr>
          <p:cNvPr id="213" name="SQL query">
            <a:extLst>
              <a:ext uri="{FF2B5EF4-FFF2-40B4-BE49-F238E27FC236}">
                <a16:creationId xmlns:a16="http://schemas.microsoft.com/office/drawing/2014/main" id="{6CCB72ED-E32E-4F42-9899-6C2B24227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0638" y="5326702"/>
            <a:ext cx="921151" cy="318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300"/>
            </a:lvl1pPr>
          </a:lstStyle>
          <a:p>
            <a:pPr>
              <a:defRPr/>
            </a:pPr>
            <a:r>
              <a:rPr sz="1600" dirty="0">
                <a:ea typeface="ＭＳ Ｐゴシック" charset="-128"/>
              </a:rPr>
              <a:t>SQL query</a:t>
            </a:r>
          </a:p>
        </p:txBody>
      </p:sp>
      <p:grpSp>
        <p:nvGrpSpPr>
          <p:cNvPr id="40973" name="Group">
            <a:extLst>
              <a:ext uri="{FF2B5EF4-FFF2-40B4-BE49-F238E27FC236}">
                <a16:creationId xmlns:a16="http://schemas.microsoft.com/office/drawing/2014/main" id="{7608262A-8C71-4442-BBD4-3E0DA57BC36F}"/>
              </a:ext>
            </a:extLst>
          </p:cNvPr>
          <p:cNvGrpSpPr>
            <a:grpSpLocks/>
          </p:cNvGrpSpPr>
          <p:nvPr/>
        </p:nvGrpSpPr>
        <p:grpSpPr bwMode="auto">
          <a:xfrm>
            <a:off x="4568626" y="3869805"/>
            <a:ext cx="2986087" cy="1190625"/>
            <a:chOff x="-266701" y="368647"/>
            <a:chExt cx="4244922" cy="1693025"/>
          </a:xfrm>
        </p:grpSpPr>
        <p:grpSp>
          <p:nvGrpSpPr>
            <p:cNvPr id="28703" name="Rectangle">
              <a:extLst>
                <a:ext uri="{FF2B5EF4-FFF2-40B4-BE49-F238E27FC236}">
                  <a16:creationId xmlns:a16="http://schemas.microsoft.com/office/drawing/2014/main" id="{ACCF4C0D-578D-4347-9DDD-6A5ED85A41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66701" y="368647"/>
              <a:ext cx="4233963" cy="1633908"/>
              <a:chOff x="0" y="0"/>
              <a:chExt cx="4233961" cy="1633907"/>
            </a:xfrm>
          </p:grpSpPr>
          <p:sp>
            <p:nvSpPr>
              <p:cNvPr id="215" name="Rectangle">
                <a:extLst>
                  <a:ext uri="{FF2B5EF4-FFF2-40B4-BE49-F238E27FC236}">
                    <a16:creationId xmlns:a16="http://schemas.microsoft.com/office/drawing/2014/main" id="{223F54D0-C582-8E46-BE41-722F50D8B8E9}"/>
                  </a:ext>
                </a:extLst>
              </p:cNvPr>
              <p:cNvSpPr/>
              <p:nvPr/>
            </p:nvSpPr>
            <p:spPr>
              <a:xfrm>
                <a:off x="38364" y="38376"/>
                <a:ext cx="4156908" cy="155758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lIns="35719" tIns="35719" rIns="35719" bIns="35719" anchor="ctr"/>
              <a:lstStyle/>
              <a:p>
                <a:pPr>
                  <a:defRPr sz="3600">
                    <a:solidFill>
                      <a:srgbClr val="5F7579"/>
                    </a:solidFill>
                  </a:defRPr>
                </a:pPr>
                <a:endParaRPr sz="2531">
                  <a:solidFill>
                    <a:srgbClr val="5F7579"/>
                  </a:solidFill>
                  <a:latin typeface="Arial" charset="0"/>
                  <a:ea typeface="ＭＳ Ｐゴシック" charset="-128"/>
                </a:endParaRPr>
              </a:p>
            </p:txBody>
          </p:sp>
          <p:pic>
            <p:nvPicPr>
              <p:cNvPr id="28706" name="Rectangle" descr="Rectangle">
                <a:extLst>
                  <a:ext uri="{FF2B5EF4-FFF2-40B4-BE49-F238E27FC236}">
                    <a16:creationId xmlns:a16="http://schemas.microsoft.com/office/drawing/2014/main" id="{CAC3E70E-A261-9646-8EB2-FE8079D08D89}"/>
                  </a:ext>
                </a:extLst>
              </p:cNvPr>
              <p:cNvPicPr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1" y="-1"/>
                <a:ext cx="4233963" cy="16339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8704" name="SELECT * FROM Users…">
              <a:extLst>
                <a:ext uri="{FF2B5EF4-FFF2-40B4-BE49-F238E27FC236}">
                  <a16:creationId xmlns:a16="http://schemas.microsoft.com/office/drawing/2014/main" id="{2D45FA9D-2248-6542-ADDE-4661B13703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0366" y="384006"/>
              <a:ext cx="4048587" cy="1677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35719" tIns="35719" rIns="35719" bIns="35719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>SELECT * FROM Users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>WHERE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usr</a:t>
              </a:r>
              <a:r>
                <a:rPr lang="en-US" altLang="en-US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> = ‘</a:t>
              </a:r>
              <a:r>
                <a:rPr lang="en-US" altLang="en-US" sz="1800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John</a:t>
              </a:r>
              <a:r>
                <a:rPr lang="en-US" altLang="en-US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>’ AND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psw</a:t>
              </a:r>
              <a:r>
                <a:rPr lang="en-US" altLang="en-US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> = ‘</a:t>
              </a:r>
              <a:r>
                <a:rPr lang="en-US" altLang="en-US" sz="1800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1234</a:t>
              </a:r>
              <a:r>
                <a:rPr lang="en-US" altLang="en-US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>’</a:t>
              </a:r>
            </a:p>
          </p:txBody>
        </p:sp>
      </p:grpSp>
      <p:graphicFrame>
        <p:nvGraphicFramePr>
          <p:cNvPr id="219" name="Table">
            <a:extLst>
              <a:ext uri="{FF2B5EF4-FFF2-40B4-BE49-F238E27FC236}">
                <a16:creationId xmlns:a16="http://schemas.microsoft.com/office/drawing/2014/main" id="{072A306D-3933-884E-BD01-1949095D1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997702"/>
              </p:ext>
            </p:extLst>
          </p:nvPr>
        </p:nvGraphicFramePr>
        <p:xfrm>
          <a:off x="7937300" y="4215879"/>
          <a:ext cx="2449512" cy="788988"/>
        </p:xfrm>
        <a:graphic>
          <a:graphicData uri="http://schemas.openxmlformats.org/drawingml/2006/table">
            <a:tbl>
              <a:tblPr/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Name</a:t>
                      </a:r>
                    </a:p>
                  </a:txBody>
                  <a:tcPr marL="35727" marR="35727" marT="35711" marB="3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Surname</a:t>
                      </a:r>
                    </a:p>
                  </a:txBody>
                  <a:tcPr marL="35727" marR="35727" marT="35711" marB="3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…</a:t>
                      </a:r>
                    </a:p>
                  </a:txBody>
                  <a:tcPr marL="35727" marR="35727" marT="35711" marB="3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John</a:t>
                      </a:r>
                    </a:p>
                  </a:txBody>
                  <a:tcPr marL="35727" marR="35727" marT="35711" marB="3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Smith</a:t>
                      </a:r>
                    </a:p>
                  </a:txBody>
                  <a:tcPr marL="35727" marR="35727" marT="35711" marB="3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…</a:t>
                      </a:r>
                    </a:p>
                  </a:txBody>
                  <a:tcPr marL="35727" marR="35727" marT="35711" marB="3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0" name="Result">
            <a:extLst>
              <a:ext uri="{FF2B5EF4-FFF2-40B4-BE49-F238E27FC236}">
                <a16:creationId xmlns:a16="http://schemas.microsoft.com/office/drawing/2014/main" id="{B5EBB031-EB94-BF41-BB87-DC3F4A8E6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3276" y="5326702"/>
            <a:ext cx="586315" cy="318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300"/>
            </a:lvl1pPr>
          </a:lstStyle>
          <a:p>
            <a:pPr>
              <a:defRPr/>
            </a:pPr>
            <a:r>
              <a:rPr sz="1600" dirty="0">
                <a:ea typeface="ＭＳ Ｐゴシック" charset="-128"/>
              </a:rPr>
              <a:t>Result</a:t>
            </a:r>
          </a:p>
        </p:txBody>
      </p:sp>
      <p:graphicFrame>
        <p:nvGraphicFramePr>
          <p:cNvPr id="29" name="Table">
            <a:extLst>
              <a:ext uri="{FF2B5EF4-FFF2-40B4-BE49-F238E27FC236}">
                <a16:creationId xmlns:a16="http://schemas.microsoft.com/office/drawing/2014/main" id="{9C0A6E07-EB1D-8741-A768-637CEA8D7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864052"/>
              </p:ext>
            </p:extLst>
          </p:nvPr>
        </p:nvGraphicFramePr>
        <p:xfrm>
          <a:off x="4909714" y="1371513"/>
          <a:ext cx="2449512" cy="788988"/>
        </p:xfrm>
        <a:graphic>
          <a:graphicData uri="http://schemas.openxmlformats.org/drawingml/2006/table">
            <a:tbl>
              <a:tblPr/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Name</a:t>
                      </a:r>
                    </a:p>
                  </a:txBody>
                  <a:tcPr marL="35727" marR="35727" marT="35711" marB="3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Surname</a:t>
                      </a:r>
                    </a:p>
                  </a:txBody>
                  <a:tcPr marL="35727" marR="35727" marT="35711" marB="3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…</a:t>
                      </a:r>
                    </a:p>
                  </a:txBody>
                  <a:tcPr marL="35727" marR="35727" marT="35711" marB="3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John</a:t>
                      </a:r>
                    </a:p>
                  </a:txBody>
                  <a:tcPr marL="35727" marR="35727" marT="35711" marB="3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Smith</a:t>
                      </a:r>
                    </a:p>
                  </a:txBody>
                  <a:tcPr marL="35727" marR="35727" marT="35711" marB="3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…</a:t>
                      </a:r>
                    </a:p>
                  </a:txBody>
                  <a:tcPr marL="35727" marR="35727" marT="35711" marB="3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B63F3F3-35EE-9F47-9AB7-CF1F310E2F21}"/>
              </a:ext>
            </a:extLst>
          </p:cNvPr>
          <p:cNvSpPr txBox="1"/>
          <p:nvPr/>
        </p:nvSpPr>
        <p:spPr>
          <a:xfrm>
            <a:off x="2050534" y="1610796"/>
            <a:ext cx="1584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latin typeface="Comic Sans MS" panose="030F0902030302020204" pitchFamily="66" charset="0"/>
                <a:ea typeface="Helvetica Neue" panose="02000503000000020004" pitchFamily="2" charset="0"/>
                <a:cs typeface="Helvetica Neue" panose="02000503000000020004" pitchFamily="2" charset="0"/>
              </a:rPr>
              <a:t>User gets authenticated</a:t>
            </a:r>
          </a:p>
        </p:txBody>
      </p:sp>
    </p:spTree>
    <p:extLst>
      <p:ext uri="{BB962C8B-B14F-4D97-AF65-F5344CB8AC3E}">
        <p14:creationId xmlns:p14="http://schemas.microsoft.com/office/powerpoint/2010/main" val="251319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QL Injection Vulnerabilities">
            <a:extLst>
              <a:ext uri="{FF2B5EF4-FFF2-40B4-BE49-F238E27FC236}">
                <a16:creationId xmlns:a16="http://schemas.microsoft.com/office/drawing/2014/main" id="{AC763DEC-713D-A342-A524-83196F06B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Example: SQL Injection</a:t>
            </a:r>
            <a:endParaRPr dirty="0"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07EA16-FE53-0447-923F-796EDF8C4830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4" name="Web form">
            <a:extLst>
              <a:ext uri="{FF2B5EF4-FFF2-40B4-BE49-F238E27FC236}">
                <a16:creationId xmlns:a16="http://schemas.microsoft.com/office/drawing/2014/main" id="{057871BF-6A58-9645-ABF9-E81C8F14A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0788" y="4988065"/>
            <a:ext cx="938212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300"/>
            </a:lvl1pPr>
          </a:lstStyle>
          <a:p>
            <a:pPr>
              <a:defRPr/>
            </a:pPr>
            <a:r>
              <a:rPr sz="1600" dirty="0">
                <a:ea typeface="ＭＳ Ｐゴシック" charset="-128"/>
              </a:rPr>
              <a:t>Web form</a:t>
            </a:r>
          </a:p>
        </p:txBody>
      </p:sp>
      <p:sp>
        <p:nvSpPr>
          <p:cNvPr id="225" name="SQL query">
            <a:extLst>
              <a:ext uri="{FF2B5EF4-FFF2-40B4-BE49-F238E27FC236}">
                <a16:creationId xmlns:a16="http://schemas.microsoft.com/office/drawing/2014/main" id="{13124433-118B-2845-8E04-9778E4158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1" y="5004305"/>
            <a:ext cx="921151" cy="318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300"/>
            </a:lvl1pPr>
          </a:lstStyle>
          <a:p>
            <a:pPr>
              <a:defRPr/>
            </a:pPr>
            <a:r>
              <a:rPr sz="1600" dirty="0">
                <a:ea typeface="ＭＳ Ｐゴシック" charset="-128"/>
              </a:rPr>
              <a:t>SQL query</a:t>
            </a:r>
          </a:p>
        </p:txBody>
      </p:sp>
      <p:graphicFrame>
        <p:nvGraphicFramePr>
          <p:cNvPr id="226" name="Table">
            <a:extLst>
              <a:ext uri="{FF2B5EF4-FFF2-40B4-BE49-F238E27FC236}">
                <a16:creationId xmlns:a16="http://schemas.microsoft.com/office/drawing/2014/main" id="{C192E386-76F6-D14C-8865-D745DBEDDEBA}"/>
              </a:ext>
            </a:extLst>
          </p:cNvPr>
          <p:cNvGraphicFramePr>
            <a:graphicFrameLocks noGrp="1"/>
          </p:cNvGraphicFramePr>
          <p:nvPr/>
        </p:nvGraphicFramePr>
        <p:xfrm>
          <a:off x="7958138" y="3556140"/>
          <a:ext cx="2449512" cy="1355725"/>
        </p:xfrm>
        <a:graphic>
          <a:graphicData uri="http://schemas.openxmlformats.org/drawingml/2006/table">
            <a:tbl>
              <a:tblPr/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Name</a:t>
                      </a: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Surname</a:t>
                      </a: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…</a:t>
                      </a: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Aalto</a:t>
                      </a: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Aron</a:t>
                      </a: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…</a:t>
                      </a: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John</a:t>
                      </a: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Smith</a:t>
                      </a: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…</a:t>
                      </a: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…</a:t>
                      </a: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…</a:t>
                      </a: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…</a:t>
                      </a: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7" name="Query result">
            <a:extLst>
              <a:ext uri="{FF2B5EF4-FFF2-40B4-BE49-F238E27FC236}">
                <a16:creationId xmlns:a16="http://schemas.microsoft.com/office/drawing/2014/main" id="{758B8E1E-CAE3-2A4C-960D-A26C6B46B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1214" y="4965839"/>
            <a:ext cx="1133475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300"/>
            </a:lvl1pPr>
          </a:lstStyle>
          <a:p>
            <a:pPr>
              <a:defRPr/>
            </a:pPr>
            <a:r>
              <a:rPr sz="1600" dirty="0">
                <a:ea typeface="ＭＳ Ｐゴシック" charset="-128"/>
              </a:rPr>
              <a:t>Query result</a:t>
            </a:r>
          </a:p>
        </p:txBody>
      </p:sp>
      <p:grpSp>
        <p:nvGrpSpPr>
          <p:cNvPr id="43036" name="Group">
            <a:extLst>
              <a:ext uri="{FF2B5EF4-FFF2-40B4-BE49-F238E27FC236}">
                <a16:creationId xmlns:a16="http://schemas.microsoft.com/office/drawing/2014/main" id="{4F13A36B-210C-124C-AD95-60E6938D7F56}"/>
              </a:ext>
            </a:extLst>
          </p:cNvPr>
          <p:cNvGrpSpPr>
            <a:grpSpLocks/>
          </p:cNvGrpSpPr>
          <p:nvPr/>
        </p:nvGrpSpPr>
        <p:grpSpPr bwMode="auto">
          <a:xfrm>
            <a:off x="1816101" y="3340239"/>
            <a:ext cx="2790465" cy="1612900"/>
            <a:chOff x="-38100" y="216892"/>
            <a:chExt cx="3968751" cy="2294744"/>
          </a:xfrm>
        </p:grpSpPr>
        <p:grpSp>
          <p:nvGrpSpPr>
            <p:cNvPr id="30763" name="Rectangle">
              <a:extLst>
                <a:ext uri="{FF2B5EF4-FFF2-40B4-BE49-F238E27FC236}">
                  <a16:creationId xmlns:a16="http://schemas.microsoft.com/office/drawing/2014/main" id="{1471889D-6E4A-F743-B64D-112859314A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8100" y="216892"/>
              <a:ext cx="3482926" cy="2294744"/>
              <a:chOff x="0" y="0"/>
              <a:chExt cx="3482925" cy="2294743"/>
            </a:xfrm>
          </p:grpSpPr>
          <p:sp>
            <p:nvSpPr>
              <p:cNvPr id="229" name="Rectangle">
                <a:extLst>
                  <a:ext uri="{FF2B5EF4-FFF2-40B4-BE49-F238E27FC236}">
                    <a16:creationId xmlns:a16="http://schemas.microsoft.com/office/drawing/2014/main" id="{E6C9C133-F07F-6843-8BF1-08D1BC5E4ADB}"/>
                  </a:ext>
                </a:extLst>
              </p:cNvPr>
              <p:cNvSpPr/>
              <p:nvPr/>
            </p:nvSpPr>
            <p:spPr>
              <a:xfrm>
                <a:off x="38384" y="38396"/>
                <a:ext cx="3407062" cy="2217950"/>
              </a:xfrm>
              <a:prstGeom prst="rect">
                <a:avLst/>
              </a:prstGeom>
              <a:solidFill>
                <a:srgbClr val="DCDEE0"/>
              </a:solidFill>
              <a:ln>
                <a:noFill/>
              </a:ln>
              <a:effectLst/>
            </p:spPr>
            <p:txBody>
              <a:bodyPr lIns="35719" tIns="35719" rIns="35719" bIns="35719" anchor="ctr"/>
              <a:lstStyle/>
              <a:p>
                <a:pPr>
                  <a:defRPr sz="3600">
                    <a:solidFill>
                      <a:srgbClr val="5F7579"/>
                    </a:solidFill>
                  </a:defRPr>
                </a:pPr>
                <a:endParaRPr sz="2531">
                  <a:solidFill>
                    <a:srgbClr val="5F7579"/>
                  </a:solidFill>
                  <a:latin typeface="Arial" charset="0"/>
                  <a:ea typeface="ＭＳ Ｐゴシック" charset="-128"/>
                </a:endParaRPr>
              </a:p>
            </p:txBody>
          </p:sp>
          <p:pic>
            <p:nvPicPr>
              <p:cNvPr id="30770" name="Rectangle" descr="Rectangle">
                <a:extLst>
                  <a:ext uri="{FF2B5EF4-FFF2-40B4-BE49-F238E27FC236}">
                    <a16:creationId xmlns:a16="http://schemas.microsoft.com/office/drawing/2014/main" id="{0AC2BC3C-E865-DD4A-9006-C3CEEBEFB9E1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482926" cy="22947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0765" name="‘) OR 1=1 --">
              <a:extLst>
                <a:ext uri="{FF2B5EF4-FFF2-40B4-BE49-F238E27FC236}">
                  <a16:creationId xmlns:a16="http://schemas.microsoft.com/office/drawing/2014/main" id="{27B61EE8-6A2B-7348-865A-6D336B4F4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4200" y="1051966"/>
              <a:ext cx="2316451" cy="45294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A6AAA9"/>
              </a:solidFill>
              <a:miter lim="400000"/>
              <a:headEnd/>
              <a:tailEnd/>
            </a:ln>
          </p:spPr>
          <p:txBody>
            <a:bodyPr wrap="square" lIns="35719" tIns="35719" rIns="35719" bIns="35719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’ OR ‘1’ = ‘1 </a:t>
              </a:r>
            </a:p>
          </p:txBody>
        </p:sp>
        <p:sp>
          <p:nvSpPr>
            <p:cNvPr id="233" name="Username">
              <a:extLst>
                <a:ext uri="{FF2B5EF4-FFF2-40B4-BE49-F238E27FC236}">
                  <a16:creationId xmlns:a16="http://schemas.microsoft.com/office/drawing/2014/main" id="{CD0757FB-C816-4A4F-8A2A-AFBFCB58E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72" y="463250"/>
              <a:ext cx="1668872" cy="487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wrap="none" lIns="35719" tIns="35719" rIns="35719" bIns="35719" anchor="ctr">
              <a:spAutoFit/>
            </a:bodyPr>
            <a:lstStyle>
              <a:lvl1pPr>
                <a:defRPr sz="2500"/>
              </a:lvl1pPr>
            </a:lstStyle>
            <a:p>
              <a:pPr>
                <a:defRPr/>
              </a:pPr>
              <a:r>
                <a:rPr sz="1758">
                  <a:latin typeface="Arial" charset="0"/>
                  <a:ea typeface="ＭＳ Ｐゴシック" charset="-128"/>
                </a:rPr>
                <a:t>Username </a:t>
              </a:r>
            </a:p>
          </p:txBody>
        </p:sp>
        <p:sp>
          <p:nvSpPr>
            <p:cNvPr id="234" name="Password">
              <a:extLst>
                <a:ext uri="{FF2B5EF4-FFF2-40B4-BE49-F238E27FC236}">
                  <a16:creationId xmlns:a16="http://schemas.microsoft.com/office/drawing/2014/main" id="{7E471416-B496-5349-B64A-0888B2B3C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01" y="1034678"/>
              <a:ext cx="1509281" cy="487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wrap="none" lIns="35719" tIns="35719" rIns="35719" bIns="35719" anchor="ctr">
              <a:spAutoFit/>
            </a:bodyPr>
            <a:lstStyle>
              <a:lvl1pPr>
                <a:defRPr sz="2500"/>
              </a:lvl1pPr>
            </a:lstStyle>
            <a:p>
              <a:pPr>
                <a:defRPr/>
              </a:pPr>
              <a:r>
                <a:rPr sz="1758">
                  <a:latin typeface="Arial" charset="0"/>
                  <a:ea typeface="ＭＳ Ｐゴシック" charset="-128"/>
                </a:rPr>
                <a:t>Password</a:t>
              </a:r>
            </a:p>
          </p:txBody>
        </p:sp>
        <p:sp>
          <p:nvSpPr>
            <p:cNvPr id="235" name="OK">
              <a:extLst>
                <a:ext uri="{FF2B5EF4-FFF2-40B4-BE49-F238E27FC236}">
                  <a16:creationId xmlns:a16="http://schemas.microsoft.com/office/drawing/2014/main" id="{F596D72B-8E2A-004D-8559-6012FE80E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4347" y="1794700"/>
              <a:ext cx="1160888" cy="4875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wrap="square" lIns="35719" tIns="35719" rIns="35719" bIns="35719" anchor="ctr">
              <a:spAutoFit/>
            </a:bodyPr>
            <a:lstStyle>
              <a:lvl1pPr>
                <a:defRPr sz="2500"/>
              </a:lvl1pPr>
            </a:lstStyle>
            <a:p>
              <a:pPr>
                <a:defRPr/>
              </a:pPr>
              <a:r>
                <a:rPr lang="en-US" sz="1758" dirty="0">
                  <a:latin typeface="Arial" charset="0"/>
                  <a:ea typeface="ＭＳ Ｐゴシック" charset="-128"/>
                </a:rPr>
                <a:t>Log In</a:t>
              </a:r>
              <a:endParaRPr sz="1758" dirty="0"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43037" name="Group">
            <a:extLst>
              <a:ext uri="{FF2B5EF4-FFF2-40B4-BE49-F238E27FC236}">
                <a16:creationId xmlns:a16="http://schemas.microsoft.com/office/drawing/2014/main" id="{9FD83408-EE6A-2D4A-AE8D-C3B6CBD359F9}"/>
              </a:ext>
            </a:extLst>
          </p:cNvPr>
          <p:cNvGrpSpPr>
            <a:grpSpLocks/>
          </p:cNvGrpSpPr>
          <p:nvPr/>
        </p:nvGrpSpPr>
        <p:grpSpPr bwMode="auto">
          <a:xfrm>
            <a:off x="4856164" y="3340239"/>
            <a:ext cx="2479675" cy="1554162"/>
            <a:chOff x="-282263" y="396338"/>
            <a:chExt cx="3525921" cy="2210103"/>
          </a:xfrm>
        </p:grpSpPr>
        <p:grpSp>
          <p:nvGrpSpPr>
            <p:cNvPr id="30759" name="Rectangle">
              <a:extLst>
                <a:ext uri="{FF2B5EF4-FFF2-40B4-BE49-F238E27FC236}">
                  <a16:creationId xmlns:a16="http://schemas.microsoft.com/office/drawing/2014/main" id="{5A334A4B-91D6-E946-A73B-0E97163284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82263" y="396338"/>
              <a:ext cx="3525921" cy="2210103"/>
              <a:chOff x="0" y="0"/>
              <a:chExt cx="3525920" cy="2210102"/>
            </a:xfrm>
          </p:grpSpPr>
          <p:sp>
            <p:nvSpPr>
              <p:cNvPr id="238" name="Rectangle">
                <a:extLst>
                  <a:ext uri="{FF2B5EF4-FFF2-40B4-BE49-F238E27FC236}">
                    <a16:creationId xmlns:a16="http://schemas.microsoft.com/office/drawing/2014/main" id="{BD715B92-15B5-904F-B7A1-2C5E036F51B7}"/>
                  </a:ext>
                </a:extLst>
              </p:cNvPr>
              <p:cNvSpPr/>
              <p:nvPr/>
            </p:nvSpPr>
            <p:spPr>
              <a:xfrm>
                <a:off x="38374" y="38377"/>
                <a:ext cx="3449171" cy="21333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lIns="35719" tIns="35719" rIns="35719" bIns="35719" anchor="ctr"/>
              <a:lstStyle/>
              <a:p>
                <a:pPr>
                  <a:defRPr sz="3600">
                    <a:solidFill>
                      <a:srgbClr val="5F7579"/>
                    </a:solidFill>
                  </a:defRPr>
                </a:pPr>
                <a:endParaRPr sz="2531">
                  <a:solidFill>
                    <a:srgbClr val="5F7579"/>
                  </a:solidFill>
                  <a:latin typeface="Arial" charset="0"/>
                  <a:ea typeface="ＭＳ Ｐゴシック" charset="-128"/>
                </a:endParaRPr>
              </a:p>
            </p:txBody>
          </p:sp>
          <p:pic>
            <p:nvPicPr>
              <p:cNvPr id="30762" name="Rectangle" descr="Rectangle">
                <a:extLst>
                  <a:ext uri="{FF2B5EF4-FFF2-40B4-BE49-F238E27FC236}">
                    <a16:creationId xmlns:a16="http://schemas.microsoft.com/office/drawing/2014/main" id="{08F0D5FC-DB37-0448-8127-5DE8065BA0D4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525921" cy="22101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0760" name="SELECT * FROM Users…">
              <a:extLst>
                <a:ext uri="{FF2B5EF4-FFF2-40B4-BE49-F238E27FC236}">
                  <a16:creationId xmlns:a16="http://schemas.microsoft.com/office/drawing/2014/main" id="{D575BCA4-0B16-D647-B662-DC3EA6B4B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85200" y="455033"/>
              <a:ext cx="3428856" cy="1778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35719" tIns="35719" rIns="35719" bIns="35719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SELECT * FROM Users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WHERE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usr</a:t>
              </a:r>
              <a:r>
                <a:rPr lang="en-US" alt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= ‘’ AND </a:t>
              </a:r>
              <a:r>
                <a:rPr lang="en-US" altLang="en-US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psw</a:t>
              </a:r>
              <a:r>
                <a:rPr lang="en-US" alt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= ‘</a:t>
              </a:r>
              <a:r>
                <a:rPr lang="en-US" altLang="en-US" sz="1600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’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OR  ‘1’=‘1</a:t>
              </a:r>
              <a:r>
                <a:rPr lang="mr-IN" alt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’</a:t>
              </a:r>
              <a:r>
                <a:rPr lang="en-US" altLang="en-US" sz="1600" dirty="0">
                  <a:solidFill>
                    <a:schemeClr val="accent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</a:p>
          </p:txBody>
        </p:sp>
      </p:grpSp>
      <p:pic>
        <p:nvPicPr>
          <p:cNvPr id="30749" name="pasted-image.pdf" descr="pasted-image.pdf">
            <a:extLst>
              <a:ext uri="{FF2B5EF4-FFF2-40B4-BE49-F238E27FC236}">
                <a16:creationId xmlns:a16="http://schemas.microsoft.com/office/drawing/2014/main" id="{9F3E6F9D-4638-FF44-B87A-BBAF3C9577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639" y="1816240"/>
            <a:ext cx="1095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0750" name="pasted-image.pdf" descr="pasted-image.pdf">
            <a:extLst>
              <a:ext uri="{FF2B5EF4-FFF2-40B4-BE49-F238E27FC236}">
                <a16:creationId xmlns:a16="http://schemas.microsoft.com/office/drawing/2014/main" id="{335F7231-F1E9-DE47-A958-7407A64241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313" y="1843227"/>
            <a:ext cx="1270000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0751" name="pasted-image.pdf" descr="pasted-image.pdf">
            <a:extLst>
              <a:ext uri="{FF2B5EF4-FFF2-40B4-BE49-F238E27FC236}">
                <a16:creationId xmlns:a16="http://schemas.microsoft.com/office/drawing/2014/main" id="{3DC3219B-2EA4-F846-8F53-6A0D2C79EC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1" y="1679714"/>
            <a:ext cx="919163" cy="129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0752" name="pasted-image.pdf" descr="pasted-image.pdf">
            <a:extLst>
              <a:ext uri="{FF2B5EF4-FFF2-40B4-BE49-F238E27FC236}">
                <a16:creationId xmlns:a16="http://schemas.microsoft.com/office/drawing/2014/main" id="{35FD9B7A-7AB9-674A-9FCA-CA957633B5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51" y="2246451"/>
            <a:ext cx="1000125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0753" name="pasted-image.pdf" descr="pasted-image.pdf">
            <a:extLst>
              <a:ext uri="{FF2B5EF4-FFF2-40B4-BE49-F238E27FC236}">
                <a16:creationId xmlns:a16="http://schemas.microsoft.com/office/drawing/2014/main" id="{068F9334-6393-334D-94E6-76D67B6268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8326" y="2246451"/>
            <a:ext cx="1000125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0754" name="pasted-image.pdf" descr="pasted-image.pdf">
            <a:extLst>
              <a:ext uri="{FF2B5EF4-FFF2-40B4-BE49-F238E27FC236}">
                <a16:creationId xmlns:a16="http://schemas.microsoft.com/office/drawing/2014/main" id="{39798C88-E271-D649-968D-0FD465F7E9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51" y="2495690"/>
            <a:ext cx="10001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0755" name="pasted-image.pdf" descr="pasted-image.pdf">
            <a:extLst>
              <a:ext uri="{FF2B5EF4-FFF2-40B4-BE49-F238E27FC236}">
                <a16:creationId xmlns:a16="http://schemas.microsoft.com/office/drawing/2014/main" id="{3559E83C-B58D-BF4E-B797-924C0AAA7C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8326" y="2495690"/>
            <a:ext cx="10001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297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QL Injection Vulnerabilities">
            <a:extLst>
              <a:ext uri="{FF2B5EF4-FFF2-40B4-BE49-F238E27FC236}">
                <a16:creationId xmlns:a16="http://schemas.microsoft.com/office/drawing/2014/main" id="{E3068DB3-7320-D14D-9A75-9602E2FEF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Example: SQL Injection</a:t>
            </a:r>
            <a:endParaRPr dirty="0">
              <a:latin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11193-A662-C04C-A77F-36190F36FE21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26" name="Table">
            <a:extLst>
              <a:ext uri="{FF2B5EF4-FFF2-40B4-BE49-F238E27FC236}">
                <a16:creationId xmlns:a16="http://schemas.microsoft.com/office/drawing/2014/main" id="{ECC14799-B64B-7544-B2CD-B44ACFFCE09E}"/>
              </a:ext>
            </a:extLst>
          </p:cNvPr>
          <p:cNvGraphicFramePr>
            <a:graphicFrameLocks noGrp="1"/>
          </p:cNvGraphicFramePr>
          <p:nvPr/>
        </p:nvGraphicFramePr>
        <p:xfrm>
          <a:off x="7958138" y="3760785"/>
          <a:ext cx="2449512" cy="1355725"/>
        </p:xfrm>
        <a:graphic>
          <a:graphicData uri="http://schemas.openxmlformats.org/drawingml/2006/table">
            <a:tbl>
              <a:tblPr/>
              <a:tblGrid>
                <a:gridCol w="81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Name</a:t>
                      </a: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Surname</a:t>
                      </a: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 Neue Light" charset="0"/>
                          <a:ea typeface="ＭＳ Ｐゴシック" charset="-128"/>
                        </a:rPr>
                        <a:t>…</a:t>
                      </a: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5F7579"/>
                        </a:solidFill>
                        <a:effectLst/>
                        <a:latin typeface="Helvetica Neue Light" charset="0"/>
                        <a:ea typeface="ＭＳ Ｐゴシック" charset="-128"/>
                      </a:endParaRP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5F7579"/>
                        </a:solidFill>
                        <a:effectLst/>
                        <a:latin typeface="Helvetica Neue Light" charset="0"/>
                        <a:ea typeface="ＭＳ Ｐゴシック" charset="-128"/>
                      </a:endParaRP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5F7579"/>
                        </a:solidFill>
                        <a:effectLst/>
                        <a:latin typeface="Helvetica Neue Light" charset="0"/>
                        <a:ea typeface="ＭＳ Ｐゴシック" charset="-128"/>
                      </a:endParaRP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5F7579"/>
                        </a:solidFill>
                        <a:effectLst/>
                        <a:latin typeface="Helvetica Neue Light" charset="0"/>
                        <a:ea typeface="ＭＳ Ｐゴシック" charset="-128"/>
                      </a:endParaRP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5F7579"/>
                        </a:solidFill>
                        <a:effectLst/>
                        <a:latin typeface="Helvetica Neue Light" charset="0"/>
                        <a:ea typeface="ＭＳ Ｐゴシック" charset="-128"/>
                      </a:endParaRP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5F7579"/>
                        </a:solidFill>
                        <a:effectLst/>
                        <a:latin typeface="Helvetica Neue Light" charset="0"/>
                        <a:ea typeface="ＭＳ Ｐゴシック" charset="-128"/>
                      </a:endParaRP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5F7579"/>
                        </a:solidFill>
                        <a:effectLst/>
                        <a:latin typeface="Helvetica Neue Light" charset="0"/>
                        <a:ea typeface="ＭＳ Ｐゴシック" charset="-128"/>
                      </a:endParaRP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5F7579"/>
                        </a:solidFill>
                        <a:effectLst/>
                        <a:latin typeface="Helvetica Neue Light" charset="0"/>
                        <a:ea typeface="ＭＳ Ｐゴシック" charset="-128"/>
                      </a:endParaRP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 Neue Light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5F7579"/>
                        </a:solidFill>
                        <a:effectLst/>
                        <a:latin typeface="Helvetica Neue Light" charset="0"/>
                        <a:ea typeface="ＭＳ Ｐゴシック" charset="-128"/>
                      </a:endParaRPr>
                    </a:p>
                  </a:txBody>
                  <a:tcPr marL="35727" marR="35727" marT="35727" marB="3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2792" name="Group">
            <a:extLst>
              <a:ext uri="{FF2B5EF4-FFF2-40B4-BE49-F238E27FC236}">
                <a16:creationId xmlns:a16="http://schemas.microsoft.com/office/drawing/2014/main" id="{B66CA6AD-6764-0142-B9D8-A3B97F85938B}"/>
              </a:ext>
            </a:extLst>
          </p:cNvPr>
          <p:cNvGrpSpPr>
            <a:grpSpLocks/>
          </p:cNvGrpSpPr>
          <p:nvPr/>
        </p:nvGrpSpPr>
        <p:grpSpPr bwMode="auto">
          <a:xfrm>
            <a:off x="1816100" y="3568696"/>
            <a:ext cx="2768600" cy="1612900"/>
            <a:chOff x="-38100" y="216892"/>
            <a:chExt cx="3937517" cy="2294744"/>
          </a:xfrm>
        </p:grpSpPr>
        <p:grpSp>
          <p:nvGrpSpPr>
            <p:cNvPr id="32809" name="Rectangle">
              <a:extLst>
                <a:ext uri="{FF2B5EF4-FFF2-40B4-BE49-F238E27FC236}">
                  <a16:creationId xmlns:a16="http://schemas.microsoft.com/office/drawing/2014/main" id="{474B6A66-23FC-C54F-BF6D-EF21976291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8100" y="216892"/>
              <a:ext cx="3482926" cy="2294744"/>
              <a:chOff x="0" y="0"/>
              <a:chExt cx="3482925" cy="2294743"/>
            </a:xfrm>
          </p:grpSpPr>
          <p:sp>
            <p:nvSpPr>
              <p:cNvPr id="229" name="Rectangle">
                <a:extLst>
                  <a:ext uri="{FF2B5EF4-FFF2-40B4-BE49-F238E27FC236}">
                    <a16:creationId xmlns:a16="http://schemas.microsoft.com/office/drawing/2014/main" id="{8C86519B-6B01-1347-AC18-E2CD4FB98D1C}"/>
                  </a:ext>
                </a:extLst>
              </p:cNvPr>
              <p:cNvSpPr/>
              <p:nvPr/>
            </p:nvSpPr>
            <p:spPr>
              <a:xfrm>
                <a:off x="38382" y="38397"/>
                <a:ext cx="3406944" cy="2217950"/>
              </a:xfrm>
              <a:prstGeom prst="rect">
                <a:avLst/>
              </a:prstGeom>
              <a:solidFill>
                <a:srgbClr val="DCDEE0"/>
              </a:solidFill>
              <a:ln>
                <a:noFill/>
              </a:ln>
              <a:effectLst/>
            </p:spPr>
            <p:txBody>
              <a:bodyPr lIns="35719" tIns="35719" rIns="35719" bIns="35719" anchor="ctr"/>
              <a:lstStyle/>
              <a:p>
                <a:pPr>
                  <a:defRPr sz="3600">
                    <a:solidFill>
                      <a:srgbClr val="5F7579"/>
                    </a:solidFill>
                  </a:defRPr>
                </a:pPr>
                <a:endParaRPr sz="2531">
                  <a:solidFill>
                    <a:srgbClr val="5F7579"/>
                  </a:solidFill>
                  <a:latin typeface="Arial" charset="0"/>
                  <a:ea typeface="ＭＳ Ｐゴシック" charset="-128"/>
                </a:endParaRPr>
              </a:p>
            </p:txBody>
          </p:sp>
          <p:pic>
            <p:nvPicPr>
              <p:cNvPr id="32816" name="Rectangle" descr="Rectangle">
                <a:extLst>
                  <a:ext uri="{FF2B5EF4-FFF2-40B4-BE49-F238E27FC236}">
                    <a16:creationId xmlns:a16="http://schemas.microsoft.com/office/drawing/2014/main" id="{41DF1F19-DDCC-904F-9861-04FA70E2548C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482926" cy="22947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31" name="str1">
              <a:extLst>
                <a:ext uri="{FF2B5EF4-FFF2-40B4-BE49-F238E27FC236}">
                  <a16:creationId xmlns:a16="http://schemas.microsoft.com/office/drawing/2014/main" id="{A949C4B8-B0CA-0445-BF9B-E054D73D2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409" y="478890"/>
              <a:ext cx="1607518" cy="45623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A6AAA9"/>
              </a:solidFill>
              <a:miter lim="400000"/>
              <a:headEnd/>
              <a:tailEnd/>
            </a:ln>
          </p:spPr>
          <p:txBody>
            <a:bodyPr lIns="35719" tIns="35719" rIns="35719" bIns="35719" anchor="ctr">
              <a:spAutoFit/>
            </a:bodyPr>
            <a:lstStyle>
              <a:lvl1pPr>
                <a:defRPr sz="2300">
                  <a:solidFill>
                    <a:srgbClr val="FFFFFF"/>
                  </a:solidFill>
                </a:defRPr>
              </a:lvl1pPr>
            </a:lstStyle>
            <a:p>
              <a:pPr>
                <a:defRPr/>
              </a:pPr>
              <a:r>
                <a:rPr sz="1617">
                  <a:latin typeface="Arial" charset="0"/>
                  <a:ea typeface="ＭＳ Ｐゴシック" charset="-128"/>
                </a:rPr>
                <a:t>str1</a:t>
              </a:r>
            </a:p>
          </p:txBody>
        </p:sp>
        <p:sp>
          <p:nvSpPr>
            <p:cNvPr id="45100" name="‘) OR 1=1 --">
              <a:extLst>
                <a:ext uri="{FF2B5EF4-FFF2-40B4-BE49-F238E27FC236}">
                  <a16:creationId xmlns:a16="http://schemas.microsoft.com/office/drawing/2014/main" id="{0472916E-9564-694C-80A1-0E0FA2D4A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2316" y="702493"/>
              <a:ext cx="2287101" cy="115414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A6AAA9"/>
              </a:solidFill>
              <a:miter lim="400000"/>
              <a:headEnd/>
              <a:tailEnd/>
            </a:ln>
          </p:spPr>
          <p:txBody>
            <a:bodyPr lIns="35719" tIns="35719" rIns="35719" bIns="35719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Helvetica Neue Light" charset="0"/>
                  <a:ea typeface="ＭＳ Ｐゴシック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Helvetica Neue Light" charset="0"/>
                  <a:ea typeface="ＭＳ Ｐゴシック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Helvetica Neue Light" charset="0"/>
                  <a:ea typeface="ＭＳ Ｐゴシック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Helvetica Neue Light" charset="0"/>
                  <a:ea typeface="ＭＳ Ｐゴシック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Helvetica Neue Light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charset="0"/>
                  <a:ea typeface="ＭＳ Ｐゴシック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’</a:t>
              </a:r>
              <a:r>
                <a:rPr lang="en-US" altLang="en-US" sz="1600" dirty="0">
                  <a:solidFill>
                    <a:srgbClr val="FF0000"/>
                  </a:solidFill>
                  <a:latin typeface="Consolas" panose="020B0609020204030204" pitchFamily="49" charset="0"/>
                  <a:ea typeface="+mj-ea"/>
                  <a:cs typeface="Consolas" panose="020B0609020204030204" pitchFamily="49" charset="0"/>
                </a:rPr>
                <a:t> OR ‘1’=‘1’; DROP TABLE Users; --</a:t>
              </a:r>
            </a:p>
          </p:txBody>
        </p:sp>
        <p:sp>
          <p:nvSpPr>
            <p:cNvPr id="233" name="Username">
              <a:extLst>
                <a:ext uri="{FF2B5EF4-FFF2-40B4-BE49-F238E27FC236}">
                  <a16:creationId xmlns:a16="http://schemas.microsoft.com/office/drawing/2014/main" id="{298B25D6-6A2D-914F-A60D-3320D31BD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8" y="463252"/>
              <a:ext cx="1668814" cy="487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wrap="none" lIns="35719" tIns="35719" rIns="35719" bIns="35719" anchor="ctr">
              <a:spAutoFit/>
            </a:bodyPr>
            <a:lstStyle>
              <a:lvl1pPr>
                <a:defRPr sz="2500"/>
              </a:lvl1pPr>
            </a:lstStyle>
            <a:p>
              <a:pPr>
                <a:defRPr/>
              </a:pPr>
              <a:r>
                <a:rPr sz="1758">
                  <a:latin typeface="Arial" charset="0"/>
                  <a:ea typeface="ＭＳ Ｐゴシック" charset="-128"/>
                </a:rPr>
                <a:t>Username </a:t>
              </a:r>
            </a:p>
          </p:txBody>
        </p:sp>
        <p:sp>
          <p:nvSpPr>
            <p:cNvPr id="234" name="Password">
              <a:extLst>
                <a:ext uri="{FF2B5EF4-FFF2-40B4-BE49-F238E27FC236}">
                  <a16:creationId xmlns:a16="http://schemas.microsoft.com/office/drawing/2014/main" id="{56CBA58A-9574-AF44-8010-7B4A38298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6" y="1034678"/>
              <a:ext cx="1509228" cy="487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wrap="none" lIns="35719" tIns="35719" rIns="35719" bIns="35719" anchor="ctr">
              <a:spAutoFit/>
            </a:bodyPr>
            <a:lstStyle>
              <a:lvl1pPr>
                <a:defRPr sz="2500"/>
              </a:lvl1pPr>
            </a:lstStyle>
            <a:p>
              <a:pPr>
                <a:defRPr/>
              </a:pPr>
              <a:r>
                <a:rPr sz="1758">
                  <a:latin typeface="Arial" charset="0"/>
                  <a:ea typeface="ＭＳ Ｐゴシック" charset="-128"/>
                </a:rPr>
                <a:t>Password</a:t>
              </a:r>
            </a:p>
          </p:txBody>
        </p:sp>
        <p:sp>
          <p:nvSpPr>
            <p:cNvPr id="235" name="OK">
              <a:extLst>
                <a:ext uri="{FF2B5EF4-FFF2-40B4-BE49-F238E27FC236}">
                  <a16:creationId xmlns:a16="http://schemas.microsoft.com/office/drawing/2014/main" id="{7AB8DA1B-C59F-6345-8C1C-4A0047E7F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4302" y="1935348"/>
              <a:ext cx="1172435" cy="4875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wrap="square" lIns="35719" tIns="35719" rIns="35719" bIns="35719" anchor="ctr">
              <a:spAutoFit/>
            </a:bodyPr>
            <a:lstStyle>
              <a:lvl1pPr>
                <a:defRPr sz="2500"/>
              </a:lvl1pPr>
            </a:lstStyle>
            <a:p>
              <a:pPr>
                <a:defRPr/>
              </a:pPr>
              <a:r>
                <a:rPr lang="en-US" sz="1758" dirty="0">
                  <a:latin typeface="Arial" charset="0"/>
                  <a:ea typeface="ＭＳ Ｐゴシック" charset="-128"/>
                </a:rPr>
                <a:t>Log in</a:t>
              </a:r>
              <a:endParaRPr sz="1758" dirty="0"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32793" name="Group">
            <a:extLst>
              <a:ext uri="{FF2B5EF4-FFF2-40B4-BE49-F238E27FC236}">
                <a16:creationId xmlns:a16="http://schemas.microsoft.com/office/drawing/2014/main" id="{CABD6027-4826-EC4E-9182-D0C3D92F2FF2}"/>
              </a:ext>
            </a:extLst>
          </p:cNvPr>
          <p:cNvGrpSpPr>
            <a:grpSpLocks/>
          </p:cNvGrpSpPr>
          <p:nvPr/>
        </p:nvGrpSpPr>
        <p:grpSpPr bwMode="auto">
          <a:xfrm>
            <a:off x="4856163" y="3598859"/>
            <a:ext cx="2919412" cy="1554162"/>
            <a:chOff x="-282263" y="396338"/>
            <a:chExt cx="4151978" cy="2210103"/>
          </a:xfrm>
        </p:grpSpPr>
        <p:grpSp>
          <p:nvGrpSpPr>
            <p:cNvPr id="32805" name="Rectangle">
              <a:extLst>
                <a:ext uri="{FF2B5EF4-FFF2-40B4-BE49-F238E27FC236}">
                  <a16:creationId xmlns:a16="http://schemas.microsoft.com/office/drawing/2014/main" id="{A34F5C65-4CEB-1B4D-8913-D4B7FD1B7A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82263" y="396338"/>
              <a:ext cx="3525921" cy="2210103"/>
              <a:chOff x="0" y="0"/>
              <a:chExt cx="3525920" cy="2210102"/>
            </a:xfrm>
          </p:grpSpPr>
          <p:sp>
            <p:nvSpPr>
              <p:cNvPr id="238" name="Rectangle">
                <a:extLst>
                  <a:ext uri="{FF2B5EF4-FFF2-40B4-BE49-F238E27FC236}">
                    <a16:creationId xmlns:a16="http://schemas.microsoft.com/office/drawing/2014/main" id="{FD9B33A0-C391-404E-9925-4C4FB9CEB731}"/>
                  </a:ext>
                </a:extLst>
              </p:cNvPr>
              <p:cNvSpPr/>
              <p:nvPr/>
            </p:nvSpPr>
            <p:spPr>
              <a:xfrm>
                <a:off x="38381" y="38377"/>
                <a:ext cx="3449821" cy="21333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lIns="35719" tIns="35719" rIns="35719" bIns="35719" anchor="ctr"/>
              <a:lstStyle/>
              <a:p>
                <a:pPr>
                  <a:defRPr sz="3600">
                    <a:solidFill>
                      <a:srgbClr val="5F7579"/>
                    </a:solidFill>
                  </a:defRPr>
                </a:pPr>
                <a:endParaRPr sz="2531">
                  <a:solidFill>
                    <a:srgbClr val="5F7579"/>
                  </a:solidFill>
                  <a:latin typeface="Arial" charset="0"/>
                  <a:ea typeface="ＭＳ Ｐゴシック" charset="-128"/>
                </a:endParaRPr>
              </a:p>
            </p:txBody>
          </p:sp>
          <p:pic>
            <p:nvPicPr>
              <p:cNvPr id="32808" name="Rectangle" descr="Rectangle">
                <a:extLst>
                  <a:ext uri="{FF2B5EF4-FFF2-40B4-BE49-F238E27FC236}">
                    <a16:creationId xmlns:a16="http://schemas.microsoft.com/office/drawing/2014/main" id="{8D19539A-E997-9541-9DFF-F769A1B25011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525921" cy="22101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2806" name="SELECT * FROM Users…">
              <a:extLst>
                <a:ext uri="{FF2B5EF4-FFF2-40B4-BE49-F238E27FC236}">
                  <a16:creationId xmlns:a16="http://schemas.microsoft.com/office/drawing/2014/main" id="{5DA5047B-632A-FE4D-BE0F-8748FFE72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85199" y="455033"/>
              <a:ext cx="4054914" cy="1964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35719" tIns="35719" rIns="35719" bIns="35719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Helvetica Neue Light" panose="02000403000000020004" pitchFamily="2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SELECT * FROM Users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WHERE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usr</a:t>
              </a:r>
              <a:r>
                <a:rPr lang="en-US" alt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= ‘’ AND </a:t>
              </a:r>
              <a:r>
                <a:rPr lang="en-US" altLang="en-US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psw</a:t>
              </a:r>
              <a:r>
                <a:rPr lang="en-US" alt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= ‘</a:t>
              </a:r>
              <a:r>
                <a:rPr lang="en-US" alt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’</a:t>
              </a:r>
              <a:r>
                <a:rPr lang="en-US" alt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OR  ‘1’=‘1’; DROP TABLE Users; --</a:t>
              </a:r>
            </a:p>
          </p:txBody>
        </p:sp>
      </p:grpSp>
      <p:pic>
        <p:nvPicPr>
          <p:cNvPr id="32794" name="pasted-image.pdf" descr="pasted-image.pdf">
            <a:extLst>
              <a:ext uri="{FF2B5EF4-FFF2-40B4-BE49-F238E27FC236}">
                <a16:creationId xmlns:a16="http://schemas.microsoft.com/office/drawing/2014/main" id="{6CC91AC7-B803-F844-818E-AB9CCA90BE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639" y="1719260"/>
            <a:ext cx="1095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2795" name="pasted-image.pdf" descr="pasted-image.pdf">
            <a:extLst>
              <a:ext uri="{FF2B5EF4-FFF2-40B4-BE49-F238E27FC236}">
                <a16:creationId xmlns:a16="http://schemas.microsoft.com/office/drawing/2014/main" id="{54905E4A-DA05-0441-98F9-650BDA49C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313" y="1746247"/>
            <a:ext cx="1270000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2796" name="pasted-image.pdf" descr="pasted-image.pdf">
            <a:extLst>
              <a:ext uri="{FF2B5EF4-FFF2-40B4-BE49-F238E27FC236}">
                <a16:creationId xmlns:a16="http://schemas.microsoft.com/office/drawing/2014/main" id="{C2C61E39-BB60-0645-AD1C-842751DA44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1" y="1582734"/>
            <a:ext cx="919163" cy="129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2797" name="pasted-image.pdf" descr="pasted-image.pdf">
            <a:extLst>
              <a:ext uri="{FF2B5EF4-FFF2-40B4-BE49-F238E27FC236}">
                <a16:creationId xmlns:a16="http://schemas.microsoft.com/office/drawing/2014/main" id="{F16D0831-3E2D-904A-8213-F6BE15188B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51" y="2149471"/>
            <a:ext cx="1000125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2798" name="pasted-image.pdf" descr="pasted-image.pdf">
            <a:extLst>
              <a:ext uri="{FF2B5EF4-FFF2-40B4-BE49-F238E27FC236}">
                <a16:creationId xmlns:a16="http://schemas.microsoft.com/office/drawing/2014/main" id="{EB7B0ED9-6F88-4846-AD34-66B035BF6D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8326" y="2149471"/>
            <a:ext cx="1000125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2799" name="pasted-image.pdf" descr="pasted-image.pdf">
            <a:extLst>
              <a:ext uri="{FF2B5EF4-FFF2-40B4-BE49-F238E27FC236}">
                <a16:creationId xmlns:a16="http://schemas.microsoft.com/office/drawing/2014/main" id="{B7052B36-1FC1-6C44-ADD2-EAF079378B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51" y="2398710"/>
            <a:ext cx="10001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2800" name="pasted-image.pdf" descr="pasted-image.pdf">
            <a:extLst>
              <a:ext uri="{FF2B5EF4-FFF2-40B4-BE49-F238E27FC236}">
                <a16:creationId xmlns:a16="http://schemas.microsoft.com/office/drawing/2014/main" id="{B4378176-EC36-BB4F-AB6B-E5A9537B46D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8326" y="2398710"/>
            <a:ext cx="10001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49AF0CC2-74D7-464C-8678-D00ED162B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5350" y="4322759"/>
            <a:ext cx="2630488" cy="7937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 Neue Light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 Neue Light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 Neue Light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 Neue Light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 Neue Light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 Neue Light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 Neue Light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 Neue Light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 Neue Light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endParaRPr lang="en-SG" altLang="en-US" sz="2400">
              <a:solidFill>
                <a:srgbClr val="FFFFFF"/>
              </a:solidFill>
            </a:endParaRPr>
          </a:p>
        </p:txBody>
      </p:sp>
      <p:sp>
        <p:nvSpPr>
          <p:cNvPr id="32803" name="TextBox 3">
            <a:extLst>
              <a:ext uri="{FF2B5EF4-FFF2-40B4-BE49-F238E27FC236}">
                <a16:creationId xmlns:a16="http://schemas.microsoft.com/office/drawing/2014/main" id="{B31F9034-0449-EE4B-8D9D-1BDAB43BF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187947"/>
            <a:ext cx="2667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 Neue Light" panose="02000403000000020004" pitchFamily="2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 Neue Light" panose="02000403000000020004" pitchFamily="2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 Neue Light" panose="02000403000000020004" pitchFamily="2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 Neue Light" panose="02000403000000020004" pitchFamily="2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 Neue Light" panose="02000403000000020004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 Neue Light" panose="02000403000000020004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 Neue Light" panose="02000403000000020004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 Neue Light" panose="02000403000000020004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 Neue Light" panose="02000403000000020004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Eliminate all user accounts</a:t>
            </a:r>
            <a:endParaRPr lang="en-SG" altLang="en-US" sz="2400">
              <a:latin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8E5FE3B-1F37-BD45-8942-3D8BBE5B8A03}"/>
              </a:ext>
            </a:extLst>
          </p:cNvPr>
          <p:cNvCxnSpPr>
            <a:cxnSpLocks noChangeShapeType="1"/>
            <a:stCxn id="32803" idx="1"/>
          </p:cNvCxnSpPr>
          <p:nvPr/>
        </p:nvCxnSpPr>
        <p:spPr bwMode="auto">
          <a:xfrm flipH="1" flipV="1">
            <a:off x="6040438" y="5022847"/>
            <a:ext cx="131762" cy="580599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285724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QL Injection Vulnerabilities">
            <a:extLst>
              <a:ext uri="{FF2B5EF4-FFF2-40B4-BE49-F238E27FC236}">
                <a16:creationId xmlns:a16="http://schemas.microsoft.com/office/drawing/2014/main" id="{E3068DB3-7320-D14D-9A75-9602E2FEF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Example: SQL Injection</a:t>
            </a:r>
            <a:endParaRPr dirty="0">
              <a:latin typeface="+mj-lt"/>
            </a:endParaRPr>
          </a:p>
        </p:txBody>
      </p:sp>
      <p:pic>
        <p:nvPicPr>
          <p:cNvPr id="2" name="Picture 1" descr="exploits_of_a_mom">
            <a:extLst>
              <a:ext uri="{FF2B5EF4-FFF2-40B4-BE49-F238E27FC236}">
                <a16:creationId xmlns:a16="http://schemas.microsoft.com/office/drawing/2014/main" id="{01CAA68B-3885-8976-C828-2D69B5555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963" y="1744889"/>
            <a:ext cx="91440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8">
            <a:extLst>
              <a:ext uri="{FF2B5EF4-FFF2-40B4-BE49-F238E27FC236}">
                <a16:creationId xmlns:a16="http://schemas.microsoft.com/office/drawing/2014/main" id="{71A317DC-D9D9-3AC4-E673-4DB7EEC76C49}"/>
              </a:ext>
            </a:extLst>
          </p:cNvPr>
          <p:cNvSpPr txBox="1">
            <a:spLocks noGrp="1" noChangeArrowheads="1"/>
          </p:cNvSpPr>
          <p:nvPr>
            <p:ph type="body" idx="11"/>
          </p:nvPr>
        </p:nvSpPr>
        <p:spPr bwMode="auto">
          <a:xfrm>
            <a:off x="5393344" y="6519446"/>
            <a:ext cx="148309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36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600" dirty="0">
                <a:latin typeface="Times New Roman" panose="02020603050405020304" pitchFamily="18" charset="0"/>
              </a:rPr>
              <a:t>http://xkcd.com</a:t>
            </a:r>
          </a:p>
        </p:txBody>
      </p:sp>
    </p:spTree>
    <p:extLst>
      <p:ext uri="{BB962C8B-B14F-4D97-AF65-F5344CB8AC3E}">
        <p14:creationId xmlns:p14="http://schemas.microsoft.com/office/powerpoint/2010/main" val="394292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>
            <a:extLst>
              <a:ext uri="{FF2B5EF4-FFF2-40B4-BE49-F238E27FC236}">
                <a16:creationId xmlns:a16="http://schemas.microsoft.com/office/drawing/2014/main" id="{009082CE-F0A7-E244-9342-BFBC5C4D06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de-DE" dirty="0"/>
              <a:t>Remark on SQL Injection</a:t>
            </a:r>
            <a:endParaRPr lang="en-US" alt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95F02C-EC62-3A4A-80A8-BE4154558DA6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626" name="Content Placeholder 2">
            <a:extLst>
              <a:ext uri="{FF2B5EF4-FFF2-40B4-BE49-F238E27FC236}">
                <a16:creationId xmlns:a16="http://schemas.microsoft.com/office/drawing/2014/main" id="{41784F67-3082-A545-A121-AF8349372D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de-DE" sz="2400" dirty="0"/>
              <a:t>Single quote </a:t>
            </a:r>
            <a:r>
              <a:rPr lang="en-GB" altLang="de-DE" sz="2400" b="1" dirty="0"/>
              <a:t>’</a:t>
            </a:r>
            <a:r>
              <a:rPr lang="en-GB" altLang="de-DE" sz="2400" b="1" dirty="0">
                <a:solidFill>
                  <a:schemeClr val="accent1"/>
                </a:solidFill>
              </a:rPr>
              <a:t> </a:t>
            </a:r>
            <a:r>
              <a:rPr lang="en-GB" altLang="de-DE" sz="2400" dirty="0"/>
              <a:t>is the string delimiter in SQL</a:t>
            </a:r>
          </a:p>
          <a:p>
            <a:pPr lvl="1"/>
            <a:r>
              <a:rPr lang="en-GB" altLang="de-DE" dirty="0"/>
              <a:t>E.g. name=‘Jack’ AND age=11</a:t>
            </a:r>
          </a:p>
          <a:p>
            <a:r>
              <a:rPr lang="en-GB" altLang="de-DE" sz="2400" dirty="0"/>
              <a:t>In a web application, a server-side script (e.g. written in PHP) may construct SQL query as a string from user input</a:t>
            </a:r>
          </a:p>
          <a:p>
            <a:r>
              <a:rPr lang="en-GB" altLang="de-DE" sz="2400" dirty="0"/>
              <a:t>String passed to DBMS and executed as SQL query</a:t>
            </a:r>
          </a:p>
          <a:p>
            <a:r>
              <a:rPr lang="en-GB" altLang="de-DE" sz="2400" dirty="0"/>
              <a:t>User input can now be interpreted as code by DBMS!</a:t>
            </a:r>
          </a:p>
          <a:p>
            <a:pPr>
              <a:buClr>
                <a:srgbClr val="CC0000"/>
              </a:buClr>
            </a:pPr>
            <a:r>
              <a:rPr lang="en-GB" altLang="de-DE" sz="2400" dirty="0">
                <a:solidFill>
                  <a:srgbClr val="CC0000"/>
                </a:solidFill>
              </a:rPr>
              <a:t>Broken abstraction: 				     </a:t>
            </a:r>
          </a:p>
          <a:p>
            <a:pPr lvl="1">
              <a:buClr>
                <a:srgbClr val="CC0000"/>
              </a:buClr>
            </a:pPr>
            <a:r>
              <a:rPr lang="en-GB" altLang="de-DE" sz="2200" dirty="0">
                <a:solidFill>
                  <a:srgbClr val="CC0000"/>
                </a:solidFill>
              </a:rPr>
              <a:t>No clear distinction between data and code</a:t>
            </a:r>
          </a:p>
        </p:txBody>
      </p:sp>
    </p:spTree>
    <p:extLst>
      <p:ext uri="{BB962C8B-B14F-4D97-AF65-F5344CB8AC3E}">
        <p14:creationId xmlns:p14="http://schemas.microsoft.com/office/powerpoint/2010/main" val="3097930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5D651D8C-9ACC-BF45-8071-481909405B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de-DE" dirty="0"/>
              <a:t>Defence against SQL Injection</a:t>
            </a:r>
            <a:endParaRPr lang="en-US" alt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14CFFA-FD78-054F-BA7C-AB3CE797FA76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154" name="Content Placeholder 2">
            <a:extLst>
              <a:ext uri="{FF2B5EF4-FFF2-40B4-BE49-F238E27FC236}">
                <a16:creationId xmlns:a16="http://schemas.microsoft.com/office/drawing/2014/main" id="{17290AE7-CF64-D148-8597-19C21F1C6A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3349" y="952922"/>
            <a:ext cx="11187584" cy="5139267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altLang="de-DE" sz="2000" dirty="0"/>
              <a:t>Two fundamental defences:</a:t>
            </a:r>
          </a:p>
          <a:p>
            <a:pPr marL="635000" indent="-4572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GB" altLang="de-DE" sz="2000" dirty="0">
                <a:solidFill>
                  <a:srgbClr val="002060"/>
                </a:solidFill>
              </a:rPr>
              <a:t>Sanitize or validate user inputs </a:t>
            </a:r>
            <a:r>
              <a:rPr lang="en-GB" altLang="de-DE" sz="2000" dirty="0"/>
              <a:t>so that dangerous inputs are made innocuous </a:t>
            </a:r>
          </a:p>
          <a:p>
            <a:pPr marL="1092200" lvl="1" indent="-457200">
              <a:lnSpc>
                <a:spcPct val="120000"/>
              </a:lnSpc>
              <a:buSzPct val="100000"/>
              <a:buFont typeface="+mj-lt"/>
              <a:buAutoNum type="alphaLcPeriod"/>
            </a:pPr>
            <a:r>
              <a:rPr lang="en-GB" altLang="de-DE" dirty="0"/>
              <a:t>Filtering (blacklist: [’, “, \, …], whitelist: [‘Mary’, ’Jane’, ‘Jack’, …])</a:t>
            </a:r>
          </a:p>
          <a:p>
            <a:pPr marL="1092200" lvl="1" indent="-457200">
              <a:lnSpc>
                <a:spcPct val="120000"/>
              </a:lnSpc>
              <a:buSzPct val="100000"/>
              <a:buFont typeface="+mj-lt"/>
              <a:buAutoNum type="alphaLcPeriod"/>
            </a:pPr>
            <a:r>
              <a:rPr lang="en-GB" altLang="de-DE" dirty="0"/>
              <a:t>Escaping - Replace dangerous characters with encodings – e.g. </a:t>
            </a:r>
            <a:r>
              <a:rPr lang="en-GB" alt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‘</a:t>
            </a:r>
            <a:r>
              <a:rPr lang="en-GB" altLang="de-DE" dirty="0"/>
              <a:t> -&gt; </a:t>
            </a:r>
            <a:r>
              <a:rPr lang="en-GB" alt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\’</a:t>
            </a:r>
          </a:p>
          <a:p>
            <a:pPr marL="1092200" lvl="1" indent="-457200">
              <a:lnSpc>
                <a:spcPct val="120000"/>
              </a:lnSpc>
              <a:buSzPct val="100000"/>
              <a:buFont typeface="+mj-lt"/>
              <a:buAutoNum type="alphaLcPeriod"/>
            </a:pPr>
            <a:endParaRPr lang="en-GB" alt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35000" indent="-4572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GB" altLang="de-DE" sz="2000" dirty="0">
                <a:solidFill>
                  <a:srgbClr val="002060"/>
                </a:solidFill>
              </a:rPr>
              <a:t>Bound parameters </a:t>
            </a:r>
            <a:r>
              <a:rPr lang="en-GB" altLang="de-DE" sz="2000" dirty="0"/>
              <a:t>so that user inputs cannot be mistaken for code (clean solution to the problem) </a:t>
            </a:r>
          </a:p>
          <a:p>
            <a:pPr>
              <a:lnSpc>
                <a:spcPct val="120000"/>
              </a:lnSpc>
            </a:pPr>
            <a:r>
              <a:rPr lang="en-GB" altLang="de-DE" sz="2000" dirty="0"/>
              <a:t>Additional precautions: </a:t>
            </a:r>
          </a:p>
          <a:p>
            <a:pPr lvl="1">
              <a:lnSpc>
                <a:spcPct val="120000"/>
              </a:lnSpc>
            </a:pPr>
            <a:r>
              <a:rPr lang="en-GB" altLang="de-DE" sz="2000" dirty="0"/>
              <a:t>Avoid verbose error messages; error messages for invalid inputs can leak information about database, relations, names of columns, etc.</a:t>
            </a:r>
          </a:p>
          <a:p>
            <a:pPr lvl="1">
              <a:lnSpc>
                <a:spcPct val="120000"/>
              </a:lnSpc>
            </a:pPr>
            <a:r>
              <a:rPr lang="en-US" altLang="de-DE" sz="2000" dirty="0"/>
              <a:t>Least privilege: do not connect as sysadmin</a:t>
            </a:r>
            <a:endParaRPr lang="en-GB" altLang="de-DE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F27F24-E4DB-DB4D-96AD-F3E185211954}"/>
              </a:ext>
            </a:extLst>
          </p:cNvPr>
          <p:cNvSpPr txBox="1"/>
          <p:nvPr/>
        </p:nvSpPr>
        <p:spPr>
          <a:xfrm>
            <a:off x="1336479" y="2924796"/>
            <a:ext cx="10639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de-DE" sz="1600" dirty="0">
                <a:highlight>
                  <a:srgbClr val="FFFF00"/>
                </a:highlight>
                <a:latin typeface="Comic Sans MS" panose="030F0902030302020204" pitchFamily="66" charset="0"/>
                <a:cs typeface="Courier New" panose="02070309020205020404" pitchFamily="49" charset="0"/>
              </a:rPr>
              <a:t>(\ -&gt; tells the SQL interpreter not to interpret the subsequent character with any special meaning)</a:t>
            </a:r>
            <a:endParaRPr lang="en-US" sz="1600" dirty="0">
              <a:highlight>
                <a:srgbClr val="FFFF00"/>
              </a:highlight>
              <a:latin typeface="Comic Sans MS" panose="030F0902030302020204" pitchFamily="66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5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>
            <a:extLst>
              <a:ext uri="{FF2B5EF4-FFF2-40B4-BE49-F238E27FC236}">
                <a16:creationId xmlns:a16="http://schemas.microsoft.com/office/drawing/2014/main" id="{07C023B4-A2E6-7B45-A0C9-147C14D882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de-DE" sz="2800" dirty="0"/>
              <a:t>Example: Bound parameters with prepared statements</a:t>
            </a:r>
            <a:endParaRPr lang="en-US" altLang="en-US" sz="28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0C9ABE-59E7-9643-A8AA-4C0631984378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2466" name="Content Placeholder 2">
            <a:extLst>
              <a:ext uri="{FF2B5EF4-FFF2-40B4-BE49-F238E27FC236}">
                <a16:creationId xmlns:a16="http://schemas.microsoft.com/office/drawing/2014/main" id="{F82E0779-FE86-D64A-B5FC-9432DC6352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80000"/>
              </a:lnSpc>
              <a:buNone/>
            </a:pPr>
            <a:endParaRPr lang="en-GB" altLang="de-DE" sz="1800" b="1" dirty="0"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GB" altLang="de-DE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GB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uname</a:t>
            </a:r>
            <a:r>
              <a:rPr lang="en-GB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$_GET[</a:t>
            </a:r>
            <a:r>
              <a:rPr lang="en-GB" altLang="de-DE" sz="1800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GB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username</a:t>
            </a:r>
            <a:r>
              <a:rPr lang="en-GB" altLang="de-DE" sz="1800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'];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GB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$</a:t>
            </a:r>
            <a:r>
              <a:rPr lang="en-GB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en-GB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$_GET[</a:t>
            </a:r>
            <a:r>
              <a:rPr lang="en-GB" altLang="de-DE" sz="1800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GB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  <a:r>
              <a:rPr lang="en-GB" altLang="de-DE" sz="1800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GB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GB" altLang="de-DE" sz="1800" b="1" noProof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altLang="de-DE" sz="1800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:xxxx serves as placeholders in prepared statement 	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GB" altLang="de-DE" sz="1800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$sql = "SELECT username FROM users WHERE username = :uname AND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GB" altLang="de-DE" sz="1800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		password = :pwd"; 	        </a:t>
            </a:r>
            <a:br>
              <a:rPr lang="en-GB" altLang="de-DE" sz="1800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altLang="de-DE" sz="1800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Replace :xxxx in the statement with actual input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GB" altLang="de-DE" sz="1800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$stmt = $pdo-&gt;prepare($sql);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GB" altLang="de-DE" sz="1800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$stmt-&gt;setFetchMode(PDO::FETCH_ASSOC);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GB" altLang="de-DE" sz="1800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altLang="de-DE" sz="1800" b="1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$stmt-&gt;bind_param(':uname</a:t>
            </a:r>
            <a:r>
              <a:rPr lang="en-GB" altLang="de-DE" sz="1800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GB" altLang="de-DE" sz="1800" b="1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$uname, PDO::PARAM_STR);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GB" altLang="de-DE" sz="1800" b="1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$stmt-&gt;bindParam(':pwd</a:t>
            </a:r>
            <a:r>
              <a:rPr lang="en-GB" altLang="de-DE" sz="1800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GB" altLang="de-DE" sz="1800" b="1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$pwd, PDO::PARAM_INT);</a:t>
            </a:r>
            <a:r>
              <a:rPr lang="en-GB" altLang="de-DE" sz="1800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GB" altLang="de-DE" sz="1800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GB" altLang="de-DE" sz="1800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Run the query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GB" altLang="de-DE" sz="1800" noProof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$stmt-&gt;execute();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E9DCA26-C3FD-C445-BC39-EA248986D2C2}"/>
              </a:ext>
            </a:extLst>
          </p:cNvPr>
          <p:cNvGrpSpPr/>
          <p:nvPr/>
        </p:nvGrpSpPr>
        <p:grpSpPr>
          <a:xfrm>
            <a:off x="6722533" y="2767211"/>
            <a:ext cx="3627787" cy="451606"/>
            <a:chOff x="4184940" y="1890583"/>
            <a:chExt cx="3627787" cy="45160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27B0760-D6E0-5A4F-9A1D-C966FA794F91}"/>
                </a:ext>
              </a:extLst>
            </p:cNvPr>
            <p:cNvGrpSpPr/>
            <p:nvPr/>
          </p:nvGrpSpPr>
          <p:grpSpPr>
            <a:xfrm>
              <a:off x="5581214" y="1890583"/>
              <a:ext cx="2231513" cy="451606"/>
              <a:chOff x="4356241" y="1859772"/>
              <a:chExt cx="2231513" cy="451606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51FEFF-4D17-BD40-BE0B-F9AD500E5BD5}"/>
                  </a:ext>
                </a:extLst>
              </p:cNvPr>
              <p:cNvSpPr txBox="1"/>
              <p:nvPr/>
            </p:nvSpPr>
            <p:spPr>
              <a:xfrm>
                <a:off x="5104554" y="1972824"/>
                <a:ext cx="1483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highlight>
                      <a:srgbClr val="FFFF00"/>
                    </a:highlight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placeholders</a:t>
                </a:r>
                <a:endParaRPr lang="en-SG" sz="1600" dirty="0">
                  <a:highlight>
                    <a:srgbClr val="FFFF00"/>
                  </a:highlight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513A35B7-1385-0A48-BE0C-065275252E70}"/>
                  </a:ext>
                </a:extLst>
              </p:cNvPr>
              <p:cNvCxnSpPr>
                <a:cxnSpLocks/>
                <a:stCxn id="5" idx="1"/>
              </p:cNvCxnSpPr>
              <p:nvPr/>
            </p:nvCxnSpPr>
            <p:spPr>
              <a:xfrm flipH="1" flipV="1">
                <a:off x="4356241" y="1859772"/>
                <a:ext cx="748313" cy="282329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32CE79C-96DA-3C49-948C-CED1F6B9AE56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H="1" flipV="1">
              <a:off x="4184940" y="2031747"/>
              <a:ext cx="2144587" cy="141165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533AAD6-AC86-EC4A-B0E6-2E71B6157AFE}"/>
              </a:ext>
            </a:extLst>
          </p:cNvPr>
          <p:cNvSpPr txBox="1">
            <a:spLocks noChangeArrowheads="1"/>
          </p:cNvSpPr>
          <p:nvPr/>
        </p:nvSpPr>
        <p:spPr>
          <a:xfrm>
            <a:off x="609760" y="1036711"/>
            <a:ext cx="8130338" cy="526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GB" altLang="de-DE" sz="1800" dirty="0"/>
              <a:t>Pre-compile query with placeholders; execute query with actual user input:</a:t>
            </a:r>
          </a:p>
          <a:p>
            <a:pPr marL="0" indent="0">
              <a:lnSpc>
                <a:spcPct val="80000"/>
              </a:lnSpc>
              <a:buNone/>
            </a:pPr>
            <a:endParaRPr lang="en-GB" altLang="de-DE" sz="1400" noProof="1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4C28FE-78EA-9641-8005-4745DCB6880D}"/>
              </a:ext>
            </a:extLst>
          </p:cNvPr>
          <p:cNvSpPr txBox="1"/>
          <p:nvPr/>
        </p:nvSpPr>
        <p:spPr>
          <a:xfrm>
            <a:off x="4514369" y="5850921"/>
            <a:ext cx="387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highlight>
                  <a:srgbClr val="FFFF00"/>
                </a:highligh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 need to write code in the exam</a:t>
            </a:r>
          </a:p>
        </p:txBody>
      </p:sp>
    </p:spTree>
    <p:extLst>
      <p:ext uri="{BB962C8B-B14F-4D97-AF65-F5344CB8AC3E}">
        <p14:creationId xmlns:p14="http://schemas.microsoft.com/office/powerpoint/2010/main" val="38609531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Title 1">
            <a:extLst>
              <a:ext uri="{FF2B5EF4-FFF2-40B4-BE49-F238E27FC236}">
                <a16:creationId xmlns:a16="http://schemas.microsoft.com/office/drawing/2014/main" id="{2BB3F214-1EE1-B04D-9495-F824070F8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de-DE" dirty="0"/>
              <a:t>Take Away</a:t>
            </a:r>
            <a:endParaRPr lang="en-US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4996D-3664-144D-B4F8-D868C63B8D91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9266" name="Content Placeholder 2">
            <a:extLst>
              <a:ext uri="{FF2B5EF4-FFF2-40B4-BE49-F238E27FC236}">
                <a16:creationId xmlns:a16="http://schemas.microsoft.com/office/drawing/2014/main" id="{BD898C21-278E-CD42-A8C5-18EC3AAF62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en-US" altLang="en-US" sz="2800" dirty="0"/>
              <a:t>Cross Site Request Forgery is a session hijacking attack. </a:t>
            </a:r>
            <a:r>
              <a:rPr lang="en-US" altLang="en-US" sz="2800"/>
              <a:t>It confuses the server because the request comes from the user who is authenticated to a session.</a:t>
            </a:r>
            <a:endParaRPr lang="en-US" altLang="en-US" sz="2800" dirty="0"/>
          </a:p>
          <a:p>
            <a:pPr>
              <a:defRPr/>
            </a:pPr>
            <a:r>
              <a:rPr lang="en-US" altLang="en-US" sz="2800" dirty="0"/>
              <a:t>SQL queries are used by web to interact with databases</a:t>
            </a:r>
          </a:p>
          <a:p>
            <a:pPr>
              <a:defRPr/>
            </a:pPr>
            <a:r>
              <a:rPr lang="en-US" altLang="en-US" sz="2800" dirty="0"/>
              <a:t>SQL injection: Attack on the database through the application </a:t>
            </a:r>
          </a:p>
          <a:p>
            <a:pPr lvl="1">
              <a:defRPr/>
            </a:pPr>
            <a:r>
              <a:rPr lang="en-US" altLang="en-US" sz="2800" dirty="0"/>
              <a:t>User inputs are used by application in constructing the queries</a:t>
            </a:r>
          </a:p>
          <a:p>
            <a:pPr lvl="1">
              <a:defRPr/>
            </a:pPr>
            <a:r>
              <a:rPr lang="en-US" altLang="en-US" sz="2800" dirty="0"/>
              <a:t>Attack exploits this to gain unauthorized access to data stored in database</a:t>
            </a:r>
          </a:p>
          <a:p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097969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4D97A-E61B-EE3A-5DBC-2951A09EC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0DDCF-07FC-6BEF-7E1B-8478D451C1E0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1F6463-A61D-E5C0-71F3-CB6C2547C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Subject is triggered by the principal.</a:t>
            </a:r>
          </a:p>
          <a:p>
            <a:r>
              <a:rPr lang="en-US" dirty="0"/>
              <a:t>Recall and Precision lower is better???</a:t>
            </a:r>
          </a:p>
          <a:p>
            <a:r>
              <a:rPr lang="en-US" dirty="0"/>
              <a:t>How many bytes you need to overflow a buffer, what is the consequence of you overflowing </a:t>
            </a:r>
            <a:r>
              <a:rPr lang="en-US"/>
              <a:t>a buffer.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111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3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A694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70C0"/>
      </a:hlink>
      <a:folHlink>
        <a:srgbClr val="0070C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31295CED-DD91-154F-A28B-658E647D80F4}" vid="{29E40D5C-155D-D94C-822C-4AB35D3CC2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 xmlns="1b6a39ee-1380-4096-9882-8248104ba7f7" xsi:nil="true"/>
    <TaxCatchAll xmlns="4604cec2-e769-4190-9d56-5d48f74b6442" xsi:nil="true"/>
    <lcf76f155ced4ddcb4097134ff3c332f xmlns="1b6a39ee-1380-4096-9882-8248104ba7f7">
      <Terms xmlns="http://schemas.microsoft.com/office/infopath/2007/PartnerControls"/>
    </lcf76f155ced4ddcb4097134ff3c332f>
    <_Flow_SignoffStatus xmlns="1b6a39ee-1380-4096-9882-8248104ba7f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6AD1B51FFACD45B62528B91A79C429" ma:contentTypeVersion="18" ma:contentTypeDescription="Create a new document." ma:contentTypeScope="" ma:versionID="9672dfb9ec3908af57a6b314afe3680d">
  <xsd:schema xmlns:xsd="http://www.w3.org/2001/XMLSchema" xmlns:xs="http://www.w3.org/2001/XMLSchema" xmlns:p="http://schemas.microsoft.com/office/2006/metadata/properties" xmlns:ns2="1b6a39ee-1380-4096-9882-8248104ba7f7" xmlns:ns3="4604cec2-e769-4190-9d56-5d48f74b6442" targetNamespace="http://schemas.microsoft.com/office/2006/metadata/properties" ma:root="true" ma:fieldsID="12d78462d111bb2baa1b9a3ac61ee40a" ns2:_="" ns3:_="">
    <xsd:import namespace="1b6a39ee-1380-4096-9882-8248104ba7f7"/>
    <xsd:import namespace="4604cec2-e769-4190-9d56-5d48f74b64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Comment" minOccurs="0"/>
                <xsd:element ref="ns2:lcf76f155ced4ddcb4097134ff3c332f" minOccurs="0"/>
                <xsd:element ref="ns3:TaxCatchAll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6a39ee-1380-4096-9882-8248104ba7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Comment" ma:index="21" nillable="true" ma:displayName="Comment" ma:description="What was the last change about" ma:format="Dropdown" ma:internalName="Comment">
      <xsd:simpleType>
        <xsd:restriction base="dms:Text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deec61d7-21c4-46ea-8069-5c692c33a4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04cec2-e769-4190-9d56-5d48f74b644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943aed9-ec56-40d8-95cb-c4327e5e8870}" ma:internalName="TaxCatchAll" ma:showField="CatchAllData" ma:web="4604cec2-e769-4190-9d56-5d48f74b64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60BC58-EFB2-492B-87FE-64B0BD4D0D40}">
  <ds:schemaRefs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1b6a39ee-1380-4096-9882-8248104ba7f7"/>
    <ds:schemaRef ds:uri="http://purl.org/dc/terms/"/>
    <ds:schemaRef ds:uri="http://www.w3.org/XML/1998/namespace"/>
    <ds:schemaRef ds:uri="http://purl.org/dc/dcmitype/"/>
    <ds:schemaRef ds:uri="http://schemas.microsoft.com/office/2006/metadata/properties"/>
    <ds:schemaRef ds:uri="4604cec2-e769-4190-9d56-5d48f74b6442"/>
  </ds:schemaRefs>
</ds:datastoreItem>
</file>

<file path=customXml/itemProps2.xml><?xml version="1.0" encoding="utf-8"?>
<ds:datastoreItem xmlns:ds="http://schemas.openxmlformats.org/officeDocument/2006/customXml" ds:itemID="{85870B23-FA4B-4E5B-899B-2930C92422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FE7C92-65F3-4443-94E8-531272A1F2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6a39ee-1380-4096-9882-8248104ba7f7"/>
    <ds:schemaRef ds:uri="4604cec2-e769-4190-9d56-5d48f74b64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951d41b-6b8e-4636-984f-012bff14ba18}" enabled="1" method="Standard" siteId="{c98a79ca-5a9a-4791-a243-f06afd67464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4833</TotalTime>
  <Words>1994</Words>
  <Application>Microsoft Macintosh PowerPoint</Application>
  <PresentationFormat>Widescreen</PresentationFormat>
  <Paragraphs>270</Paragraphs>
  <Slides>26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9" baseType="lpstr">
      <vt:lpstr>ＭＳ Ｐゴシック</vt:lpstr>
      <vt:lpstr>Arial</vt:lpstr>
      <vt:lpstr>Arial Nova</vt:lpstr>
      <vt:lpstr>Arial Nova Light</vt:lpstr>
      <vt:lpstr>Calibri</vt:lpstr>
      <vt:lpstr>Comic Sans MS</vt:lpstr>
      <vt:lpstr>Consolas</vt:lpstr>
      <vt:lpstr>Courier New</vt:lpstr>
      <vt:lpstr>Helvetica Neue</vt:lpstr>
      <vt:lpstr>Helvetica Neue Light</vt:lpstr>
      <vt:lpstr>Tahoma</vt:lpstr>
      <vt:lpstr>Times New Roman</vt:lpstr>
      <vt:lpstr>Office Theme</vt:lpstr>
      <vt:lpstr>PowerPoint Presentation</vt:lpstr>
      <vt:lpstr>Recap Week 11</vt:lpstr>
      <vt:lpstr>Overview</vt:lpstr>
      <vt:lpstr>Cross Site Request Forgery (CSRF)</vt:lpstr>
      <vt:lpstr>Cross-site Request Forgery (CSRF)</vt:lpstr>
      <vt:lpstr>CSRF – Attack Pattern</vt:lpstr>
      <vt:lpstr>CSRF Example</vt:lpstr>
      <vt:lpstr>CSRF Example</vt:lpstr>
      <vt:lpstr>CSRF Defenses</vt:lpstr>
      <vt:lpstr>CSRF Prevention Tokens</vt:lpstr>
      <vt:lpstr>CSRF Prevention Tokens</vt:lpstr>
      <vt:lpstr>CSRF Protection from User’s Perspective</vt:lpstr>
      <vt:lpstr>SQL Injection</vt:lpstr>
      <vt:lpstr>What is SQL?</vt:lpstr>
      <vt:lpstr>SQL</vt:lpstr>
      <vt:lpstr>What is SQL Injection? </vt:lpstr>
      <vt:lpstr>Flow of SQL Injection Attack</vt:lpstr>
      <vt:lpstr>Example: SQL Injection</vt:lpstr>
      <vt:lpstr>Example: SQL Injection</vt:lpstr>
      <vt:lpstr>Example: SQL Injection</vt:lpstr>
      <vt:lpstr>Example: SQL Injection</vt:lpstr>
      <vt:lpstr>Remark on SQL Injection</vt:lpstr>
      <vt:lpstr>Defence against SQL Injection</vt:lpstr>
      <vt:lpstr>Example: Bound parameters with prepared statements</vt:lpstr>
      <vt:lpstr>Take Away</vt:lpstr>
      <vt:lpstr>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Application Development</dc:title>
  <dc:creator>Shar Lwin Khin (Dr)</dc:creator>
  <cp:lastModifiedBy>Nicholas SOH De Lin</cp:lastModifiedBy>
  <cp:revision>307</cp:revision>
  <dcterms:created xsi:type="dcterms:W3CDTF">2019-12-21T16:17:09Z</dcterms:created>
  <dcterms:modified xsi:type="dcterms:W3CDTF">2025-11-16T04:46:40Z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0x0101000C6AD1B51FFACD45B62528B91A79C429</vt:lpwstr>
  </property>
  <property fmtid="{D5CDD505-2E9C-101B-9397-08002B2CF9AE}" pid="3" name="MSIP_Label_6951d41b-6b8e-4636-984f-012bff14ba18_Enabled">
    <vt:lpwstr>true</vt:lpwstr>
  </property>
  <property fmtid="{D5CDD505-2E9C-101B-9397-08002B2CF9AE}" pid="4" name="MSIP_Label_6951d41b-6b8e-4636-984f-012bff14ba18_SetDate">
    <vt:lpwstr>2023-03-21T07:50:23Z</vt:lpwstr>
  </property>
  <property fmtid="{D5CDD505-2E9C-101B-9397-08002B2CF9AE}" pid="5" name="MSIP_Label_6951d41b-6b8e-4636-984f-012bff14ba18_Method">
    <vt:lpwstr>Standard</vt:lpwstr>
  </property>
  <property fmtid="{D5CDD505-2E9C-101B-9397-08002B2CF9AE}" pid="6" name="MSIP_Label_6951d41b-6b8e-4636-984f-012bff14ba18_Name">
    <vt:lpwstr>6951d41b-6b8e-4636-984f-012bff14ba18</vt:lpwstr>
  </property>
  <property fmtid="{D5CDD505-2E9C-101B-9397-08002B2CF9AE}" pid="7" name="MSIP_Label_6951d41b-6b8e-4636-984f-012bff14ba18_SiteId">
    <vt:lpwstr>c98a79ca-5a9a-4791-a243-f06afd67464d</vt:lpwstr>
  </property>
  <property fmtid="{D5CDD505-2E9C-101B-9397-08002B2CF9AE}" pid="8" name="MSIP_Label_6951d41b-6b8e-4636-984f-012bff14ba18_ActionId">
    <vt:lpwstr>9868a11c-6157-4580-812c-ea5777a68203</vt:lpwstr>
  </property>
  <property fmtid="{D5CDD505-2E9C-101B-9397-08002B2CF9AE}" pid="9" name="MSIP_Label_6951d41b-6b8e-4636-984f-012bff14ba18_ContentBits">
    <vt:lpwstr>1</vt:lpwstr>
  </property>
  <property fmtid="{D5CDD505-2E9C-101B-9397-08002B2CF9AE}" pid="10" name="ClassificationContentMarkingHeaderLocations">
    <vt:lpwstr>Office Theme:6</vt:lpwstr>
  </property>
  <property fmtid="{D5CDD505-2E9C-101B-9397-08002B2CF9AE}" pid="11" name="ClassificationContentMarkingHeaderText">
    <vt:lpwstr>SMU Classification: Restricted</vt:lpwstr>
  </property>
</Properties>
</file>